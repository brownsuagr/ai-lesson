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6" r:id="rId1"/>
    <p:sldMasterId id="2147483651" r:id="rId2"/>
    <p:sldMasterId id="2147483665" r:id="rId3"/>
    <p:sldMasterId id="2147483660" r:id="rId4"/>
  </p:sldMasterIdLst>
  <p:notesMasterIdLst>
    <p:notesMasterId r:id="rId46"/>
  </p:notesMasterIdLst>
  <p:handoutMasterIdLst>
    <p:handoutMasterId r:id="rId47"/>
  </p:handoutMasterIdLst>
  <p:sldIdLst>
    <p:sldId id="599" r:id="rId5"/>
    <p:sldId id="600" r:id="rId6"/>
    <p:sldId id="680" r:id="rId7"/>
    <p:sldId id="687" r:id="rId8"/>
    <p:sldId id="688" r:id="rId9"/>
    <p:sldId id="638" r:id="rId10"/>
    <p:sldId id="689" r:id="rId11"/>
    <p:sldId id="640" r:id="rId12"/>
    <p:sldId id="641" r:id="rId13"/>
    <p:sldId id="690" r:id="rId14"/>
    <p:sldId id="675" r:id="rId15"/>
    <p:sldId id="601" r:id="rId16"/>
    <p:sldId id="691" r:id="rId17"/>
    <p:sldId id="631" r:id="rId18"/>
    <p:sldId id="676" r:id="rId19"/>
    <p:sldId id="635" r:id="rId20"/>
    <p:sldId id="663" r:id="rId21"/>
    <p:sldId id="665" r:id="rId22"/>
    <p:sldId id="667" r:id="rId23"/>
    <p:sldId id="669" r:id="rId24"/>
    <p:sldId id="670" r:id="rId25"/>
    <p:sldId id="671" r:id="rId26"/>
    <p:sldId id="672" r:id="rId27"/>
    <p:sldId id="673" r:id="rId28"/>
    <p:sldId id="636" r:id="rId29"/>
    <p:sldId id="624" r:id="rId30"/>
    <p:sldId id="692" r:id="rId31"/>
    <p:sldId id="637" r:id="rId32"/>
    <p:sldId id="639" r:id="rId33"/>
    <p:sldId id="693" r:id="rId34"/>
    <p:sldId id="660" r:id="rId35"/>
    <p:sldId id="643" r:id="rId36"/>
    <p:sldId id="627" r:id="rId37"/>
    <p:sldId id="644" r:id="rId38"/>
    <p:sldId id="679" r:id="rId39"/>
    <p:sldId id="677" r:id="rId40"/>
    <p:sldId id="645" r:id="rId41"/>
    <p:sldId id="646" r:id="rId42"/>
    <p:sldId id="647" r:id="rId43"/>
    <p:sldId id="678" r:id="rId44"/>
    <p:sldId id="621" r:id="rId45"/>
  </p:sldIdLst>
  <p:sldSz cx="9144000" cy="5143500" type="screen16x9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宋体" charset="0"/>
        <a:cs typeface="宋体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宋体" charset="0"/>
        <a:cs typeface="宋体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宋体" charset="0"/>
        <a:cs typeface="宋体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宋体" charset="0"/>
        <a:cs typeface="宋体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宋体" charset="0"/>
        <a:cs typeface="宋体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Calibri" charset="0"/>
        <a:ea typeface="宋体" charset="0"/>
        <a:cs typeface="宋体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Calibri" charset="0"/>
        <a:ea typeface="宋体" charset="0"/>
        <a:cs typeface="宋体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Calibri" charset="0"/>
        <a:ea typeface="宋体" charset="0"/>
        <a:cs typeface="宋体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Calibri" charset="0"/>
        <a:ea typeface="宋体" charset="0"/>
        <a:cs typeface="宋体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irl@itcast.cn" initials="l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F49"/>
    <a:srgbClr val="B3D9FF"/>
    <a:srgbClr val="79AFFF"/>
    <a:srgbClr val="EBF5FF"/>
    <a:srgbClr val="EBD9FF"/>
    <a:srgbClr val="FBD5D5"/>
    <a:srgbClr val="17375E"/>
    <a:srgbClr val="EFF7FF"/>
    <a:srgbClr val="E6F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4"/>
    <p:restoredTop sz="94495"/>
  </p:normalViewPr>
  <p:slideViewPr>
    <p:cSldViewPr>
      <p:cViewPr>
        <p:scale>
          <a:sx n="122" d="100"/>
          <a:sy n="122" d="100"/>
        </p:scale>
        <p:origin x="322" y="11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3" d="100"/>
          <a:sy n="83" d="100"/>
        </p:scale>
        <p:origin x="-3876" y="-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handoutMaster" Target="handoutMasters/handoutMaster1.xml"/><Relationship Id="rId50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commentAuthors" Target="commentAuthors.xml"/><Relationship Id="rId8" Type="http://schemas.openxmlformats.org/officeDocument/2006/relationships/slide" Target="slides/slide4.xml"/><Relationship Id="rId51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Calibri" pitchFamily="34" charset="0"/>
                <a:ea typeface="宋体" charset="-122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1B71F79F-4065-CD4F-B030-8AC9BC5EDD8C}" type="datetimeFigureOut">
              <a:rPr lang="zh-CN" altLang="en-US"/>
              <a:pPr>
                <a:defRPr/>
              </a:pPr>
              <a:t>2021/11/26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Calibri" pitchFamily="34" charset="0"/>
                <a:ea typeface="宋体" charset="-122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D3D60977-06C0-474F-AF9C-D6EAEC0E5E4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10626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Calibri" pitchFamily="34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C49E8CC4-97BD-D24C-B341-9DDAC8C5942D}" type="datetimeFigureOut">
              <a:rPr lang="zh-CN" altLang="en-US"/>
              <a:pPr>
                <a:defRPr/>
              </a:pPr>
              <a:t>2021/11/26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Calibri" pitchFamily="34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A14D5F60-C347-6D40-8E94-8EE9446EB09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042230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宋体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7462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3450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7984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8200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1023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9266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13" Type="http://schemas.openxmlformats.org/officeDocument/2006/relationships/image" Target="../media/image11.emf"/><Relationship Id="rId18" Type="http://schemas.openxmlformats.org/officeDocument/2006/relationships/image" Target="../media/image16.emf"/><Relationship Id="rId3" Type="http://schemas.openxmlformats.org/officeDocument/2006/relationships/image" Target="../media/image1.emf"/><Relationship Id="rId7" Type="http://schemas.openxmlformats.org/officeDocument/2006/relationships/image" Target="../media/image5.emf"/><Relationship Id="rId12" Type="http://schemas.openxmlformats.org/officeDocument/2006/relationships/image" Target="../media/image10.emf"/><Relationship Id="rId17" Type="http://schemas.openxmlformats.org/officeDocument/2006/relationships/image" Target="../media/image15.emf"/><Relationship Id="rId2" Type="http://schemas.openxmlformats.org/officeDocument/2006/relationships/theme" Target="../theme/theme1.xml"/><Relationship Id="rId16" Type="http://schemas.openxmlformats.org/officeDocument/2006/relationships/image" Target="../media/image14.emf"/><Relationship Id="rId20" Type="http://schemas.openxmlformats.org/officeDocument/2006/relationships/image" Target="../media/image18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11" Type="http://schemas.openxmlformats.org/officeDocument/2006/relationships/image" Target="../media/image9.emf"/><Relationship Id="rId5" Type="http://schemas.openxmlformats.org/officeDocument/2006/relationships/image" Target="../media/image3.png"/><Relationship Id="rId15" Type="http://schemas.openxmlformats.org/officeDocument/2006/relationships/image" Target="../media/image13.emf"/><Relationship Id="rId10" Type="http://schemas.openxmlformats.org/officeDocument/2006/relationships/image" Target="../media/image8.emf"/><Relationship Id="rId19" Type="http://schemas.openxmlformats.org/officeDocument/2006/relationships/image" Target="../media/image17.emf"/><Relationship Id="rId4" Type="http://schemas.openxmlformats.org/officeDocument/2006/relationships/image" Target="../media/image2.emf"/><Relationship Id="rId9" Type="http://schemas.openxmlformats.org/officeDocument/2006/relationships/image" Target="../media/image7.emf"/><Relationship Id="rId14" Type="http://schemas.openxmlformats.org/officeDocument/2006/relationships/image" Target="../media/image12.emf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0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3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6088" y="641350"/>
            <a:ext cx="3127375" cy="3440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1027" name="Picture 4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9638" y="1065213"/>
            <a:ext cx="2200275" cy="2454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4" name="椭圆 3"/>
          <p:cNvSpPr/>
          <p:nvPr userDrawn="1"/>
        </p:nvSpPr>
        <p:spPr bwMode="auto">
          <a:xfrm>
            <a:off x="6381750" y="1384300"/>
            <a:ext cx="463550" cy="46355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>
              <a:latin typeface="+mn-ea"/>
              <a:ea typeface="+mn-ea"/>
              <a:cs typeface="+mn-cs"/>
            </a:endParaRPr>
          </a:p>
        </p:txBody>
      </p:sp>
      <p:sp>
        <p:nvSpPr>
          <p:cNvPr id="5" name="椭圆 4"/>
          <p:cNvSpPr/>
          <p:nvPr userDrawn="1"/>
        </p:nvSpPr>
        <p:spPr bwMode="auto">
          <a:xfrm>
            <a:off x="2451100" y="1749425"/>
            <a:ext cx="184150" cy="184150"/>
          </a:xfrm>
          <a:prstGeom prst="ellipse">
            <a:avLst/>
          </a:prstGeom>
          <a:solidFill>
            <a:schemeClr val="tx1">
              <a:lumMod val="75000"/>
              <a:lumOff val="25000"/>
              <a:alpha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>
              <a:latin typeface="+mn-ea"/>
              <a:ea typeface="+mn-ea"/>
              <a:cs typeface="+mn-cs"/>
            </a:endParaRPr>
          </a:p>
        </p:txBody>
      </p:sp>
      <p:sp>
        <p:nvSpPr>
          <p:cNvPr id="6" name="椭圆 10"/>
          <p:cNvSpPr>
            <a:spLocks noChangeArrowheads="1"/>
          </p:cNvSpPr>
          <p:nvPr userDrawn="1"/>
        </p:nvSpPr>
        <p:spPr bwMode="auto">
          <a:xfrm>
            <a:off x="5240338" y="3937000"/>
            <a:ext cx="219075" cy="21907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buFont typeface="Arial" charset="0"/>
              <a:buNone/>
              <a:defRPr/>
            </a:pPr>
            <a:endParaRPr lang="zh-CN" altLang="en-US">
              <a:latin typeface="+mn-ea"/>
              <a:ea typeface="+mn-ea"/>
              <a:cs typeface="+mn-cs"/>
            </a:endParaRPr>
          </a:p>
        </p:txBody>
      </p:sp>
      <p:sp>
        <p:nvSpPr>
          <p:cNvPr id="7" name="椭圆 6"/>
          <p:cNvSpPr/>
          <p:nvPr userDrawn="1"/>
        </p:nvSpPr>
        <p:spPr bwMode="auto">
          <a:xfrm>
            <a:off x="3265488" y="1939925"/>
            <a:ext cx="128587" cy="130175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>
              <a:latin typeface="+mn-ea"/>
              <a:ea typeface="+mn-ea"/>
              <a:cs typeface="+mn-cs"/>
            </a:endParaRPr>
          </a:p>
        </p:txBody>
      </p:sp>
      <p:pic>
        <p:nvPicPr>
          <p:cNvPr id="1032" name="图片 17"/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2338" y="1581150"/>
            <a:ext cx="2174875" cy="595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3" name="Picture 5"/>
          <p:cNvPicPr>
            <a:picLocks noChangeAspect="1" noChangeArrowheads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7163" y="1460500"/>
            <a:ext cx="212725" cy="290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grpSp>
        <p:nvGrpSpPr>
          <p:cNvPr id="1034" name="组合 43"/>
          <p:cNvGrpSpPr>
            <a:grpSpLocks/>
          </p:cNvGrpSpPr>
          <p:nvPr userDrawn="1"/>
        </p:nvGrpSpPr>
        <p:grpSpPr bwMode="auto">
          <a:xfrm>
            <a:off x="6100763" y="1751013"/>
            <a:ext cx="130175" cy="128587"/>
            <a:chOff x="6101548" y="1750326"/>
            <a:chExt cx="129654" cy="129654"/>
          </a:xfrm>
        </p:grpSpPr>
        <p:sp>
          <p:nvSpPr>
            <p:cNvPr id="13" name="椭圆 12"/>
            <p:cNvSpPr/>
            <p:nvPr/>
          </p:nvSpPr>
          <p:spPr bwMode="auto">
            <a:xfrm>
              <a:off x="6101548" y="1750326"/>
              <a:ext cx="129654" cy="129654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8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itchFamily="34" charset="0"/>
                <a:buNone/>
                <a:defRPr/>
              </a:pPr>
              <a:endParaRPr lang="zh-CN" altLang="en-US">
                <a:latin typeface="+mn-ea"/>
                <a:ea typeface="+mn-ea"/>
                <a:cs typeface="+mn-cs"/>
              </a:endParaRPr>
            </a:p>
          </p:txBody>
        </p:sp>
        <p:pic>
          <p:nvPicPr>
            <p:cNvPr id="1066" name="Picture 6"/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25265" y="1772735"/>
              <a:ext cx="83801" cy="848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</p:grpSp>
      <p:pic>
        <p:nvPicPr>
          <p:cNvPr id="1035" name="Picture 7"/>
          <p:cNvPicPr>
            <a:picLocks noChangeAspect="1" noChangeArrowheads="1"/>
          </p:cNvPicPr>
          <p:nvPr userDrawn="1"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5900" y="3994150"/>
            <a:ext cx="117475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grpSp>
        <p:nvGrpSpPr>
          <p:cNvPr id="1036" name="组合 41"/>
          <p:cNvGrpSpPr>
            <a:grpSpLocks/>
          </p:cNvGrpSpPr>
          <p:nvPr userDrawn="1"/>
        </p:nvGrpSpPr>
        <p:grpSpPr bwMode="auto">
          <a:xfrm>
            <a:off x="3040063" y="546100"/>
            <a:ext cx="225425" cy="225425"/>
            <a:chOff x="3039900" y="545911"/>
            <a:chExt cx="225188" cy="225188"/>
          </a:xfrm>
        </p:grpSpPr>
        <p:sp>
          <p:nvSpPr>
            <p:cNvPr id="17" name="椭圆 16"/>
            <p:cNvSpPr/>
            <p:nvPr/>
          </p:nvSpPr>
          <p:spPr bwMode="auto">
            <a:xfrm>
              <a:off x="3039900" y="545911"/>
              <a:ext cx="225188" cy="225188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6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itchFamily="34" charset="0"/>
                <a:buNone/>
                <a:defRPr/>
              </a:pPr>
              <a:endParaRPr lang="zh-CN" altLang="en-US">
                <a:latin typeface="+mn-ea"/>
                <a:ea typeface="+mn-ea"/>
                <a:cs typeface="+mn-cs"/>
              </a:endParaRPr>
            </a:p>
          </p:txBody>
        </p:sp>
        <p:pic>
          <p:nvPicPr>
            <p:cNvPr id="2" name="Picture 8"/>
            <p:cNvPicPr>
              <a:picLocks noChangeAspect="1" noChangeArrowheads="1"/>
            </p:cNvPicPr>
            <p:nvPr/>
          </p:nvPicPr>
          <p:blipFill>
            <a:blip r:embed="rId9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81132" y="599829"/>
              <a:ext cx="142725" cy="1110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</p:grpSp>
      <p:grpSp>
        <p:nvGrpSpPr>
          <p:cNvPr id="1037" name="组合 37"/>
          <p:cNvGrpSpPr>
            <a:grpSpLocks/>
          </p:cNvGrpSpPr>
          <p:nvPr userDrawn="1"/>
        </p:nvGrpSpPr>
        <p:grpSpPr bwMode="auto">
          <a:xfrm>
            <a:off x="2586038" y="3022600"/>
            <a:ext cx="185737" cy="185738"/>
            <a:chOff x="2586251" y="3022980"/>
            <a:chExt cx="88710" cy="88710"/>
          </a:xfrm>
          <a:solidFill>
            <a:srgbClr val="C00000"/>
          </a:solidFill>
        </p:grpSpPr>
        <p:sp>
          <p:nvSpPr>
            <p:cNvPr id="20" name="椭圆 9"/>
            <p:cNvSpPr>
              <a:spLocks noChangeArrowheads="1"/>
            </p:cNvSpPr>
            <p:nvPr/>
          </p:nvSpPr>
          <p:spPr bwMode="auto">
            <a:xfrm>
              <a:off x="2586251" y="3022980"/>
              <a:ext cx="88710" cy="8871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9pPr>
            </a:lstStyle>
            <a:p>
              <a:pPr>
                <a:buFont typeface="Arial" charset="0"/>
                <a:buNone/>
                <a:defRPr/>
              </a:pPr>
              <a:endParaRPr lang="zh-CN" altLang="en-US">
                <a:latin typeface="+mn-ea"/>
                <a:ea typeface="+mn-ea"/>
                <a:cs typeface="+mn-cs"/>
              </a:endParaRPr>
            </a:p>
          </p:txBody>
        </p:sp>
        <p:pic>
          <p:nvPicPr>
            <p:cNvPr id="1064" name="Picture 10"/>
            <p:cNvPicPr>
              <a:picLocks noChangeAspect="1" noChangeArrowheads="1"/>
            </p:cNvPicPr>
            <p:nvPr/>
          </p:nvPicPr>
          <p:blipFill>
            <a:blip r:embed="rId10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1596" y="3041493"/>
              <a:ext cx="45720" cy="51684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1038" name="Picture 11"/>
          <p:cNvPicPr>
            <a:picLocks noChangeAspect="1" noChangeArrowheads="1"/>
          </p:cNvPicPr>
          <p:nvPr userDrawn="1"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4063" y="1974850"/>
            <a:ext cx="71437" cy="77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23" name="椭圆 22"/>
          <p:cNvSpPr/>
          <p:nvPr userDrawn="1"/>
        </p:nvSpPr>
        <p:spPr bwMode="auto">
          <a:xfrm>
            <a:off x="7113588" y="2630488"/>
            <a:ext cx="250825" cy="249237"/>
          </a:xfrm>
          <a:prstGeom prst="ellipse">
            <a:avLst/>
          </a:prstGeom>
          <a:solidFill>
            <a:schemeClr val="tx1">
              <a:lumMod val="75000"/>
              <a:lumOff val="25000"/>
              <a:alpha val="86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>
              <a:latin typeface="+mn-ea"/>
              <a:ea typeface="+mn-ea"/>
              <a:cs typeface="+mn-cs"/>
            </a:endParaRPr>
          </a:p>
        </p:txBody>
      </p:sp>
      <p:pic>
        <p:nvPicPr>
          <p:cNvPr id="1040" name="Picture 15"/>
          <p:cNvPicPr>
            <a:picLocks noChangeAspect="1" noChangeArrowheads="1"/>
          </p:cNvPicPr>
          <p:nvPr userDrawn="1"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500" y="2690813"/>
            <a:ext cx="133350" cy="128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grpSp>
        <p:nvGrpSpPr>
          <p:cNvPr id="1041" name="组合 46"/>
          <p:cNvGrpSpPr>
            <a:grpSpLocks/>
          </p:cNvGrpSpPr>
          <p:nvPr userDrawn="1"/>
        </p:nvGrpSpPr>
        <p:grpSpPr bwMode="auto">
          <a:xfrm>
            <a:off x="2327275" y="3386138"/>
            <a:ext cx="258763" cy="258762"/>
            <a:chOff x="1798978" y="3519004"/>
            <a:chExt cx="259307" cy="259307"/>
          </a:xfrm>
        </p:grpSpPr>
        <p:sp>
          <p:nvSpPr>
            <p:cNvPr id="26" name="椭圆 25"/>
            <p:cNvSpPr/>
            <p:nvPr/>
          </p:nvSpPr>
          <p:spPr bwMode="auto">
            <a:xfrm>
              <a:off x="1798978" y="3519004"/>
              <a:ext cx="259307" cy="259307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73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itchFamily="34" charset="0"/>
                <a:buNone/>
                <a:defRPr/>
              </a:pPr>
              <a:endParaRPr lang="zh-CN" altLang="en-US">
                <a:latin typeface="+mn-ea"/>
                <a:ea typeface="+mn-ea"/>
                <a:cs typeface="+mn-cs"/>
              </a:endParaRPr>
            </a:p>
          </p:txBody>
        </p:sp>
        <p:pic>
          <p:nvPicPr>
            <p:cNvPr id="1062" name="Picture 2"/>
            <p:cNvPicPr>
              <a:picLocks noChangeAspect="1" noChangeArrowheads="1"/>
            </p:cNvPicPr>
            <p:nvPr/>
          </p:nvPicPr>
          <p:blipFill>
            <a:blip r:embed="rId1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1931" y="3616045"/>
              <a:ext cx="173401" cy="859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</p:grpSp>
      <p:grpSp>
        <p:nvGrpSpPr>
          <p:cNvPr id="1042" name="组合 38"/>
          <p:cNvGrpSpPr>
            <a:grpSpLocks/>
          </p:cNvGrpSpPr>
          <p:nvPr userDrawn="1"/>
        </p:nvGrpSpPr>
        <p:grpSpPr bwMode="auto">
          <a:xfrm>
            <a:off x="976313" y="1046163"/>
            <a:ext cx="300037" cy="300037"/>
            <a:chOff x="748396" y="764271"/>
            <a:chExt cx="300782" cy="300782"/>
          </a:xfrm>
        </p:grpSpPr>
        <p:sp>
          <p:nvSpPr>
            <p:cNvPr id="29" name="椭圆 28"/>
            <p:cNvSpPr/>
            <p:nvPr/>
          </p:nvSpPr>
          <p:spPr bwMode="auto">
            <a:xfrm>
              <a:off x="748396" y="764271"/>
              <a:ext cx="300782" cy="300782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4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itchFamily="34" charset="0"/>
                <a:buNone/>
                <a:defRPr/>
              </a:pPr>
              <a:endParaRPr lang="zh-CN" altLang="en-US">
                <a:latin typeface="+mn-ea"/>
                <a:ea typeface="+mn-ea"/>
                <a:cs typeface="+mn-cs"/>
              </a:endParaRPr>
            </a:p>
          </p:txBody>
        </p:sp>
        <p:pic>
          <p:nvPicPr>
            <p:cNvPr id="1060" name="Picture 4"/>
            <p:cNvPicPr>
              <a:picLocks noChangeAspect="1" noChangeArrowheads="1"/>
            </p:cNvPicPr>
            <p:nvPr/>
          </p:nvPicPr>
          <p:blipFill>
            <a:blip r:embed="rId1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7730" y="856575"/>
              <a:ext cx="202114" cy="1161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</p:grpSp>
      <p:grpSp>
        <p:nvGrpSpPr>
          <p:cNvPr id="1043" name="组合 42"/>
          <p:cNvGrpSpPr>
            <a:grpSpLocks/>
          </p:cNvGrpSpPr>
          <p:nvPr userDrawn="1"/>
        </p:nvGrpSpPr>
        <p:grpSpPr bwMode="auto">
          <a:xfrm>
            <a:off x="1763713" y="4391025"/>
            <a:ext cx="300037" cy="300038"/>
            <a:chOff x="1365228" y="4292790"/>
            <a:chExt cx="300782" cy="300782"/>
          </a:xfrm>
        </p:grpSpPr>
        <p:sp>
          <p:nvSpPr>
            <p:cNvPr id="32" name="椭圆 31"/>
            <p:cNvSpPr/>
            <p:nvPr/>
          </p:nvSpPr>
          <p:spPr bwMode="auto">
            <a:xfrm>
              <a:off x="1365228" y="4292790"/>
              <a:ext cx="300782" cy="300782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7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itchFamily="34" charset="0"/>
                <a:buNone/>
                <a:defRPr/>
              </a:pPr>
              <a:endParaRPr lang="zh-CN" altLang="en-US">
                <a:latin typeface="+mn-ea"/>
                <a:ea typeface="+mn-ea"/>
                <a:cs typeface="+mn-cs"/>
              </a:endParaRPr>
            </a:p>
          </p:txBody>
        </p:sp>
        <p:pic>
          <p:nvPicPr>
            <p:cNvPr id="1058" name="Picture 5"/>
            <p:cNvPicPr>
              <a:picLocks noChangeAspect="1" noChangeArrowheads="1"/>
            </p:cNvPicPr>
            <p:nvPr/>
          </p:nvPicPr>
          <p:blipFill>
            <a:blip r:embed="rId1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17745" y="4364405"/>
              <a:ext cx="195748" cy="1575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</p:grpSp>
      <p:grpSp>
        <p:nvGrpSpPr>
          <p:cNvPr id="1044" name="组合 1"/>
          <p:cNvGrpSpPr>
            <a:grpSpLocks/>
          </p:cNvGrpSpPr>
          <p:nvPr userDrawn="1"/>
        </p:nvGrpSpPr>
        <p:grpSpPr bwMode="auto">
          <a:xfrm>
            <a:off x="1169988" y="2619375"/>
            <a:ext cx="300037" cy="300038"/>
            <a:chOff x="1169908" y="2618983"/>
            <a:chExt cx="300782" cy="300782"/>
          </a:xfrm>
        </p:grpSpPr>
        <p:sp>
          <p:nvSpPr>
            <p:cNvPr id="35" name="椭圆 34"/>
            <p:cNvSpPr/>
            <p:nvPr/>
          </p:nvSpPr>
          <p:spPr bwMode="auto">
            <a:xfrm>
              <a:off x="1169908" y="2618983"/>
              <a:ext cx="300782" cy="300782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8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itchFamily="34" charset="0"/>
                <a:buNone/>
                <a:defRPr/>
              </a:pPr>
              <a:endParaRPr lang="zh-CN" altLang="en-US">
                <a:latin typeface="+mn-ea"/>
                <a:ea typeface="+mn-ea"/>
                <a:cs typeface="+mn-cs"/>
              </a:endParaRPr>
            </a:p>
          </p:txBody>
        </p:sp>
        <p:pic>
          <p:nvPicPr>
            <p:cNvPr id="1056" name="Picture 6"/>
            <p:cNvPicPr>
              <a:picLocks noChangeAspect="1" noChangeArrowheads="1"/>
            </p:cNvPicPr>
            <p:nvPr/>
          </p:nvPicPr>
          <p:blipFill>
            <a:blip r:embed="rId16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14468" y="2690598"/>
              <a:ext cx="211661" cy="1814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</p:grpSp>
      <p:grpSp>
        <p:nvGrpSpPr>
          <p:cNvPr id="1045" name="组合 49"/>
          <p:cNvGrpSpPr>
            <a:grpSpLocks/>
          </p:cNvGrpSpPr>
          <p:nvPr userDrawn="1"/>
        </p:nvGrpSpPr>
        <p:grpSpPr bwMode="auto">
          <a:xfrm>
            <a:off x="7781925" y="4046538"/>
            <a:ext cx="320675" cy="320675"/>
            <a:chOff x="7874758" y="4418464"/>
            <a:chExt cx="320722" cy="320722"/>
          </a:xfrm>
        </p:grpSpPr>
        <p:sp>
          <p:nvSpPr>
            <p:cNvPr id="38" name="椭圆 37"/>
            <p:cNvSpPr/>
            <p:nvPr/>
          </p:nvSpPr>
          <p:spPr bwMode="auto">
            <a:xfrm>
              <a:off x="7874758" y="4418464"/>
              <a:ext cx="320722" cy="320722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7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itchFamily="34" charset="0"/>
                <a:buNone/>
                <a:defRPr/>
              </a:pPr>
              <a:endParaRPr lang="zh-CN" altLang="en-US">
                <a:latin typeface="+mn-ea"/>
                <a:ea typeface="+mn-ea"/>
                <a:cs typeface="+mn-cs"/>
              </a:endParaRPr>
            </a:p>
          </p:txBody>
        </p:sp>
        <p:pic>
          <p:nvPicPr>
            <p:cNvPr id="1054" name="Picture 7"/>
            <p:cNvPicPr>
              <a:picLocks noChangeAspect="1" noChangeArrowheads="1"/>
            </p:cNvPicPr>
            <p:nvPr/>
          </p:nvPicPr>
          <p:blipFill>
            <a:blip r:embed="rId17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16039" y="4486736"/>
              <a:ext cx="238160" cy="1841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</p:grpSp>
      <p:pic>
        <p:nvPicPr>
          <p:cNvPr id="1046" name="Picture 9"/>
          <p:cNvPicPr>
            <a:picLocks noChangeAspect="1" noChangeArrowheads="1"/>
          </p:cNvPicPr>
          <p:nvPr userDrawn="1"/>
        </p:nvPicPr>
        <p:blipFill>
          <a:blip r:embed="rId18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9675" y="1773238"/>
            <a:ext cx="1270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grpSp>
        <p:nvGrpSpPr>
          <p:cNvPr id="1047" name="组合 45"/>
          <p:cNvGrpSpPr>
            <a:grpSpLocks/>
          </p:cNvGrpSpPr>
          <p:nvPr userDrawn="1"/>
        </p:nvGrpSpPr>
        <p:grpSpPr bwMode="auto">
          <a:xfrm>
            <a:off x="6613525" y="3433763"/>
            <a:ext cx="258763" cy="258762"/>
            <a:chOff x="8470946" y="4206098"/>
            <a:chExt cx="259071" cy="259071"/>
          </a:xfrm>
        </p:grpSpPr>
        <p:sp>
          <p:nvSpPr>
            <p:cNvPr id="42" name="椭圆 41"/>
            <p:cNvSpPr/>
            <p:nvPr/>
          </p:nvSpPr>
          <p:spPr bwMode="auto">
            <a:xfrm>
              <a:off x="8470946" y="4206098"/>
              <a:ext cx="259071" cy="259071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23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itchFamily="34" charset="0"/>
                <a:buNone/>
                <a:defRPr/>
              </a:pPr>
              <a:endParaRPr lang="zh-CN" altLang="en-US">
                <a:latin typeface="+mn-ea"/>
                <a:ea typeface="+mn-ea"/>
                <a:cs typeface="+mn-cs"/>
              </a:endParaRPr>
            </a:p>
          </p:txBody>
        </p:sp>
        <p:pic>
          <p:nvPicPr>
            <p:cNvPr id="1052" name="Picture 10"/>
            <p:cNvPicPr>
              <a:picLocks noChangeAspect="1" noChangeArrowheads="1"/>
            </p:cNvPicPr>
            <p:nvPr/>
          </p:nvPicPr>
          <p:blipFill>
            <a:blip r:embed="rId19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31343" y="4263316"/>
              <a:ext cx="144635" cy="1446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</p:grpSp>
      <p:grpSp>
        <p:nvGrpSpPr>
          <p:cNvPr id="1048" name="组合 44"/>
          <p:cNvGrpSpPr>
            <a:grpSpLocks/>
          </p:cNvGrpSpPr>
          <p:nvPr userDrawn="1"/>
        </p:nvGrpSpPr>
        <p:grpSpPr bwMode="auto">
          <a:xfrm>
            <a:off x="7308850" y="912813"/>
            <a:ext cx="322263" cy="322262"/>
            <a:chOff x="7308304" y="912172"/>
            <a:chExt cx="323068" cy="323068"/>
          </a:xfrm>
        </p:grpSpPr>
        <p:sp>
          <p:nvSpPr>
            <p:cNvPr id="45" name="椭圆 44"/>
            <p:cNvSpPr/>
            <p:nvPr/>
          </p:nvSpPr>
          <p:spPr bwMode="auto">
            <a:xfrm>
              <a:off x="7308304" y="912172"/>
              <a:ext cx="323068" cy="323068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31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itchFamily="34" charset="0"/>
                <a:buNone/>
                <a:defRPr/>
              </a:pPr>
              <a:endParaRPr lang="zh-CN" altLang="en-US">
                <a:latin typeface="+mn-ea"/>
                <a:ea typeface="+mn-ea"/>
                <a:cs typeface="+mn-cs"/>
              </a:endParaRPr>
            </a:p>
          </p:txBody>
        </p:sp>
        <p:pic>
          <p:nvPicPr>
            <p:cNvPr id="1050" name="Picture 11"/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68780" y="990154"/>
              <a:ext cx="202117" cy="1671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黑体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黑体" pitchFamily="49" charset="-122"/>
          <a:cs typeface="黑体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黑体" pitchFamily="49" charset="-122"/>
          <a:cs typeface="黑体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黑体" pitchFamily="49" charset="-122"/>
          <a:cs typeface="黑体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黑体" pitchFamily="49" charset="-122"/>
          <a:cs typeface="黑体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黑体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黑体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黑体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黑体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黑体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组合 18"/>
          <p:cNvGrpSpPr>
            <a:grpSpLocks/>
          </p:cNvGrpSpPr>
          <p:nvPr userDrawn="1"/>
        </p:nvGrpSpPr>
        <p:grpSpPr bwMode="auto">
          <a:xfrm>
            <a:off x="493713" y="219075"/>
            <a:ext cx="92075" cy="314325"/>
            <a:chOff x="457200" y="427038"/>
            <a:chExt cx="127000" cy="431800"/>
          </a:xfrm>
        </p:grpSpPr>
        <p:sp>
          <p:nvSpPr>
            <p:cNvPr id="8" name="圆角矩形 1"/>
            <p:cNvSpPr>
              <a:spLocks noChangeArrowheads="1"/>
            </p:cNvSpPr>
            <p:nvPr/>
          </p:nvSpPr>
          <p:spPr bwMode="auto">
            <a:xfrm>
              <a:off x="457200" y="427038"/>
              <a:ext cx="127000" cy="126487"/>
            </a:xfrm>
            <a:prstGeom prst="roundRect">
              <a:avLst>
                <a:gd name="adj" fmla="val 16667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Segoe UI" pitchFamily="34" charset="0"/>
                  <a:ea typeface="微软雅黑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Segoe UI" pitchFamily="34" charset="0"/>
                  <a:ea typeface="微软雅黑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Segoe UI" pitchFamily="34" charset="0"/>
                  <a:ea typeface="微软雅黑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Segoe UI" pitchFamily="34" charset="0"/>
                  <a:ea typeface="微软雅黑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Segoe UI" pitchFamily="34" charset="0"/>
                  <a:ea typeface="微软雅黑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>
                  <a:solidFill>
                    <a:schemeClr val="tx1"/>
                  </a:solidFill>
                  <a:latin typeface="Segoe UI" pitchFamily="34" charset="0"/>
                  <a:ea typeface="微软雅黑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>
                  <a:solidFill>
                    <a:schemeClr val="tx1"/>
                  </a:solidFill>
                  <a:latin typeface="Segoe UI" pitchFamily="34" charset="0"/>
                  <a:ea typeface="微软雅黑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>
                  <a:solidFill>
                    <a:schemeClr val="tx1"/>
                  </a:solidFill>
                  <a:latin typeface="Segoe UI" pitchFamily="34" charset="0"/>
                  <a:ea typeface="微软雅黑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>
                  <a:solidFill>
                    <a:schemeClr val="tx1"/>
                  </a:solidFill>
                  <a:latin typeface="Segoe UI" pitchFamily="34" charset="0"/>
                  <a:ea typeface="微软雅黑" pitchFamily="34" charset="-122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cs typeface="+mn-cs"/>
              </a:endParaRPr>
            </a:p>
          </p:txBody>
        </p:sp>
        <p:sp>
          <p:nvSpPr>
            <p:cNvPr id="9" name="圆角矩形 23"/>
            <p:cNvSpPr>
              <a:spLocks noChangeArrowheads="1"/>
            </p:cNvSpPr>
            <p:nvPr/>
          </p:nvSpPr>
          <p:spPr bwMode="auto">
            <a:xfrm>
              <a:off x="457200" y="579695"/>
              <a:ext cx="127000" cy="126487"/>
            </a:xfrm>
            <a:prstGeom prst="roundRect">
              <a:avLst>
                <a:gd name="adj" fmla="val 16667"/>
              </a:avLst>
            </a:prstGeom>
            <a:solidFill>
              <a:srgbClr val="C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9pPr>
            </a:lstStyle>
            <a:p>
              <a:pPr eaLnBrk="1" hangingPunct="1">
                <a:defRPr/>
              </a:pPr>
              <a:endParaRPr lang="zh-CN" altLang="en-US">
                <a:latin typeface="Segoe UI" pitchFamily="34" charset="0"/>
                <a:ea typeface="微软雅黑" pitchFamily="34" charset="-122"/>
                <a:cs typeface="+mn-cs"/>
              </a:endParaRPr>
            </a:p>
          </p:txBody>
        </p:sp>
        <p:sp>
          <p:nvSpPr>
            <p:cNvPr id="10" name="圆角矩形 24"/>
            <p:cNvSpPr>
              <a:spLocks noChangeArrowheads="1"/>
            </p:cNvSpPr>
            <p:nvPr/>
          </p:nvSpPr>
          <p:spPr bwMode="auto">
            <a:xfrm>
              <a:off x="457200" y="732351"/>
              <a:ext cx="127000" cy="126487"/>
            </a:xfrm>
            <a:prstGeom prst="roundRect">
              <a:avLst>
                <a:gd name="adj" fmla="val 16667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Segoe UI" pitchFamily="34" charset="0"/>
                  <a:ea typeface="微软雅黑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Segoe UI" pitchFamily="34" charset="0"/>
                  <a:ea typeface="微软雅黑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Segoe UI" pitchFamily="34" charset="0"/>
                  <a:ea typeface="微软雅黑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Segoe UI" pitchFamily="34" charset="0"/>
                  <a:ea typeface="微软雅黑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Segoe UI" pitchFamily="34" charset="0"/>
                  <a:ea typeface="微软雅黑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>
                  <a:solidFill>
                    <a:schemeClr val="tx1"/>
                  </a:solidFill>
                  <a:latin typeface="Segoe UI" pitchFamily="34" charset="0"/>
                  <a:ea typeface="微软雅黑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>
                  <a:solidFill>
                    <a:schemeClr val="tx1"/>
                  </a:solidFill>
                  <a:latin typeface="Segoe UI" pitchFamily="34" charset="0"/>
                  <a:ea typeface="微软雅黑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>
                  <a:solidFill>
                    <a:schemeClr val="tx1"/>
                  </a:solidFill>
                  <a:latin typeface="Segoe UI" pitchFamily="34" charset="0"/>
                  <a:ea typeface="微软雅黑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>
                  <a:solidFill>
                    <a:schemeClr val="tx1"/>
                  </a:solidFill>
                  <a:latin typeface="Segoe UI" pitchFamily="34" charset="0"/>
                  <a:ea typeface="微软雅黑" pitchFamily="34" charset="-122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cs typeface="+mn-cs"/>
              </a:endParaRPr>
            </a:p>
          </p:txBody>
        </p:sp>
      </p:grpSp>
      <p:sp>
        <p:nvSpPr>
          <p:cNvPr id="11" name="矩形 10"/>
          <p:cNvSpPr/>
          <p:nvPr userDrawn="1"/>
        </p:nvSpPr>
        <p:spPr bwMode="auto">
          <a:xfrm>
            <a:off x="8167688" y="5049838"/>
            <a:ext cx="976312" cy="9366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>
              <a:latin typeface="Segoe UI" pitchFamily="34" charset="0"/>
              <a:ea typeface="微软雅黑" pitchFamily="34" charset="-122"/>
              <a:cs typeface="+mn-cs"/>
            </a:endParaRPr>
          </a:p>
        </p:txBody>
      </p:sp>
      <p:sp>
        <p:nvSpPr>
          <p:cNvPr id="2052" name="圆角矩形 3"/>
          <p:cNvSpPr>
            <a:spLocks/>
          </p:cNvSpPr>
          <p:nvPr userDrawn="1"/>
        </p:nvSpPr>
        <p:spPr bwMode="auto">
          <a:xfrm>
            <a:off x="7375525" y="-19050"/>
            <a:ext cx="1281113" cy="627063"/>
          </a:xfrm>
          <a:custGeom>
            <a:avLst/>
            <a:gdLst>
              <a:gd name="T0" fmla="*/ 89880426 w 1180531"/>
              <a:gd name="T1" fmla="*/ 0 h 577560"/>
              <a:gd name="T2" fmla="*/ 89880426 w 1180531"/>
              <a:gd name="T3" fmla="*/ 36089051 h 577560"/>
              <a:gd name="T4" fmla="*/ 81085461 w 1180531"/>
              <a:gd name="T5" fmla="*/ 45111777 h 577560"/>
              <a:gd name="T6" fmla="*/ 8794875 w 1180531"/>
              <a:gd name="T7" fmla="*/ 45111777 h 577560"/>
              <a:gd name="T8" fmla="*/ 0 w 1180531"/>
              <a:gd name="T9" fmla="*/ 36089051 h 577560"/>
              <a:gd name="T10" fmla="*/ 0 w 1180531"/>
              <a:gd name="T11" fmla="*/ 0 h 5775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180531" h="577560">
                <a:moveTo>
                  <a:pt x="1180531" y="0"/>
                </a:moveTo>
                <a:lnTo>
                  <a:pt x="1180531" y="462045"/>
                </a:lnTo>
                <a:cubicBezTo>
                  <a:pt x="1180531" y="525842"/>
                  <a:pt x="1128813" y="577560"/>
                  <a:pt x="1065016" y="577560"/>
                </a:cubicBezTo>
                <a:lnTo>
                  <a:pt x="115515" y="577560"/>
                </a:lnTo>
                <a:cubicBezTo>
                  <a:pt x="51718" y="577560"/>
                  <a:pt x="0" y="525842"/>
                  <a:pt x="0" y="462045"/>
                </a:cubicBezTo>
                <a:lnTo>
                  <a:pt x="0" y="0"/>
                </a:lnTo>
              </a:path>
            </a:pathLst>
          </a:custGeom>
          <a:solidFill>
            <a:srgbClr val="C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053" name="图片 1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0" y="50800"/>
            <a:ext cx="1265238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0" y="5049838"/>
            <a:ext cx="8113713" cy="9366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buFont typeface="Arial" charset="0"/>
              <a:buNone/>
              <a:defRPr/>
            </a:pPr>
            <a:endParaRPr lang="zh-CN" altLang="en-US">
              <a:latin typeface="Segoe UI" pitchFamily="34" charset="0"/>
              <a:ea typeface="微软雅黑" pitchFamily="34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黑体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黑体" pitchFamily="49" charset="-122"/>
          <a:ea typeface="黑体" pitchFamily="49" charset="-122"/>
          <a:cs typeface="黑体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黑体" pitchFamily="49" charset="-122"/>
          <a:ea typeface="黑体" pitchFamily="49" charset="-122"/>
          <a:cs typeface="黑体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黑体" pitchFamily="49" charset="-122"/>
          <a:ea typeface="黑体" pitchFamily="49" charset="-122"/>
          <a:cs typeface="黑体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黑体" pitchFamily="49" charset="-122"/>
          <a:ea typeface="黑体" pitchFamily="49" charset="-122"/>
          <a:cs typeface="黑体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黑体" pitchFamily="49" charset="-122"/>
          <a:ea typeface="黑体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黑体" pitchFamily="49" charset="-122"/>
          <a:ea typeface="黑体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黑体" pitchFamily="49" charset="-122"/>
          <a:ea typeface="黑体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黑体" pitchFamily="49" charset="-122"/>
          <a:ea typeface="黑体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黑体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黑体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14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黑体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黑体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黑体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8167688" y="5049838"/>
            <a:ext cx="976312" cy="9366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>
              <a:latin typeface="Segoe UI" pitchFamily="34" charset="0"/>
              <a:ea typeface="微软雅黑" pitchFamily="34" charset="-122"/>
              <a:cs typeface="+mn-cs"/>
            </a:endParaRPr>
          </a:p>
        </p:txBody>
      </p:sp>
      <p:sp>
        <p:nvSpPr>
          <p:cNvPr id="3075" name="圆角矩形 3"/>
          <p:cNvSpPr>
            <a:spLocks/>
          </p:cNvSpPr>
          <p:nvPr userDrawn="1"/>
        </p:nvSpPr>
        <p:spPr bwMode="auto">
          <a:xfrm>
            <a:off x="7375525" y="-19050"/>
            <a:ext cx="1281113" cy="627063"/>
          </a:xfrm>
          <a:custGeom>
            <a:avLst/>
            <a:gdLst>
              <a:gd name="T0" fmla="*/ 89880426 w 1180531"/>
              <a:gd name="T1" fmla="*/ 0 h 577560"/>
              <a:gd name="T2" fmla="*/ 89880426 w 1180531"/>
              <a:gd name="T3" fmla="*/ 36089051 h 577560"/>
              <a:gd name="T4" fmla="*/ 81085461 w 1180531"/>
              <a:gd name="T5" fmla="*/ 45111777 h 577560"/>
              <a:gd name="T6" fmla="*/ 8794875 w 1180531"/>
              <a:gd name="T7" fmla="*/ 45111777 h 577560"/>
              <a:gd name="T8" fmla="*/ 0 w 1180531"/>
              <a:gd name="T9" fmla="*/ 36089051 h 577560"/>
              <a:gd name="T10" fmla="*/ 0 w 1180531"/>
              <a:gd name="T11" fmla="*/ 0 h 5775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180531" h="577560">
                <a:moveTo>
                  <a:pt x="1180531" y="0"/>
                </a:moveTo>
                <a:lnTo>
                  <a:pt x="1180531" y="462045"/>
                </a:lnTo>
                <a:cubicBezTo>
                  <a:pt x="1180531" y="525842"/>
                  <a:pt x="1128813" y="577560"/>
                  <a:pt x="1065016" y="577560"/>
                </a:cubicBezTo>
                <a:lnTo>
                  <a:pt x="115515" y="577560"/>
                </a:lnTo>
                <a:cubicBezTo>
                  <a:pt x="51718" y="577560"/>
                  <a:pt x="0" y="525842"/>
                  <a:pt x="0" y="462045"/>
                </a:cubicBezTo>
                <a:lnTo>
                  <a:pt x="0" y="0"/>
                </a:lnTo>
              </a:path>
            </a:pathLst>
          </a:custGeom>
          <a:solidFill>
            <a:srgbClr val="C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6" name="图片 1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0" y="50800"/>
            <a:ext cx="1265238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0" y="5049838"/>
            <a:ext cx="8113713" cy="9366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buFont typeface="Arial" charset="0"/>
              <a:buNone/>
              <a:defRPr/>
            </a:pPr>
            <a:endParaRPr lang="zh-CN" altLang="en-US">
              <a:latin typeface="Segoe UI" pitchFamily="34" charset="0"/>
              <a:ea typeface="微软雅黑" pitchFamily="34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黑体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黑体" pitchFamily="49" charset="-122"/>
          <a:ea typeface="黑体" pitchFamily="49" charset="-122"/>
          <a:cs typeface="黑体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黑体" pitchFamily="49" charset="-122"/>
          <a:ea typeface="黑体" pitchFamily="49" charset="-122"/>
          <a:cs typeface="黑体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黑体" pitchFamily="49" charset="-122"/>
          <a:ea typeface="黑体" pitchFamily="49" charset="-122"/>
          <a:cs typeface="黑体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黑体" pitchFamily="49" charset="-122"/>
          <a:ea typeface="黑体" pitchFamily="49" charset="-122"/>
          <a:cs typeface="黑体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黑体" pitchFamily="49" charset="-122"/>
          <a:ea typeface="黑体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黑体" pitchFamily="49" charset="-122"/>
          <a:ea typeface="黑体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黑体" pitchFamily="49" charset="-122"/>
          <a:ea typeface="黑体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黑体" pitchFamily="49" charset="-122"/>
          <a:ea typeface="黑体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黑体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黑体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14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黑体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黑体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黑体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组合 9"/>
          <p:cNvGrpSpPr>
            <a:grpSpLocks/>
          </p:cNvGrpSpPr>
          <p:nvPr userDrawn="1"/>
        </p:nvGrpSpPr>
        <p:grpSpPr bwMode="auto">
          <a:xfrm>
            <a:off x="1944688" y="1817688"/>
            <a:ext cx="5148262" cy="787400"/>
            <a:chOff x="1944836" y="1767215"/>
            <a:chExt cx="5147444" cy="787423"/>
          </a:xfrm>
        </p:grpSpPr>
        <p:pic>
          <p:nvPicPr>
            <p:cNvPr id="4099" name="图片 5"/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01020" y="1767215"/>
              <a:ext cx="1907084" cy="7874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9" name="直接连接符 8"/>
            <p:cNvCxnSpPr/>
            <p:nvPr/>
          </p:nvCxnSpPr>
          <p:spPr>
            <a:xfrm>
              <a:off x="1944836" y="2211728"/>
              <a:ext cx="1655499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>
              <a:off x="5436781" y="2211728"/>
              <a:ext cx="1655499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黑体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黑体" pitchFamily="49" charset="-122"/>
          <a:cs typeface="黑体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黑体" pitchFamily="49" charset="-122"/>
          <a:cs typeface="黑体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黑体" pitchFamily="49" charset="-122"/>
          <a:cs typeface="黑体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黑体" pitchFamily="49" charset="-122"/>
          <a:cs typeface="黑体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黑体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黑体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黑体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黑体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黑体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4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4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4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4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extBox 3"/>
          <p:cNvSpPr txBox="1">
            <a:spLocks noChangeArrowheads="1"/>
          </p:cNvSpPr>
          <p:nvPr/>
        </p:nvSpPr>
        <p:spPr bwMode="auto">
          <a:xfrm>
            <a:off x="3995778" y="2211279"/>
            <a:ext cx="110799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 algn="ctr" eaLnBrk="1" hangingPunct="1"/>
            <a:r>
              <a:rPr lang="zh-CN" altLang="en-US" sz="3600" b="1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进程</a:t>
            </a:r>
          </a:p>
        </p:txBody>
      </p:sp>
    </p:spTree>
    <p:extLst>
      <p:ext uri="{BB962C8B-B14F-4D97-AF65-F5344CB8AC3E}">
        <p14:creationId xmlns:p14="http://schemas.microsoft.com/office/powerpoint/2010/main" val="11101432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MH_Others_1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958975" y="1917700"/>
            <a:ext cx="644525" cy="264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68580" tIns="34290" rIns="68580" bIns="34290"/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 eaLnBrk="1" hangingPunct="1">
              <a:buFont typeface="Arial" charset="0"/>
              <a:buNone/>
            </a:pPr>
            <a:r>
              <a:rPr lang="en-US" altLang="zh-CN" sz="360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Contents</a:t>
            </a:r>
          </a:p>
        </p:txBody>
      </p:sp>
      <p:sp>
        <p:nvSpPr>
          <p:cNvPr id="7" name="MH_Others_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698625" y="915988"/>
            <a:ext cx="936625" cy="93503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0">
            <a:solidFill>
              <a:srgbClr val="FFFFFF">
                <a:alpha val="49000"/>
              </a:srgbClr>
            </a:solidFill>
          </a:ln>
        </p:spPr>
        <p:txBody>
          <a:bodyPr lIns="68580" tIns="34290" rIns="68580" bIns="135000"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ts val="7000"/>
              </a:lnSpc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zh-CN" altLang="en-US" sz="4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</a:t>
            </a:r>
          </a:p>
        </p:txBody>
      </p:sp>
      <p:sp>
        <p:nvSpPr>
          <p:cNvPr id="8" name="MH_Others_3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331640" y="1759696"/>
            <a:ext cx="734366" cy="734366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zh-CN" altLang="en-US" sz="4400" b="1" dirty="0">
                <a:ln w="3175">
                  <a:solidFill>
                    <a:srgbClr val="FFFFFF"/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录</a:t>
            </a:r>
          </a:p>
        </p:txBody>
      </p:sp>
      <p:sp>
        <p:nvSpPr>
          <p:cNvPr id="8196" name="TextBox 9"/>
          <p:cNvSpPr txBox="1">
            <a:spLocks noChangeArrowheads="1"/>
          </p:cNvSpPr>
          <p:nvPr/>
        </p:nvSpPr>
        <p:spPr bwMode="auto">
          <a:xfrm>
            <a:off x="3419872" y="1383506"/>
            <a:ext cx="4319588" cy="2181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1450" indent="-1714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200000"/>
              </a:lnSpc>
              <a:buFont typeface="Wingdings" charset="2"/>
              <a:buChar char="u"/>
            </a:pPr>
            <a:r>
              <a:rPr lang="zh-CN" altLang="en-US" sz="1400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 多任务的介绍</a:t>
            </a:r>
            <a:endParaRPr lang="en-US" altLang="zh-CN" sz="1400" dirty="0">
              <a:solidFill>
                <a:srgbClr val="FF0000"/>
              </a:solidFill>
              <a:latin typeface="微软雅黑" charset="-122"/>
              <a:ea typeface="微软雅黑" charset="-122"/>
            </a:endParaRPr>
          </a:p>
          <a:p>
            <a:pPr>
              <a:lnSpc>
                <a:spcPct val="200000"/>
              </a:lnSpc>
              <a:buFont typeface="Wingdings" charset="2"/>
              <a:buChar char="u"/>
            </a:pPr>
            <a:r>
              <a:rPr lang="zh-CN" altLang="en-US" sz="1400" dirty="0">
                <a:latin typeface="微软雅黑" charset="-122"/>
                <a:ea typeface="微软雅黑" charset="-122"/>
              </a:rPr>
              <a:t> 进程的介绍</a:t>
            </a:r>
            <a:endParaRPr lang="en-US" altLang="zh-CN" sz="1400" dirty="0">
              <a:latin typeface="微软雅黑" charset="-122"/>
              <a:ea typeface="微软雅黑" charset="-122"/>
            </a:endParaRPr>
          </a:p>
          <a:p>
            <a:pPr>
              <a:lnSpc>
                <a:spcPct val="200000"/>
              </a:lnSpc>
              <a:buClr>
                <a:srgbClr val="262626"/>
              </a:buClr>
              <a:buFont typeface="Wingdings" charset="2"/>
              <a:buChar char="u"/>
            </a:pPr>
            <a:r>
              <a:rPr lang="zh-CN" altLang="en-US" sz="1400" dirty="0">
                <a:solidFill>
                  <a:srgbClr val="000000"/>
                </a:solidFill>
                <a:latin typeface="微软雅黑" charset="-122"/>
                <a:ea typeface="微软雅黑" charset="-122"/>
              </a:rPr>
              <a:t> 多进程完成多任务</a:t>
            </a:r>
            <a:endParaRPr lang="en-US" altLang="zh-CN" sz="1400" dirty="0">
              <a:solidFill>
                <a:srgbClr val="000000"/>
              </a:solidFill>
              <a:latin typeface="微软雅黑" charset="-122"/>
              <a:ea typeface="微软雅黑" charset="-122"/>
            </a:endParaRPr>
          </a:p>
          <a:p>
            <a:pPr>
              <a:lnSpc>
                <a:spcPct val="200000"/>
              </a:lnSpc>
              <a:buClr>
                <a:srgbClr val="262626"/>
              </a:buClr>
              <a:buFont typeface="Wingdings" charset="2"/>
              <a:buChar char="u"/>
            </a:pPr>
            <a:r>
              <a:rPr lang="zh-CN" altLang="en-US" sz="1400" dirty="0">
                <a:solidFill>
                  <a:srgbClr val="000000"/>
                </a:solidFill>
                <a:latin typeface="微软雅黑" charset="-122"/>
                <a:ea typeface="微软雅黑" charset="-122"/>
              </a:rPr>
              <a:t> 获取进程编号</a:t>
            </a:r>
            <a:endParaRPr lang="en-US" altLang="zh-TW" sz="1400" dirty="0">
              <a:solidFill>
                <a:srgbClr val="000000"/>
              </a:solidFill>
              <a:latin typeface="微软雅黑" charset="-122"/>
              <a:ea typeface="微软雅黑" charset="-122"/>
            </a:endParaRPr>
          </a:p>
          <a:p>
            <a:pPr>
              <a:lnSpc>
                <a:spcPct val="200000"/>
              </a:lnSpc>
              <a:buClr>
                <a:srgbClr val="262626"/>
              </a:buClr>
              <a:buFont typeface="Wingdings" charset="2"/>
              <a:buChar char="u"/>
            </a:pPr>
            <a:r>
              <a:rPr lang="zh-CN" altLang="en-US" sz="140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 进程的注意点</a:t>
            </a:r>
            <a:endParaRPr lang="en-US" altLang="zh-CN" sz="1400" dirty="0">
              <a:solidFill>
                <a:srgbClr val="262626"/>
              </a:solidFill>
              <a:latin typeface="微软雅黑" charset="-122"/>
              <a:ea typeface="微软雅黑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39190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占位符 1"/>
          <p:cNvSpPr txBox="1">
            <a:spLocks noChangeArrowheads="1"/>
          </p:cNvSpPr>
          <p:nvPr/>
        </p:nvSpPr>
        <p:spPr bwMode="auto">
          <a:xfrm>
            <a:off x="628650" y="-19050"/>
            <a:ext cx="3943350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</a:pPr>
            <a:r>
              <a:rPr lang="zh-CN" altLang="en-US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多任务</a:t>
            </a:r>
            <a:endParaRPr lang="zh-TW" altLang="zh-CN" sz="2400" b="1" dirty="0">
              <a:solidFill>
                <a:srgbClr val="595959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586439B1-8694-6840-BF38-645C20F12E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327" y="811513"/>
            <a:ext cx="3514725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1.1</a:t>
            </a:r>
            <a:r>
              <a:rPr lang="zh-CN" altLang="en-US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 电脑中的多任务</a:t>
            </a:r>
          </a:p>
        </p:txBody>
      </p:sp>
      <p:sp>
        <p:nvSpPr>
          <p:cNvPr id="14" name="TextBox 15">
            <a:extLst>
              <a:ext uri="{FF2B5EF4-FFF2-40B4-BE49-F238E27FC236}">
                <a16:creationId xmlns:a16="http://schemas.microsoft.com/office/drawing/2014/main" id="{A152CD13-E957-9F44-9183-2BB24CE9CA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8867" y="1291359"/>
            <a:ext cx="3135098" cy="5484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68288" indent="-268288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 marL="0" indent="0">
              <a:lnSpc>
                <a:spcPct val="150000"/>
              </a:lnSpc>
            </a:pPr>
            <a:r>
              <a:rPr lang="zh-CN" altLang="en-US" sz="1050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思考一下</a:t>
            </a:r>
            <a:endParaRPr lang="en-US" altLang="zh-CN" sz="1050" dirty="0">
              <a:solidFill>
                <a:srgbClr val="FF0000"/>
              </a:solidFill>
              <a:latin typeface="微软雅黑" charset="-122"/>
              <a:ea typeface="微软雅黑" charset="-122"/>
            </a:endParaRPr>
          </a:p>
          <a:p>
            <a:pPr marL="0" indent="0">
              <a:lnSpc>
                <a:spcPct val="150000"/>
              </a:lnSpc>
            </a:pPr>
            <a:r>
              <a:rPr lang="zh-CN" altLang="en-US" sz="1050" dirty="0">
                <a:latin typeface="微软雅黑" charset="-122"/>
                <a:ea typeface="微软雅黑" charset="-122"/>
              </a:rPr>
              <a:t>为什么在下载的时候要多个任务同时下载</a:t>
            </a:r>
            <a:r>
              <a:rPr lang="en-US" altLang="zh-CN" sz="1050" dirty="0">
                <a:latin typeface="微软雅黑" charset="-122"/>
                <a:ea typeface="微软雅黑" charset="-122"/>
              </a:rPr>
              <a:t>?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165A26D-BFF7-C845-ACDD-E2E008604FE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327" y="1291359"/>
            <a:ext cx="5403392" cy="2768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158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占位符 1"/>
          <p:cNvSpPr txBox="1">
            <a:spLocks noChangeArrowheads="1"/>
          </p:cNvSpPr>
          <p:nvPr/>
        </p:nvSpPr>
        <p:spPr bwMode="auto">
          <a:xfrm>
            <a:off x="628650" y="-19050"/>
            <a:ext cx="3943350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</a:pPr>
            <a:r>
              <a:rPr lang="zh-CN" altLang="en-US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提问</a:t>
            </a:r>
            <a:endParaRPr lang="zh-TW" altLang="zh-CN" sz="2400" b="1" dirty="0">
              <a:solidFill>
                <a:srgbClr val="595959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2" name="TextBox 10"/>
          <p:cNvSpPr txBox="1"/>
          <p:nvPr/>
        </p:nvSpPr>
        <p:spPr>
          <a:xfrm>
            <a:off x="2179331" y="2307779"/>
            <a:ext cx="51126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r>
              <a:rPr lang="zh-CN" altLang="en-US" sz="1600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那么利用现学知识能够让多个任务同时执行吗</a:t>
            </a:r>
            <a:r>
              <a:rPr lang="en-US" altLang="zh-CN" sz="1600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?</a:t>
            </a:r>
            <a:endParaRPr lang="zh-CN" altLang="en-US" sz="1600" b="1" dirty="0">
              <a:solidFill>
                <a:srgbClr val="40404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3" name="TextBox 15"/>
          <p:cNvSpPr txBox="1">
            <a:spLocks noChangeArrowheads="1"/>
          </p:cNvSpPr>
          <p:nvPr/>
        </p:nvSpPr>
        <p:spPr bwMode="auto">
          <a:xfrm>
            <a:off x="2179331" y="2752353"/>
            <a:ext cx="4753173" cy="1061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68288" indent="-268288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 marL="0" indent="0">
              <a:lnSpc>
                <a:spcPct val="150000"/>
              </a:lnSpc>
            </a:pP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不能，因为之前所写的程序都是</a:t>
            </a:r>
            <a:r>
              <a:rPr lang="zh-CN" altLang="en-US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单任务的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，也就是说一个函数或者方法执行完成</a:t>
            </a:r>
            <a:r>
              <a:rPr lang="en-US" altLang="zh-CN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 , 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另外一个函数或者方法才能执行 </a:t>
            </a:r>
            <a:r>
              <a:rPr lang="en-US" altLang="zh-CN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.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 要想实现多个任务同时执行就需要使用</a:t>
            </a:r>
            <a:r>
              <a:rPr lang="zh-CN" altLang="en-US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多任务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。</a:t>
            </a:r>
            <a:endParaRPr lang="en-US" altLang="zh-CN" sz="1050" dirty="0">
              <a:solidFill>
                <a:srgbClr val="262626"/>
              </a:solidFill>
              <a:latin typeface="微软雅黑" charset="-122"/>
              <a:ea typeface="微软雅黑" charset="-122"/>
            </a:endParaRPr>
          </a:p>
          <a:p>
            <a:pPr marL="0" indent="0">
              <a:lnSpc>
                <a:spcPct val="150000"/>
              </a:lnSpc>
            </a:pP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多任务的最大好处是充分</a:t>
            </a:r>
            <a:r>
              <a:rPr lang="zh-CN" altLang="en-US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利用</a:t>
            </a:r>
            <a:r>
              <a:rPr lang="en-US" altLang="zh-CN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CPU</a:t>
            </a:r>
            <a:r>
              <a:rPr lang="zh-CN" altLang="en-US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资源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，</a:t>
            </a:r>
            <a:r>
              <a:rPr lang="zh-CN" altLang="en-US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提高程序的执行效率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。</a:t>
            </a:r>
            <a:endParaRPr lang="en-US" altLang="zh-CN" sz="1050" dirty="0">
              <a:solidFill>
                <a:srgbClr val="262626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6" name="TextBox 10">
            <a:extLst>
              <a:ext uri="{FF2B5EF4-FFF2-40B4-BE49-F238E27FC236}">
                <a16:creationId xmlns:a16="http://schemas.microsoft.com/office/drawing/2014/main" id="{DBA18D99-25FC-294A-988E-4A627AEC3AEC}"/>
              </a:ext>
            </a:extLst>
          </p:cNvPr>
          <p:cNvSpPr txBox="1"/>
          <p:nvPr/>
        </p:nvSpPr>
        <p:spPr>
          <a:xfrm>
            <a:off x="2179331" y="1059940"/>
            <a:ext cx="5112642" cy="74635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r>
              <a:rPr lang="zh-CN" altLang="en-US" sz="1600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多任务的优势</a:t>
            </a:r>
            <a:endParaRPr lang="en-US" altLang="zh-CN" sz="1600" b="1" dirty="0">
              <a:solidFill>
                <a:srgbClr val="404040"/>
              </a:solidFill>
              <a:latin typeface="微软雅黑" charset="-122"/>
              <a:ea typeface="微软雅黑" charset="-122"/>
            </a:endParaRPr>
          </a:p>
          <a:p>
            <a:endParaRPr lang="en-US" altLang="zh-CN" sz="1600" b="1" dirty="0">
              <a:solidFill>
                <a:srgbClr val="404040"/>
              </a:solidFill>
              <a:latin typeface="微软雅黑" charset="-122"/>
              <a:ea typeface="微软雅黑" charset="-122"/>
            </a:endParaRPr>
          </a:p>
          <a:p>
            <a:r>
              <a:rPr lang="zh-CN" altLang="en-US" sz="1050" dirty="0">
                <a:latin typeface="微软雅黑" charset="-122"/>
                <a:ea typeface="微软雅黑" charset="-122"/>
              </a:rPr>
              <a:t>多个任务同时执行可以大大提高程序执行效率</a:t>
            </a:r>
          </a:p>
        </p:txBody>
      </p:sp>
    </p:spTree>
    <p:extLst>
      <p:ext uri="{BB962C8B-B14F-4D97-AF65-F5344CB8AC3E}">
        <p14:creationId xmlns:p14="http://schemas.microsoft.com/office/powerpoint/2010/main" val="280615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标题占位符 1"/>
          <p:cNvSpPr txBox="1">
            <a:spLocks noChangeArrowheads="1"/>
          </p:cNvSpPr>
          <p:nvPr/>
        </p:nvSpPr>
        <p:spPr bwMode="auto">
          <a:xfrm>
            <a:off x="628650" y="-19050"/>
            <a:ext cx="5383213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CN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1. </a:t>
            </a:r>
            <a:r>
              <a:rPr lang="zh-CN" altLang="en-US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多任务的介绍</a:t>
            </a:r>
            <a:endParaRPr lang="zh-TW" altLang="zh-CN" sz="2400" b="1" dirty="0">
              <a:solidFill>
                <a:srgbClr val="595959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6" name="TextBox 15"/>
          <p:cNvSpPr txBox="1">
            <a:spLocks noChangeArrowheads="1"/>
          </p:cNvSpPr>
          <p:nvPr/>
        </p:nvSpPr>
        <p:spPr bwMode="auto">
          <a:xfrm>
            <a:off x="841375" y="1609645"/>
            <a:ext cx="7560840" cy="5485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68288" indent="-268288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 marL="0" indent="0">
              <a:lnSpc>
                <a:spcPct val="150000"/>
              </a:lnSpc>
            </a:pP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多任务是指在</a:t>
            </a:r>
            <a:r>
              <a:rPr lang="zh-CN" altLang="en-US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同一时间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内执行</a:t>
            </a:r>
            <a:r>
              <a:rPr lang="zh-CN" altLang="en-US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多个任务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。</a:t>
            </a:r>
            <a:endParaRPr lang="en-US" altLang="zh-CN" sz="1050" dirty="0">
              <a:solidFill>
                <a:srgbClr val="262626"/>
              </a:solidFill>
              <a:latin typeface="微软雅黑" charset="-122"/>
              <a:ea typeface="微软雅黑" charset="-122"/>
            </a:endParaRPr>
          </a:p>
          <a:p>
            <a:pPr marL="0" indent="0">
              <a:lnSpc>
                <a:spcPct val="150000"/>
              </a:lnSpc>
            </a:pP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例如</a:t>
            </a:r>
            <a:r>
              <a:rPr lang="en-US" altLang="zh-CN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: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 现在电脑安装的操作系统都是多任务操作系统，可以同时运行着多个软件。</a:t>
            </a:r>
            <a:endParaRPr lang="en-US" altLang="zh-CN" sz="1050" dirty="0">
              <a:solidFill>
                <a:srgbClr val="262626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0" name="TextBox 6"/>
          <p:cNvSpPr txBox="1">
            <a:spLocks noChangeArrowheads="1"/>
          </p:cNvSpPr>
          <p:nvPr/>
        </p:nvSpPr>
        <p:spPr bwMode="auto">
          <a:xfrm>
            <a:off x="841375" y="1004701"/>
            <a:ext cx="3514725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1.1</a:t>
            </a:r>
            <a:r>
              <a:rPr lang="zh-CN" altLang="en-US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 多任务的概念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B8E3AFE-8D6A-274F-A062-4E940E90773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2158193"/>
            <a:ext cx="4104456" cy="2675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875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标题占位符 1"/>
          <p:cNvSpPr txBox="1">
            <a:spLocks noChangeArrowheads="1"/>
          </p:cNvSpPr>
          <p:nvPr/>
        </p:nvSpPr>
        <p:spPr bwMode="auto">
          <a:xfrm>
            <a:off x="628650" y="-19050"/>
            <a:ext cx="5383213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CN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1. </a:t>
            </a:r>
            <a:r>
              <a:rPr lang="zh-CN" altLang="en-US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多任务的介绍</a:t>
            </a:r>
            <a:endParaRPr lang="zh-TW" altLang="zh-CN" sz="2400" b="1" dirty="0">
              <a:solidFill>
                <a:srgbClr val="595959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6" name="TextBox 15"/>
          <p:cNvSpPr txBox="1">
            <a:spLocks noChangeArrowheads="1"/>
          </p:cNvSpPr>
          <p:nvPr/>
        </p:nvSpPr>
        <p:spPr bwMode="auto">
          <a:xfrm>
            <a:off x="827584" y="1949011"/>
            <a:ext cx="6913264" cy="3347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68288" indent="-268288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 marL="171450" indent="-171450">
              <a:lnSpc>
                <a:spcPct val="150000"/>
              </a:lnSpc>
              <a:buFont typeface="Wingdings" charset="2"/>
              <a:buChar char="l"/>
            </a:pP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并发</a:t>
            </a:r>
            <a:endParaRPr lang="en-US" altLang="zh-CN" sz="1050" dirty="0">
              <a:solidFill>
                <a:srgbClr val="262626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0" name="TextBox 6"/>
          <p:cNvSpPr txBox="1">
            <a:spLocks noChangeArrowheads="1"/>
          </p:cNvSpPr>
          <p:nvPr/>
        </p:nvSpPr>
        <p:spPr bwMode="auto">
          <a:xfrm>
            <a:off x="841375" y="1131888"/>
            <a:ext cx="3514725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1.2</a:t>
            </a:r>
            <a:r>
              <a:rPr lang="zh-CN" altLang="en-US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 多任务的两种表现形式</a:t>
            </a:r>
          </a:p>
        </p:txBody>
      </p:sp>
      <p:sp>
        <p:nvSpPr>
          <p:cNvPr id="5" name="TextBox 15"/>
          <p:cNvSpPr txBox="1">
            <a:spLocks noChangeArrowheads="1"/>
          </p:cNvSpPr>
          <p:nvPr/>
        </p:nvSpPr>
        <p:spPr bwMode="auto">
          <a:xfrm>
            <a:off x="827584" y="2302520"/>
            <a:ext cx="6913264" cy="3347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68288" indent="-268288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 marL="171450" indent="-171450">
              <a:lnSpc>
                <a:spcPct val="150000"/>
              </a:lnSpc>
              <a:buFont typeface="Wingdings" charset="2"/>
              <a:buChar char="l"/>
            </a:pP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并行</a:t>
            </a:r>
            <a:endParaRPr lang="en-US" altLang="zh-CN" sz="1050" dirty="0">
              <a:solidFill>
                <a:srgbClr val="262626"/>
              </a:solidFill>
              <a:latin typeface="微软雅黑" charset="-122"/>
              <a:ea typeface="微软雅黑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60037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标题占位符 1"/>
          <p:cNvSpPr txBox="1">
            <a:spLocks noChangeArrowheads="1"/>
          </p:cNvSpPr>
          <p:nvPr/>
        </p:nvSpPr>
        <p:spPr bwMode="auto">
          <a:xfrm>
            <a:off x="628650" y="-19050"/>
            <a:ext cx="5383213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CN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1. </a:t>
            </a:r>
            <a:r>
              <a:rPr lang="zh-CN" altLang="en-US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多任务的介绍</a:t>
            </a:r>
            <a:endParaRPr lang="zh-TW" altLang="zh-CN" sz="2400" b="1" dirty="0">
              <a:solidFill>
                <a:srgbClr val="595959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0" name="TextBox 6"/>
          <p:cNvSpPr txBox="1">
            <a:spLocks noChangeArrowheads="1"/>
          </p:cNvSpPr>
          <p:nvPr/>
        </p:nvSpPr>
        <p:spPr bwMode="auto">
          <a:xfrm>
            <a:off x="841375" y="1131888"/>
            <a:ext cx="3514725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1.3</a:t>
            </a:r>
            <a:r>
              <a:rPr lang="zh-CN" altLang="en-US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 并发</a:t>
            </a:r>
          </a:p>
        </p:txBody>
      </p:sp>
      <p:sp>
        <p:nvSpPr>
          <p:cNvPr id="5" name="TextBox 15"/>
          <p:cNvSpPr txBox="1">
            <a:spLocks noChangeArrowheads="1"/>
          </p:cNvSpPr>
          <p:nvPr/>
        </p:nvSpPr>
        <p:spPr bwMode="auto">
          <a:xfrm>
            <a:off x="826822" y="1694561"/>
            <a:ext cx="6913264" cy="306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68288" indent="-268288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 marL="0" indent="0">
              <a:lnSpc>
                <a:spcPct val="150000"/>
              </a:lnSpc>
            </a:pP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在一段时间内</a:t>
            </a:r>
            <a:r>
              <a:rPr lang="zh-CN" altLang="en-US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交替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去执行多个任务。</a:t>
            </a:r>
            <a:endParaRPr lang="en-US" altLang="zh-CN" sz="1050" dirty="0">
              <a:solidFill>
                <a:srgbClr val="262626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841375" y="2054531"/>
            <a:ext cx="607859" cy="346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10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例子：</a:t>
            </a:r>
            <a:endParaRPr lang="zh-CN" altLang="zh-CN" sz="1100" b="1" dirty="0">
              <a:solidFill>
                <a:srgbClr val="FF000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8" name="TextBox 15"/>
          <p:cNvSpPr txBox="1">
            <a:spLocks noChangeArrowheads="1"/>
          </p:cNvSpPr>
          <p:nvPr/>
        </p:nvSpPr>
        <p:spPr bwMode="auto">
          <a:xfrm>
            <a:off x="826822" y="2342511"/>
            <a:ext cx="7056908" cy="7908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68288" indent="-268288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 marL="0" indent="0">
              <a:lnSpc>
                <a:spcPct val="150000"/>
              </a:lnSpc>
            </a:pP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对于单核</a:t>
            </a:r>
            <a:r>
              <a:rPr lang="en-US" altLang="zh-CN" sz="1050" dirty="0" err="1">
                <a:solidFill>
                  <a:srgbClr val="262626"/>
                </a:solidFill>
                <a:latin typeface="微软雅黑" charset="-122"/>
                <a:ea typeface="微软雅黑" charset="-122"/>
              </a:rPr>
              <a:t>cpu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处理多任务</a:t>
            </a:r>
            <a:r>
              <a:rPr lang="en-US" altLang="zh-CN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,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操作系统轮流让各个</a:t>
            </a:r>
            <a:r>
              <a:rPr lang="zh-CN" altLang="en-US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任务交替执行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，假如</a:t>
            </a:r>
            <a:r>
              <a:rPr lang="en-US" altLang="zh-CN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: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软件</a:t>
            </a:r>
            <a:r>
              <a:rPr lang="en-US" altLang="zh-CN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1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执行</a:t>
            </a:r>
            <a:r>
              <a:rPr lang="en-US" altLang="zh-CN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0.01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秒，切换到软件</a:t>
            </a:r>
            <a:r>
              <a:rPr lang="en-US" altLang="zh-CN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2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，软件</a:t>
            </a:r>
            <a:r>
              <a:rPr lang="en-US" altLang="zh-CN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2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执行</a:t>
            </a:r>
            <a:r>
              <a:rPr lang="en-US" altLang="zh-CN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0.01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秒，再切换到软件</a:t>
            </a:r>
            <a:r>
              <a:rPr lang="en-US" altLang="zh-CN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3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，执行</a:t>
            </a:r>
            <a:r>
              <a:rPr lang="en-US" altLang="zh-CN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0.01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秒</a:t>
            </a:r>
            <a:r>
              <a:rPr lang="en-US" altLang="zh-CN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……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这样反复执行下去 </a:t>
            </a:r>
            <a:r>
              <a:rPr lang="en-US" altLang="zh-CN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,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 实际上每个软件都是交替执行的 </a:t>
            </a:r>
            <a:r>
              <a:rPr lang="en-US" altLang="zh-CN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.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 但是，由于</a:t>
            </a:r>
            <a:r>
              <a:rPr lang="en-US" altLang="zh-CN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CPU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的执行速度实在是太快了，表面上我们感觉就像这些软件都在同时执行一样 </a:t>
            </a:r>
            <a:r>
              <a:rPr lang="en-US" altLang="zh-CN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.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 这里需要注意单核</a:t>
            </a:r>
            <a:r>
              <a:rPr lang="en-US" altLang="zh-CN" sz="1050" dirty="0" err="1">
                <a:solidFill>
                  <a:srgbClr val="262626"/>
                </a:solidFill>
                <a:latin typeface="微软雅黑" charset="-122"/>
                <a:ea typeface="微软雅黑" charset="-122"/>
              </a:rPr>
              <a:t>cpu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是并发的执行多任务的。</a:t>
            </a:r>
            <a:endParaRPr lang="en-US" altLang="zh-CN" sz="1050" dirty="0">
              <a:solidFill>
                <a:srgbClr val="262626"/>
              </a:solidFill>
              <a:latin typeface="微软雅黑" charset="-122"/>
              <a:ea typeface="微软雅黑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411094C-F0B7-F044-88D1-8A0B65C92D6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3768" y="3133369"/>
            <a:ext cx="3130054" cy="1851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878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标题占位符 1"/>
          <p:cNvSpPr txBox="1">
            <a:spLocks noChangeArrowheads="1"/>
          </p:cNvSpPr>
          <p:nvPr/>
        </p:nvSpPr>
        <p:spPr bwMode="auto">
          <a:xfrm>
            <a:off x="628650" y="-19050"/>
            <a:ext cx="5383213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CN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1. </a:t>
            </a:r>
            <a:r>
              <a:rPr lang="zh-CN" altLang="en-US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多任务的介绍</a:t>
            </a:r>
            <a:endParaRPr lang="zh-TW" altLang="zh-CN" sz="2400" b="1" dirty="0">
              <a:solidFill>
                <a:srgbClr val="595959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0" name="TextBox 6"/>
          <p:cNvSpPr txBox="1">
            <a:spLocks noChangeArrowheads="1"/>
          </p:cNvSpPr>
          <p:nvPr/>
        </p:nvSpPr>
        <p:spPr bwMode="auto">
          <a:xfrm>
            <a:off x="841375" y="1131888"/>
            <a:ext cx="3514725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1.4</a:t>
            </a:r>
            <a:r>
              <a:rPr lang="zh-CN" altLang="en-US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 并行 </a:t>
            </a:r>
          </a:p>
        </p:txBody>
      </p:sp>
      <p:sp>
        <p:nvSpPr>
          <p:cNvPr id="9" name="TextBox 15">
            <a:extLst>
              <a:ext uri="{FF2B5EF4-FFF2-40B4-BE49-F238E27FC236}">
                <a16:creationId xmlns:a16="http://schemas.microsoft.com/office/drawing/2014/main" id="{17ABA16B-4589-F14F-83DC-5B160E2535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584" y="1681503"/>
            <a:ext cx="6913264" cy="306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68288" indent="-268288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 marL="0" indent="0">
              <a:lnSpc>
                <a:spcPct val="150000"/>
              </a:lnSpc>
            </a:pP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在一段时间内</a:t>
            </a:r>
            <a:r>
              <a:rPr lang="zh-CN" altLang="en-US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真正的同时一起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执行多个任务。</a:t>
            </a:r>
            <a:endParaRPr lang="en-US" altLang="zh-CN" sz="1050" dirty="0">
              <a:solidFill>
                <a:srgbClr val="262626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CDC005E-6CF7-2842-9E4D-58539D1E19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6476" y="2016210"/>
            <a:ext cx="607859" cy="346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10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例子：</a:t>
            </a:r>
            <a:endParaRPr lang="zh-CN" altLang="zh-CN" sz="1100" b="1" dirty="0">
              <a:solidFill>
                <a:srgbClr val="FF000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2" name="TextBox 15">
            <a:extLst>
              <a:ext uri="{FF2B5EF4-FFF2-40B4-BE49-F238E27FC236}">
                <a16:creationId xmlns:a16="http://schemas.microsoft.com/office/drawing/2014/main" id="{39E4A984-E2AF-DC45-9E0B-03170447CB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584" y="2350917"/>
            <a:ext cx="7056908" cy="5484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68288" indent="-268288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 marL="0" indent="0">
              <a:lnSpc>
                <a:spcPct val="150000"/>
              </a:lnSpc>
            </a:pP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对于多核</a:t>
            </a:r>
            <a:r>
              <a:rPr lang="en-US" altLang="zh-CN" sz="1050" dirty="0" err="1">
                <a:solidFill>
                  <a:srgbClr val="262626"/>
                </a:solidFill>
                <a:latin typeface="微软雅黑" charset="-122"/>
                <a:ea typeface="微软雅黑" charset="-122"/>
              </a:rPr>
              <a:t>cpu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处理多任务，操作系统会给</a:t>
            </a:r>
            <a:r>
              <a:rPr lang="en-US" altLang="zh-CN" sz="1050" dirty="0" err="1">
                <a:solidFill>
                  <a:srgbClr val="262626"/>
                </a:solidFill>
                <a:latin typeface="微软雅黑" charset="-122"/>
                <a:ea typeface="微软雅黑" charset="-122"/>
              </a:rPr>
              <a:t>cpu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的每个内核安排一个执行的任务，多个内核是真正的</a:t>
            </a:r>
            <a:r>
              <a:rPr lang="zh-CN" altLang="en-US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一起同时执行多个任务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。这里需要注意多核</a:t>
            </a:r>
            <a:r>
              <a:rPr lang="en-US" altLang="zh-CN" sz="1050" dirty="0" err="1">
                <a:solidFill>
                  <a:srgbClr val="262626"/>
                </a:solidFill>
                <a:latin typeface="微软雅黑" charset="-122"/>
                <a:ea typeface="微软雅黑" charset="-122"/>
              </a:rPr>
              <a:t>cpu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是并行的执行多任务，始终有多个任务一起执行。</a:t>
            </a:r>
            <a:endParaRPr lang="en-US" altLang="zh-CN" sz="1050" dirty="0">
              <a:solidFill>
                <a:srgbClr val="262626"/>
              </a:solidFill>
              <a:latin typeface="微软雅黑" charset="-122"/>
              <a:ea typeface="微软雅黑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1630704-22B6-FA49-9482-422D491CF11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0725" y="2878540"/>
            <a:ext cx="2910626" cy="2061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248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标题占位符 1"/>
          <p:cNvSpPr txBox="1">
            <a:spLocks noChangeArrowheads="1"/>
          </p:cNvSpPr>
          <p:nvPr/>
        </p:nvSpPr>
        <p:spPr bwMode="auto">
          <a:xfrm>
            <a:off x="628650" y="-19050"/>
            <a:ext cx="5383213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CN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1. </a:t>
            </a:r>
            <a:r>
              <a:rPr lang="zh-CN" altLang="en-US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多任务的介绍</a:t>
            </a:r>
            <a:endParaRPr lang="zh-TW" altLang="zh-CN" sz="2400" b="1" dirty="0">
              <a:solidFill>
                <a:srgbClr val="595959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0" name="TextBox 6"/>
          <p:cNvSpPr txBox="1">
            <a:spLocks noChangeArrowheads="1"/>
          </p:cNvSpPr>
          <p:nvPr/>
        </p:nvSpPr>
        <p:spPr bwMode="auto">
          <a:xfrm>
            <a:off x="841375" y="1131888"/>
            <a:ext cx="5746849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1.5</a:t>
            </a:r>
            <a:r>
              <a:rPr lang="zh-CN" altLang="en-US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 知识要点</a:t>
            </a:r>
          </a:p>
        </p:txBody>
      </p:sp>
      <p:sp>
        <p:nvSpPr>
          <p:cNvPr id="11" name="TextBox 15"/>
          <p:cNvSpPr txBox="1">
            <a:spLocks noChangeArrowheads="1"/>
          </p:cNvSpPr>
          <p:nvPr/>
        </p:nvSpPr>
        <p:spPr bwMode="auto">
          <a:xfrm>
            <a:off x="841375" y="1983438"/>
            <a:ext cx="6250781" cy="306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68288" indent="-268288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 marL="0" indent="0">
              <a:lnSpc>
                <a:spcPct val="150000"/>
              </a:lnSpc>
            </a:pPr>
            <a:r>
              <a:rPr lang="en-US" altLang="zh-CN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1.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 使用多任务能充分利用</a:t>
            </a:r>
            <a:r>
              <a:rPr lang="en-US" altLang="zh-CN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CPU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资源，提高程序的执行效率，让你的程序具备处理多个任务的能力。</a:t>
            </a:r>
            <a:endParaRPr lang="en-US" altLang="zh-CN" sz="1050" dirty="0">
              <a:solidFill>
                <a:srgbClr val="262626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7" name="TextBox 15"/>
          <p:cNvSpPr txBox="1">
            <a:spLocks noChangeArrowheads="1"/>
          </p:cNvSpPr>
          <p:nvPr/>
        </p:nvSpPr>
        <p:spPr bwMode="auto">
          <a:xfrm>
            <a:off x="841375" y="2464106"/>
            <a:ext cx="6250781" cy="7908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68288" indent="-268288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 marL="0" indent="0">
              <a:lnSpc>
                <a:spcPct val="150000"/>
              </a:lnSpc>
            </a:pPr>
            <a:r>
              <a:rPr lang="en-US" altLang="zh-CN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2.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 多任务执行方式有两种方式：</a:t>
            </a:r>
            <a:endParaRPr lang="en-US" altLang="zh-CN" sz="1050" dirty="0">
              <a:solidFill>
                <a:srgbClr val="262626"/>
              </a:solidFill>
              <a:latin typeface="微软雅黑" charset="-122"/>
              <a:ea typeface="微软雅黑" charset="-122"/>
            </a:endParaRPr>
          </a:p>
          <a:p>
            <a:pPr marL="0" indent="0">
              <a:lnSpc>
                <a:spcPct val="150000"/>
              </a:lnSpc>
            </a:pPr>
            <a:r>
              <a:rPr lang="en-US" altLang="zh-CN" sz="1050" b="1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	</a:t>
            </a:r>
            <a:r>
              <a:rPr lang="zh-CN" altLang="en-US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并发</a:t>
            </a:r>
            <a:r>
              <a:rPr lang="en-US" altLang="zh-CN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: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在一段时间内</a:t>
            </a:r>
            <a:r>
              <a:rPr lang="zh-CN" altLang="en-US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交替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去执行多个任务。</a:t>
            </a:r>
            <a:endParaRPr lang="en-US" altLang="zh-CN" sz="1050" dirty="0">
              <a:solidFill>
                <a:srgbClr val="262626"/>
              </a:solidFill>
              <a:latin typeface="微软雅黑" charset="-122"/>
              <a:ea typeface="微软雅黑" charset="-122"/>
            </a:endParaRPr>
          </a:p>
          <a:p>
            <a:pPr marL="0" indent="0">
              <a:lnSpc>
                <a:spcPct val="150000"/>
              </a:lnSpc>
            </a:pPr>
            <a:r>
              <a:rPr lang="en-US" altLang="zh-CN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	</a:t>
            </a:r>
            <a:r>
              <a:rPr lang="zh-CN" altLang="en-US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并行</a:t>
            </a:r>
            <a:r>
              <a:rPr lang="en-US" altLang="zh-CN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: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在一段时间内</a:t>
            </a:r>
            <a:r>
              <a:rPr lang="zh-CN" altLang="en-US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真正的同时一起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执行多个任务</a:t>
            </a:r>
            <a:endParaRPr lang="en-US" altLang="zh-CN" sz="1050" b="1" dirty="0">
              <a:solidFill>
                <a:srgbClr val="FF0000"/>
              </a:solidFill>
              <a:latin typeface="微软雅黑" charset="-122"/>
              <a:ea typeface="微软雅黑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5354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MH_Others_1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958975" y="1917700"/>
            <a:ext cx="644525" cy="264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68580" tIns="34290" rIns="68580" bIns="34290"/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 eaLnBrk="1" hangingPunct="1">
              <a:buFont typeface="Arial" charset="0"/>
              <a:buNone/>
            </a:pPr>
            <a:r>
              <a:rPr lang="en-US" altLang="zh-CN" sz="360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Contents</a:t>
            </a:r>
          </a:p>
        </p:txBody>
      </p:sp>
      <p:sp>
        <p:nvSpPr>
          <p:cNvPr id="7" name="MH_Others_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698625" y="915988"/>
            <a:ext cx="936625" cy="93503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0">
            <a:solidFill>
              <a:srgbClr val="FFFFFF">
                <a:alpha val="49000"/>
              </a:srgbClr>
            </a:solidFill>
          </a:ln>
        </p:spPr>
        <p:txBody>
          <a:bodyPr lIns="68580" tIns="34290" rIns="68580" bIns="135000"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ts val="7000"/>
              </a:lnSpc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zh-CN" altLang="en-US" sz="4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</a:t>
            </a:r>
          </a:p>
        </p:txBody>
      </p:sp>
      <p:sp>
        <p:nvSpPr>
          <p:cNvPr id="8" name="MH_Others_3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331640" y="1759696"/>
            <a:ext cx="734366" cy="734366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zh-CN" altLang="en-US" sz="4400" b="1" dirty="0">
                <a:ln w="3175">
                  <a:solidFill>
                    <a:srgbClr val="FFFFFF"/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录</a:t>
            </a:r>
          </a:p>
        </p:txBody>
      </p:sp>
      <p:sp>
        <p:nvSpPr>
          <p:cNvPr id="8196" name="TextBox 9"/>
          <p:cNvSpPr txBox="1">
            <a:spLocks noChangeArrowheads="1"/>
          </p:cNvSpPr>
          <p:nvPr/>
        </p:nvSpPr>
        <p:spPr bwMode="auto">
          <a:xfrm>
            <a:off x="3470479" y="1403186"/>
            <a:ext cx="4319588" cy="2181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1450" indent="-1714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200000"/>
              </a:lnSpc>
              <a:buFont typeface="Wingdings" charset="2"/>
              <a:buChar char="u"/>
            </a:pPr>
            <a:r>
              <a:rPr lang="zh-CN" altLang="en-US" sz="1400" dirty="0">
                <a:latin typeface="微软雅黑" charset="-122"/>
                <a:ea typeface="微软雅黑" charset="-122"/>
              </a:rPr>
              <a:t> 多任务的介绍</a:t>
            </a:r>
            <a:endParaRPr lang="en-US" altLang="zh-CN" sz="1400" dirty="0">
              <a:latin typeface="微软雅黑" charset="-122"/>
              <a:ea typeface="微软雅黑" charset="-122"/>
            </a:endParaRPr>
          </a:p>
          <a:p>
            <a:pPr>
              <a:lnSpc>
                <a:spcPct val="200000"/>
              </a:lnSpc>
              <a:buFont typeface="Wingdings" charset="2"/>
              <a:buChar char="u"/>
            </a:pPr>
            <a:r>
              <a:rPr lang="zh-CN" altLang="en-US" sz="1400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 进程的介绍</a:t>
            </a:r>
            <a:endParaRPr lang="en-US" altLang="zh-CN" sz="1400" dirty="0">
              <a:solidFill>
                <a:srgbClr val="FF0000"/>
              </a:solidFill>
              <a:latin typeface="微软雅黑" charset="-122"/>
              <a:ea typeface="微软雅黑" charset="-122"/>
            </a:endParaRPr>
          </a:p>
          <a:p>
            <a:pPr>
              <a:lnSpc>
                <a:spcPct val="200000"/>
              </a:lnSpc>
              <a:buClr>
                <a:srgbClr val="262626"/>
              </a:buClr>
              <a:buFont typeface="Wingdings" charset="2"/>
              <a:buChar char="u"/>
            </a:pPr>
            <a:r>
              <a:rPr lang="zh-CN" altLang="en-US" sz="1400" dirty="0">
                <a:solidFill>
                  <a:srgbClr val="000000"/>
                </a:solidFill>
                <a:latin typeface="微软雅黑" charset="-122"/>
                <a:ea typeface="微软雅黑" charset="-122"/>
              </a:rPr>
              <a:t> 多进程完成多任务</a:t>
            </a:r>
            <a:endParaRPr lang="en-US" altLang="zh-CN" sz="1400" dirty="0">
              <a:solidFill>
                <a:srgbClr val="000000"/>
              </a:solidFill>
              <a:latin typeface="微软雅黑" charset="-122"/>
              <a:ea typeface="微软雅黑" charset="-122"/>
            </a:endParaRPr>
          </a:p>
          <a:p>
            <a:pPr>
              <a:lnSpc>
                <a:spcPct val="200000"/>
              </a:lnSpc>
              <a:buClr>
                <a:srgbClr val="262626"/>
              </a:buClr>
              <a:buFont typeface="Wingdings" charset="2"/>
              <a:buChar char="u"/>
            </a:pPr>
            <a:r>
              <a:rPr lang="zh-CN" altLang="en-US" sz="1400" dirty="0">
                <a:solidFill>
                  <a:srgbClr val="000000"/>
                </a:solidFill>
                <a:latin typeface="微软雅黑" charset="-122"/>
                <a:ea typeface="微软雅黑" charset="-122"/>
              </a:rPr>
              <a:t> 获取进程编号</a:t>
            </a:r>
            <a:endParaRPr lang="en-US" altLang="zh-TW" sz="1400" dirty="0">
              <a:solidFill>
                <a:srgbClr val="000000"/>
              </a:solidFill>
              <a:latin typeface="微软雅黑" charset="-122"/>
              <a:ea typeface="微软雅黑" charset="-122"/>
            </a:endParaRPr>
          </a:p>
          <a:p>
            <a:pPr>
              <a:lnSpc>
                <a:spcPct val="200000"/>
              </a:lnSpc>
              <a:buClr>
                <a:srgbClr val="262626"/>
              </a:buClr>
              <a:buFont typeface="Wingdings" charset="2"/>
              <a:buChar char="u"/>
            </a:pPr>
            <a:r>
              <a:rPr lang="zh-CN" altLang="en-US" sz="140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 进程的注意点</a:t>
            </a:r>
            <a:endParaRPr lang="en-US" altLang="zh-CN" sz="1400" dirty="0">
              <a:solidFill>
                <a:srgbClr val="262626"/>
              </a:solidFill>
              <a:latin typeface="微软雅黑" charset="-122"/>
              <a:ea typeface="微软雅黑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56560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C7E91C8-CE50-254E-BEFF-6BD22C8DDE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650" y="-19050"/>
            <a:ext cx="5383213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CN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2. </a:t>
            </a:r>
            <a:r>
              <a:rPr lang="zh-CN" altLang="en-US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进程的介绍</a:t>
            </a:r>
            <a:endParaRPr lang="zh-TW" altLang="zh-CN" sz="2400" b="1" dirty="0">
              <a:solidFill>
                <a:srgbClr val="595959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3" name="TextBox 6">
            <a:extLst>
              <a:ext uri="{FF2B5EF4-FFF2-40B4-BE49-F238E27FC236}">
                <a16:creationId xmlns:a16="http://schemas.microsoft.com/office/drawing/2014/main" id="{A99D3075-856B-0747-816F-97979A6D8E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1375" y="1131888"/>
            <a:ext cx="4450705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2.1</a:t>
            </a:r>
            <a:r>
              <a:rPr lang="zh-CN" altLang="en-US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 程序中实现多任务的方式 </a:t>
            </a:r>
          </a:p>
        </p:txBody>
      </p:sp>
      <p:sp>
        <p:nvSpPr>
          <p:cNvPr id="4" name="TextBox 15">
            <a:extLst>
              <a:ext uri="{FF2B5EF4-FFF2-40B4-BE49-F238E27FC236}">
                <a16:creationId xmlns:a16="http://schemas.microsoft.com/office/drawing/2014/main" id="{BC3DB5BB-052D-9642-B4C5-784B0126E8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1375" y="1981032"/>
            <a:ext cx="6826969" cy="306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68288" indent="-268288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 marL="0" indent="0">
              <a:lnSpc>
                <a:spcPct val="150000"/>
              </a:lnSpc>
            </a:pP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在</a:t>
            </a:r>
            <a:r>
              <a:rPr lang="en-US" altLang="zh-CN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Python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中，想要实现多任务可以使用</a:t>
            </a:r>
            <a:r>
              <a:rPr lang="zh-CN" altLang="en-US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多进程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来完成。</a:t>
            </a:r>
            <a:endParaRPr lang="en-US" altLang="zh-CN" sz="1050" dirty="0">
              <a:solidFill>
                <a:srgbClr val="262626"/>
              </a:solidFill>
              <a:latin typeface="微软雅黑" charset="-122"/>
              <a:ea typeface="微软雅黑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45699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标题占位符 1"/>
          <p:cNvSpPr txBox="1">
            <a:spLocks noChangeArrowheads="1"/>
          </p:cNvSpPr>
          <p:nvPr/>
        </p:nvSpPr>
        <p:spPr bwMode="auto">
          <a:xfrm>
            <a:off x="628650" y="-19050"/>
            <a:ext cx="5383213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CN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2. </a:t>
            </a:r>
            <a:r>
              <a:rPr lang="zh-CN" altLang="en-US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进程的介绍</a:t>
            </a:r>
            <a:endParaRPr lang="zh-TW" altLang="zh-CN" sz="2400" b="1" dirty="0">
              <a:solidFill>
                <a:srgbClr val="595959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841375" y="987323"/>
            <a:ext cx="3514725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2.2</a:t>
            </a:r>
            <a:r>
              <a:rPr lang="zh-CN" altLang="en-US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 进程的概念</a:t>
            </a:r>
          </a:p>
        </p:txBody>
      </p:sp>
      <p:sp>
        <p:nvSpPr>
          <p:cNvPr id="6" name="TextBox 15"/>
          <p:cNvSpPr txBox="1">
            <a:spLocks noChangeArrowheads="1"/>
          </p:cNvSpPr>
          <p:nvPr/>
        </p:nvSpPr>
        <p:spPr bwMode="auto">
          <a:xfrm>
            <a:off x="841375" y="1446231"/>
            <a:ext cx="7547049" cy="5484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68288" indent="-268288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 marL="0" indent="0">
              <a:lnSpc>
                <a:spcPct val="150000"/>
              </a:lnSpc>
            </a:pP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进程（</a:t>
            </a:r>
            <a:r>
              <a:rPr lang="en" altLang="zh-CN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Process</a:t>
            </a:r>
            <a:r>
              <a:rPr lang="zh-CN" altLang="en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）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是</a:t>
            </a:r>
            <a:r>
              <a:rPr lang="zh-CN" altLang="en-US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资源分配的最小单位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，</a:t>
            </a:r>
            <a:r>
              <a:rPr lang="zh-CN" altLang="en-US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它是操作系统进行资源分配和调度运行的基本单位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，通俗理解：一个正在运行的程序就是一个进程 </a:t>
            </a:r>
            <a:r>
              <a:rPr lang="en-US" altLang="zh-CN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.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 例如</a:t>
            </a:r>
            <a:r>
              <a:rPr lang="en-US" altLang="zh-CN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: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正在运行的</a:t>
            </a:r>
            <a:r>
              <a:rPr lang="en-US" altLang="zh-CN" sz="1050" dirty="0" err="1">
                <a:solidFill>
                  <a:srgbClr val="262626"/>
                </a:solidFill>
                <a:latin typeface="微软雅黑" charset="-122"/>
                <a:ea typeface="微软雅黑" charset="-122"/>
              </a:rPr>
              <a:t>qq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 </a:t>
            </a:r>
            <a:r>
              <a:rPr lang="en-US" altLang="zh-CN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,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 微信等 他们都是一个进程 </a:t>
            </a:r>
            <a:r>
              <a:rPr lang="en-US" altLang="zh-CN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.</a:t>
            </a:r>
          </a:p>
        </p:txBody>
      </p:sp>
      <p:sp>
        <p:nvSpPr>
          <p:cNvPr id="15" name="TextBox 15"/>
          <p:cNvSpPr txBox="1">
            <a:spLocks noChangeArrowheads="1"/>
          </p:cNvSpPr>
          <p:nvPr/>
        </p:nvSpPr>
        <p:spPr bwMode="auto">
          <a:xfrm>
            <a:off x="1259632" y="4439733"/>
            <a:ext cx="7619057" cy="306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68288" indent="-268288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 marL="0" indent="0">
              <a:lnSpc>
                <a:spcPct val="150000"/>
              </a:lnSpc>
            </a:pP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 </a:t>
            </a:r>
            <a:r>
              <a:rPr lang="zh-CN" altLang="en-US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一个程序运行后至少有一个进程 </a:t>
            </a:r>
            <a:r>
              <a:rPr lang="en-US" altLang="zh-CN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.</a:t>
            </a:r>
            <a:endParaRPr lang="en-US" altLang="zh-CN" sz="1050" dirty="0">
              <a:solidFill>
                <a:srgbClr val="262626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6" name="TextBox 7"/>
          <p:cNvSpPr txBox="1">
            <a:spLocks noChangeArrowheads="1"/>
          </p:cNvSpPr>
          <p:nvPr/>
        </p:nvSpPr>
        <p:spPr bwMode="auto">
          <a:xfrm>
            <a:off x="881237" y="4131956"/>
            <a:ext cx="157162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1450" indent="-1714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 eaLnBrk="1" hangingPunct="1">
              <a:buFont typeface="Wingdings" charset="2"/>
              <a:buNone/>
            </a:pPr>
            <a:r>
              <a:rPr lang="zh-CN" altLang="en-US" sz="140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注意</a:t>
            </a:r>
            <a:r>
              <a:rPr lang="en-US" altLang="zh-CN" sz="140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: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BB6B2EC-8F07-614C-94CD-3931813290D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454" y="1994714"/>
            <a:ext cx="5203720" cy="2137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766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6" grpId="0"/>
      <p:bldP spid="15" grpId="0"/>
      <p:bldP spid="1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C7E91C8-CE50-254E-BEFF-6BD22C8DDE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650" y="-19050"/>
            <a:ext cx="5383213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CN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2. </a:t>
            </a:r>
            <a:r>
              <a:rPr lang="zh-CN" altLang="en-US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进程的介绍</a:t>
            </a:r>
            <a:endParaRPr lang="zh-TW" altLang="zh-CN" sz="2400" b="1" dirty="0">
              <a:solidFill>
                <a:srgbClr val="595959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3" name="TextBox 6">
            <a:extLst>
              <a:ext uri="{FF2B5EF4-FFF2-40B4-BE49-F238E27FC236}">
                <a16:creationId xmlns:a16="http://schemas.microsoft.com/office/drawing/2014/main" id="{A99D3075-856B-0747-816F-97979A6D8E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1375" y="1131888"/>
            <a:ext cx="4450705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2.3</a:t>
            </a:r>
            <a:r>
              <a:rPr lang="zh-CN" altLang="en-US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 多进程的作用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8F2E357-4BF4-C648-B4DD-DA81C5171C8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375" y="1595613"/>
            <a:ext cx="3528392" cy="226101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31A77ED8-981E-2B41-8886-90980EA3443C}"/>
              </a:ext>
            </a:extLst>
          </p:cNvPr>
          <p:cNvSpPr txBox="1"/>
          <p:nvPr/>
        </p:nvSpPr>
        <p:spPr>
          <a:xfrm>
            <a:off x="4572000" y="1932109"/>
            <a:ext cx="464101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105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思考</a:t>
            </a:r>
            <a:r>
              <a:rPr kumimoji="1" lang="en-US" altLang="zh-CN" sz="105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: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         图中是一个非常简单的程序 </a:t>
            </a:r>
            <a:r>
              <a:rPr lang="en-US" altLang="zh-CN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,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 一旦运行</a:t>
            </a:r>
            <a:r>
              <a:rPr lang="en-US" altLang="zh-CN" sz="1050" dirty="0" err="1">
                <a:solidFill>
                  <a:srgbClr val="262626"/>
                </a:solidFill>
                <a:latin typeface="微软雅黑" charset="-122"/>
                <a:ea typeface="微软雅黑" charset="-122"/>
              </a:rPr>
              <a:t>hello.py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这个程序 </a:t>
            </a:r>
            <a:r>
              <a:rPr lang="en-US" altLang="zh-CN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,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 按照代码的</a:t>
            </a:r>
            <a:endParaRPr lang="en-US" altLang="zh-CN" sz="1050" dirty="0">
              <a:solidFill>
                <a:srgbClr val="262626"/>
              </a:solidFill>
              <a:latin typeface="微软雅黑" charset="-122"/>
              <a:ea typeface="微软雅黑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执行顺序 </a:t>
            </a:r>
            <a:r>
              <a:rPr lang="en-US" altLang="zh-CN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,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 </a:t>
            </a:r>
            <a:r>
              <a:rPr lang="en-US" altLang="zh-CN" sz="1050" dirty="0" err="1">
                <a:solidFill>
                  <a:srgbClr val="262626"/>
                </a:solidFill>
                <a:latin typeface="微软雅黑" charset="-122"/>
                <a:ea typeface="微软雅黑" charset="-122"/>
              </a:rPr>
              <a:t>func_a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函数执行完毕后才能执行</a:t>
            </a:r>
            <a:r>
              <a:rPr lang="en-US" altLang="zh-CN" sz="1050" dirty="0" err="1">
                <a:solidFill>
                  <a:srgbClr val="262626"/>
                </a:solidFill>
                <a:latin typeface="微软雅黑" charset="-122"/>
                <a:ea typeface="微软雅黑" charset="-122"/>
              </a:rPr>
              <a:t>func_b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函数 </a:t>
            </a:r>
            <a:r>
              <a:rPr lang="en-US" altLang="zh-CN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.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 如果可以让</a:t>
            </a:r>
            <a:r>
              <a:rPr lang="en-US" altLang="zh-CN" sz="1050" dirty="0" err="1">
                <a:solidFill>
                  <a:srgbClr val="262626"/>
                </a:solidFill>
                <a:latin typeface="微软雅黑" charset="-122"/>
                <a:ea typeface="微软雅黑" charset="-122"/>
              </a:rPr>
              <a:t>func_a</a:t>
            </a:r>
            <a:endParaRPr lang="en-US" altLang="zh-CN" sz="1050" dirty="0">
              <a:solidFill>
                <a:srgbClr val="262626"/>
              </a:solidFill>
              <a:latin typeface="微软雅黑" charset="-122"/>
              <a:ea typeface="微软雅黑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和</a:t>
            </a:r>
            <a:r>
              <a:rPr lang="en-US" altLang="zh-CN" sz="1050" dirty="0" err="1">
                <a:solidFill>
                  <a:srgbClr val="262626"/>
                </a:solidFill>
                <a:latin typeface="微软雅黑" charset="-122"/>
                <a:ea typeface="微软雅黑" charset="-122"/>
              </a:rPr>
              <a:t>func_b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同时运行 </a:t>
            </a:r>
            <a:r>
              <a:rPr lang="en-US" altLang="zh-CN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,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 显然执行</a:t>
            </a:r>
            <a:r>
              <a:rPr lang="en-US" altLang="zh-CN" sz="1050" dirty="0" err="1">
                <a:solidFill>
                  <a:srgbClr val="262626"/>
                </a:solidFill>
                <a:latin typeface="微软雅黑" charset="-122"/>
                <a:ea typeface="微软雅黑" charset="-122"/>
              </a:rPr>
              <a:t>hello.py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这个程序的效率会大大提升 </a:t>
            </a:r>
            <a:r>
              <a:rPr lang="en-US" altLang="zh-CN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015408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标题占位符 1"/>
          <p:cNvSpPr txBox="1">
            <a:spLocks noChangeArrowheads="1"/>
          </p:cNvSpPr>
          <p:nvPr/>
        </p:nvSpPr>
        <p:spPr bwMode="auto">
          <a:xfrm>
            <a:off x="628650" y="-19050"/>
            <a:ext cx="5383213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CN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2. </a:t>
            </a:r>
            <a:r>
              <a:rPr lang="zh-CN" altLang="en-US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进程的介绍</a:t>
            </a:r>
            <a:endParaRPr lang="zh-TW" altLang="zh-CN" sz="2400" b="1" dirty="0">
              <a:solidFill>
                <a:srgbClr val="595959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841375" y="1131888"/>
            <a:ext cx="2218457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2.4</a:t>
            </a:r>
            <a:r>
              <a:rPr lang="zh-CN" altLang="en-US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 多进程的作用</a:t>
            </a:r>
          </a:p>
        </p:txBody>
      </p:sp>
      <p:sp>
        <p:nvSpPr>
          <p:cNvPr id="10" name="矩形 9"/>
          <p:cNvSpPr/>
          <p:nvPr/>
        </p:nvSpPr>
        <p:spPr>
          <a:xfrm>
            <a:off x="827584" y="3291830"/>
            <a:ext cx="1797000" cy="144016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 sz="1050" dirty="0">
              <a:solidFill>
                <a:srgbClr val="262626"/>
              </a:solidFill>
              <a:latin typeface="微软雅黑" charset="-122"/>
              <a:ea typeface="微软雅黑" charset="-122"/>
              <a:cs typeface="宋体" charset="0"/>
            </a:endParaRPr>
          </a:p>
          <a:p>
            <a:pPr algn="ctr"/>
            <a:endParaRPr kumimoji="1" lang="en-US" altLang="zh-CN" dirty="0"/>
          </a:p>
          <a:p>
            <a:pPr algn="ctr"/>
            <a:endParaRPr kumimoji="1" lang="en-US" altLang="zh-CN" dirty="0"/>
          </a:p>
          <a:p>
            <a:pPr algn="ctr"/>
            <a:endParaRPr kumimoji="1" lang="en-US" altLang="zh-CN" dirty="0"/>
          </a:p>
        </p:txBody>
      </p:sp>
      <p:sp>
        <p:nvSpPr>
          <p:cNvPr id="14" name="下箭头 13"/>
          <p:cNvSpPr/>
          <p:nvPr/>
        </p:nvSpPr>
        <p:spPr>
          <a:xfrm flipH="1">
            <a:off x="1697649" y="3387498"/>
            <a:ext cx="45719" cy="360622"/>
          </a:xfrm>
          <a:prstGeom prst="downArrow">
            <a:avLst/>
          </a:prstGeom>
          <a:noFill/>
          <a:ln w="889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1270877" y="1885296"/>
            <a:ext cx="944984" cy="324036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/>
              <a:t>hello.py</a:t>
            </a:r>
            <a:endParaRPr kumimoji="1" lang="en-US" altLang="zh-CN" dirty="0"/>
          </a:p>
        </p:txBody>
      </p:sp>
      <p:cxnSp>
        <p:nvCxnSpPr>
          <p:cNvPr id="3" name="直线箭头连接符 2"/>
          <p:cNvCxnSpPr>
            <a:cxnSpLocks/>
          </p:cNvCxnSpPr>
          <p:nvPr/>
        </p:nvCxnSpPr>
        <p:spPr>
          <a:xfrm>
            <a:off x="1720509" y="2263640"/>
            <a:ext cx="0" cy="96099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1372166" y="3822233"/>
            <a:ext cx="895578" cy="25391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  <a:cs typeface="Microsoft YaHei" charset="-122"/>
              </a:rPr>
              <a:t>执行</a:t>
            </a:r>
            <a:r>
              <a:rPr kumimoji="1" lang="en-US" altLang="zh-CN" sz="1050" dirty="0" err="1">
                <a:solidFill>
                  <a:srgbClr val="262626"/>
                </a:solidFill>
                <a:latin typeface="微软雅黑" charset="-122"/>
                <a:ea typeface="微软雅黑" charset="-122"/>
                <a:cs typeface="Microsoft YaHei" charset="-122"/>
              </a:rPr>
              <a:t>func_a</a:t>
            </a:r>
            <a:endParaRPr kumimoji="1"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942769" y="2464609"/>
            <a:ext cx="1811491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程序运行会默认创建一个进程 </a:t>
            </a:r>
            <a:r>
              <a:rPr lang="en-US" altLang="zh-CN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,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 </a:t>
            </a:r>
            <a:r>
              <a:rPr kumimoji="1"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  <a:cs typeface="Microsoft YaHei" charset="-122"/>
              </a:rPr>
              <a:t>这个默认创建的进程我们称之为</a:t>
            </a:r>
            <a:r>
              <a:rPr kumimoji="1" lang="zh-CN" altLang="en-US" sz="1050" b="1" dirty="0">
                <a:solidFill>
                  <a:srgbClr val="FF0000"/>
                </a:solidFill>
                <a:latin typeface="微软雅黑" charset="-122"/>
                <a:ea typeface="微软雅黑" charset="-122"/>
                <a:cs typeface="Microsoft YaHei" charset="-122"/>
              </a:rPr>
              <a:t>主进程</a:t>
            </a:r>
            <a:endParaRPr kumimoji="1" lang="zh-CN" altLang="en-US" sz="1050" b="1" dirty="0">
              <a:solidFill>
                <a:srgbClr val="FF0000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3864181" y="3291830"/>
            <a:ext cx="1797000" cy="144016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 sz="1050" dirty="0">
              <a:solidFill>
                <a:srgbClr val="262626"/>
              </a:solidFill>
              <a:latin typeface="微软雅黑" charset="-122"/>
              <a:ea typeface="微软雅黑" charset="-122"/>
              <a:cs typeface="宋体" charset="0"/>
            </a:endParaRPr>
          </a:p>
          <a:p>
            <a:pPr algn="ctr"/>
            <a:endParaRPr kumimoji="1" lang="en-US" altLang="zh-CN" dirty="0"/>
          </a:p>
          <a:p>
            <a:pPr algn="ctr"/>
            <a:endParaRPr kumimoji="1" lang="en-US" altLang="zh-CN" dirty="0"/>
          </a:p>
          <a:p>
            <a:pPr algn="ctr"/>
            <a:endParaRPr kumimoji="1" lang="en-US" altLang="zh-CN" dirty="0"/>
          </a:p>
        </p:txBody>
      </p:sp>
      <p:sp>
        <p:nvSpPr>
          <p:cNvPr id="22" name="下箭头 21"/>
          <p:cNvSpPr/>
          <p:nvPr/>
        </p:nvSpPr>
        <p:spPr>
          <a:xfrm flipH="1">
            <a:off x="4725186" y="3320306"/>
            <a:ext cx="45719" cy="552405"/>
          </a:xfrm>
          <a:prstGeom prst="downArrow">
            <a:avLst/>
          </a:prstGeom>
          <a:noFill/>
          <a:ln w="889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5940152" y="1683571"/>
            <a:ext cx="944984" cy="324036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/>
              <a:t>hello.py</a:t>
            </a:r>
            <a:endParaRPr kumimoji="1" lang="en-US" altLang="zh-CN" dirty="0"/>
          </a:p>
        </p:txBody>
      </p:sp>
      <p:cxnSp>
        <p:nvCxnSpPr>
          <p:cNvPr id="25" name="直线箭头连接符 24"/>
          <p:cNvCxnSpPr>
            <a:cxnSpLocks/>
          </p:cNvCxnSpPr>
          <p:nvPr/>
        </p:nvCxnSpPr>
        <p:spPr>
          <a:xfrm flipH="1">
            <a:off x="5004344" y="2098149"/>
            <a:ext cx="935808" cy="102548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4386434" y="3978835"/>
            <a:ext cx="905646" cy="25391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执行</a:t>
            </a:r>
            <a:r>
              <a:rPr lang="en-US" altLang="zh-CN" sz="1050" dirty="0" err="1">
                <a:solidFill>
                  <a:srgbClr val="262626"/>
                </a:solidFill>
                <a:latin typeface="微软雅黑" charset="-122"/>
                <a:ea typeface="微软雅黑" charset="-122"/>
              </a:rPr>
              <a:t>func_a</a:t>
            </a:r>
            <a:endParaRPr kumimoji="1"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5511304" y="2624411"/>
            <a:ext cx="2088232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程序运行后又创建了一个进程</a:t>
            </a:r>
            <a:endParaRPr lang="en-US" altLang="zh-CN" sz="1050" dirty="0">
              <a:solidFill>
                <a:srgbClr val="262626"/>
              </a:solidFill>
              <a:latin typeface="微软雅黑" charset="-122"/>
              <a:ea typeface="微软雅黑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  <a:cs typeface="Microsoft YaHei" charset="-122"/>
              </a:rPr>
              <a:t>这个新创建的进程我们称之为</a:t>
            </a:r>
            <a:r>
              <a:rPr kumimoji="1" lang="zh-CN" altLang="en-US" sz="1050" b="1" dirty="0">
                <a:solidFill>
                  <a:srgbClr val="FF0000"/>
                </a:solidFill>
                <a:latin typeface="微软雅黑" charset="-122"/>
                <a:ea typeface="微软雅黑" charset="-122"/>
                <a:cs typeface="Microsoft YaHei" charset="-122"/>
              </a:rPr>
              <a:t>子进程</a:t>
            </a:r>
            <a:endParaRPr kumimoji="1" lang="zh-CN" altLang="en-US" sz="1050" b="1" dirty="0">
              <a:solidFill>
                <a:srgbClr val="FF0000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cxnSp>
        <p:nvCxnSpPr>
          <p:cNvPr id="30" name="直线箭头连接符 29"/>
          <p:cNvCxnSpPr>
            <a:cxnSpLocks/>
          </p:cNvCxnSpPr>
          <p:nvPr/>
        </p:nvCxnSpPr>
        <p:spPr>
          <a:xfrm>
            <a:off x="6865608" y="2097533"/>
            <a:ext cx="946752" cy="102610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5" name="矩形 34"/>
          <p:cNvSpPr/>
          <p:nvPr/>
        </p:nvSpPr>
        <p:spPr>
          <a:xfrm>
            <a:off x="7089905" y="3291830"/>
            <a:ext cx="1797000" cy="144016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 sz="1050" dirty="0">
              <a:solidFill>
                <a:srgbClr val="262626"/>
              </a:solidFill>
              <a:latin typeface="微软雅黑" charset="-122"/>
              <a:ea typeface="微软雅黑" charset="-122"/>
              <a:cs typeface="宋体" charset="0"/>
            </a:endParaRPr>
          </a:p>
          <a:p>
            <a:pPr algn="ctr"/>
            <a:endParaRPr kumimoji="1" lang="en-US" altLang="zh-CN" dirty="0"/>
          </a:p>
          <a:p>
            <a:pPr algn="ctr"/>
            <a:endParaRPr kumimoji="1" lang="en-US" altLang="zh-CN" dirty="0"/>
          </a:p>
          <a:p>
            <a:pPr algn="ctr"/>
            <a:endParaRPr kumimoji="1" lang="en-US" altLang="zh-CN" dirty="0"/>
          </a:p>
        </p:txBody>
      </p:sp>
      <p:sp>
        <p:nvSpPr>
          <p:cNvPr id="36" name="下箭头 35"/>
          <p:cNvSpPr/>
          <p:nvPr/>
        </p:nvSpPr>
        <p:spPr>
          <a:xfrm flipH="1">
            <a:off x="7965546" y="3315489"/>
            <a:ext cx="45719" cy="552405"/>
          </a:xfrm>
          <a:prstGeom prst="downArrow">
            <a:avLst/>
          </a:prstGeom>
          <a:noFill/>
          <a:ln w="889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8" name="文本框 37"/>
          <p:cNvSpPr txBox="1"/>
          <p:nvPr/>
        </p:nvSpPr>
        <p:spPr>
          <a:xfrm>
            <a:off x="7626794" y="3974018"/>
            <a:ext cx="905646" cy="25391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执行</a:t>
            </a:r>
            <a:r>
              <a:rPr lang="en-US" altLang="zh-CN" sz="1050" dirty="0" err="1">
                <a:solidFill>
                  <a:srgbClr val="262626"/>
                </a:solidFill>
                <a:latin typeface="微软雅黑" charset="-122"/>
                <a:ea typeface="微软雅黑" charset="-122"/>
              </a:rPr>
              <a:t>func_b</a:t>
            </a:r>
            <a:endParaRPr kumimoji="1"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 flipH="1">
            <a:off x="5785681" y="3748119"/>
            <a:ext cx="125392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50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多进程完成多任务</a:t>
            </a:r>
            <a:endParaRPr kumimoji="1" lang="zh-CN" altLang="en-US" sz="1050" dirty="0">
              <a:solidFill>
                <a:srgbClr val="FF0000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EC7702A-49C8-E74C-8B87-338B77C19B34}"/>
              </a:ext>
            </a:extLst>
          </p:cNvPr>
          <p:cNvSpPr txBox="1"/>
          <p:nvPr/>
        </p:nvSpPr>
        <p:spPr>
          <a:xfrm>
            <a:off x="829950" y="3404665"/>
            <a:ext cx="36420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1400" b="1" dirty="0">
                <a:solidFill>
                  <a:srgbClr val="FF0000"/>
                </a:solidFill>
              </a:rPr>
              <a:t>主</a:t>
            </a:r>
            <a:endParaRPr kumimoji="1" lang="en-US" altLang="zh-CN" sz="1400" b="1" dirty="0">
              <a:solidFill>
                <a:srgbClr val="FF0000"/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1400" b="1" dirty="0">
                <a:solidFill>
                  <a:srgbClr val="FF0000"/>
                </a:solidFill>
              </a:rPr>
              <a:t>进</a:t>
            </a:r>
            <a:endParaRPr kumimoji="1" lang="en-US" altLang="zh-CN" sz="1400" b="1" dirty="0">
              <a:solidFill>
                <a:srgbClr val="FF0000"/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1400" b="1" dirty="0">
                <a:solidFill>
                  <a:srgbClr val="FF0000"/>
                </a:solidFill>
              </a:rPr>
              <a:t>程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E0B5C917-D91B-1341-B6C9-28DF7C842191}"/>
              </a:ext>
            </a:extLst>
          </p:cNvPr>
          <p:cNvSpPr txBox="1"/>
          <p:nvPr/>
        </p:nvSpPr>
        <p:spPr>
          <a:xfrm>
            <a:off x="1358898" y="4404178"/>
            <a:ext cx="908846" cy="25391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  <a:cs typeface="Microsoft YaHei" charset="-122"/>
              </a:rPr>
              <a:t>执行</a:t>
            </a:r>
            <a:r>
              <a:rPr kumimoji="1" lang="en-US" altLang="zh-CN" sz="1050" dirty="0" err="1">
                <a:solidFill>
                  <a:srgbClr val="262626"/>
                </a:solidFill>
                <a:latin typeface="微软雅黑" charset="-122"/>
                <a:ea typeface="微软雅黑" charset="-122"/>
                <a:cs typeface="Microsoft YaHei" charset="-122"/>
              </a:rPr>
              <a:t>func_b</a:t>
            </a:r>
            <a:endParaRPr kumimoji="1"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41" name="下箭头 40">
            <a:extLst>
              <a:ext uri="{FF2B5EF4-FFF2-40B4-BE49-F238E27FC236}">
                <a16:creationId xmlns:a16="http://schemas.microsoft.com/office/drawing/2014/main" id="{62349474-2A74-1841-B278-F1977155C523}"/>
              </a:ext>
            </a:extLst>
          </p:cNvPr>
          <p:cNvSpPr/>
          <p:nvPr/>
        </p:nvSpPr>
        <p:spPr>
          <a:xfrm flipH="1">
            <a:off x="1697647" y="4143339"/>
            <a:ext cx="45720" cy="193647"/>
          </a:xfrm>
          <a:prstGeom prst="downArrow">
            <a:avLst/>
          </a:prstGeom>
          <a:noFill/>
          <a:ln w="889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5FAC0B6-5DF8-D342-8E3D-7F16D537E0B9}"/>
              </a:ext>
            </a:extLst>
          </p:cNvPr>
          <p:cNvSpPr txBox="1"/>
          <p:nvPr/>
        </p:nvSpPr>
        <p:spPr>
          <a:xfrm>
            <a:off x="3849546" y="3378787"/>
            <a:ext cx="36420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1400" b="1" dirty="0">
                <a:solidFill>
                  <a:srgbClr val="FF0000"/>
                </a:solidFill>
              </a:rPr>
              <a:t>主</a:t>
            </a:r>
            <a:endParaRPr kumimoji="1" lang="en-US" altLang="zh-CN" sz="1400" b="1" dirty="0">
              <a:solidFill>
                <a:srgbClr val="FF0000"/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1400" b="1" dirty="0">
                <a:solidFill>
                  <a:srgbClr val="FF0000"/>
                </a:solidFill>
              </a:rPr>
              <a:t>进</a:t>
            </a:r>
            <a:endParaRPr kumimoji="1" lang="en-US" altLang="zh-CN" sz="1400" b="1" dirty="0">
              <a:solidFill>
                <a:srgbClr val="FF0000"/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1400" b="1" dirty="0">
                <a:solidFill>
                  <a:srgbClr val="FF0000"/>
                </a:solidFill>
              </a:rPr>
              <a:t>程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D49D482A-A112-9940-A504-3CFA4A7595F3}"/>
              </a:ext>
            </a:extLst>
          </p:cNvPr>
          <p:cNvSpPr txBox="1"/>
          <p:nvPr/>
        </p:nvSpPr>
        <p:spPr>
          <a:xfrm>
            <a:off x="7089905" y="3296951"/>
            <a:ext cx="36420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1400" b="1" dirty="0">
                <a:solidFill>
                  <a:srgbClr val="FF0000"/>
                </a:solidFill>
              </a:rPr>
              <a:t>子</a:t>
            </a:r>
            <a:endParaRPr kumimoji="1" lang="en-US" altLang="zh-CN" sz="1400" b="1" dirty="0">
              <a:solidFill>
                <a:srgbClr val="FF0000"/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1400" b="1" dirty="0">
                <a:solidFill>
                  <a:srgbClr val="FF0000"/>
                </a:solidFill>
              </a:rPr>
              <a:t>进</a:t>
            </a:r>
            <a:endParaRPr kumimoji="1" lang="en-US" altLang="zh-CN" sz="1400" b="1" dirty="0">
              <a:solidFill>
                <a:srgbClr val="FF0000"/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1400" b="1" dirty="0">
                <a:solidFill>
                  <a:srgbClr val="FF0000"/>
                </a:solidFill>
              </a:rPr>
              <a:t>程</a:t>
            </a:r>
          </a:p>
        </p:txBody>
      </p:sp>
    </p:spTree>
    <p:extLst>
      <p:ext uri="{BB962C8B-B14F-4D97-AF65-F5344CB8AC3E}">
        <p14:creationId xmlns:p14="http://schemas.microsoft.com/office/powerpoint/2010/main" val="216263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 animBg="1"/>
      <p:bldP spid="14" grpId="0" animBg="1"/>
      <p:bldP spid="18" grpId="0" animBg="1"/>
      <p:bldP spid="19" grpId="0" animBg="1"/>
      <p:bldP spid="20" grpId="0"/>
      <p:bldP spid="21" grpId="0" animBg="1"/>
      <p:bldP spid="22" grpId="0" animBg="1"/>
      <p:bldP spid="24" grpId="0" animBg="1"/>
      <p:bldP spid="26" grpId="0" animBg="1"/>
      <p:bldP spid="27" grpId="0"/>
      <p:bldP spid="35" grpId="0" animBg="1"/>
      <p:bldP spid="36" grpId="0" animBg="1"/>
      <p:bldP spid="38" grpId="0" animBg="1"/>
      <p:bldP spid="40" grpId="0"/>
      <p:bldP spid="39" grpId="0" animBg="1"/>
      <p:bldP spid="4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841375" y="1131888"/>
            <a:ext cx="3514725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2.5</a:t>
            </a:r>
            <a:r>
              <a:rPr lang="zh-CN" altLang="en-US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 知识要点</a:t>
            </a:r>
          </a:p>
        </p:txBody>
      </p:sp>
      <p:sp>
        <p:nvSpPr>
          <p:cNvPr id="10" name="TextBox 15"/>
          <p:cNvSpPr txBox="1">
            <a:spLocks noChangeArrowheads="1"/>
          </p:cNvSpPr>
          <p:nvPr/>
        </p:nvSpPr>
        <p:spPr bwMode="auto">
          <a:xfrm>
            <a:off x="841375" y="1981032"/>
            <a:ext cx="6970985" cy="7908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68288" indent="-268288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 marL="0" indent="0">
              <a:lnSpc>
                <a:spcPct val="150000"/>
              </a:lnSpc>
            </a:pPr>
            <a:r>
              <a:rPr lang="en-US" altLang="zh-CN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1.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 进程（</a:t>
            </a:r>
            <a:r>
              <a:rPr lang="en" altLang="zh-CN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Process</a:t>
            </a:r>
            <a:r>
              <a:rPr lang="zh-CN" altLang="en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）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是资源分配的最小单位 </a:t>
            </a:r>
            <a:r>
              <a:rPr lang="en-US" altLang="zh-CN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.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 </a:t>
            </a:r>
            <a:endParaRPr lang="en-US" altLang="zh-CN" sz="1050" dirty="0">
              <a:solidFill>
                <a:srgbClr val="262626"/>
              </a:solidFill>
              <a:latin typeface="微软雅黑" charset="-122"/>
              <a:ea typeface="微软雅黑" charset="-122"/>
            </a:endParaRPr>
          </a:p>
          <a:p>
            <a:pPr marL="0" indent="0">
              <a:lnSpc>
                <a:spcPct val="150000"/>
              </a:lnSpc>
            </a:pPr>
            <a:endParaRPr lang="en-US" altLang="zh-CN" sz="1050" b="1" dirty="0">
              <a:solidFill>
                <a:srgbClr val="FF0000"/>
              </a:solidFill>
              <a:latin typeface="微软雅黑" charset="-122"/>
              <a:ea typeface="微软雅黑" charset="-122"/>
            </a:endParaRPr>
          </a:p>
          <a:p>
            <a:pPr marL="0" indent="0">
              <a:lnSpc>
                <a:spcPct val="150000"/>
              </a:lnSpc>
            </a:pPr>
            <a:r>
              <a:rPr lang="en-US" altLang="zh-CN" sz="1050" dirty="0">
                <a:latin typeface="微软雅黑" charset="-122"/>
                <a:ea typeface="微软雅黑" charset="-122"/>
              </a:rPr>
              <a:t>2.</a:t>
            </a:r>
            <a:r>
              <a:rPr lang="zh-CN" altLang="en-US" sz="1050" dirty="0">
                <a:latin typeface="微软雅黑" charset="-122"/>
                <a:ea typeface="微软雅黑" charset="-122"/>
              </a:rPr>
              <a:t> </a:t>
            </a:r>
            <a:r>
              <a:rPr lang="zh-CN" altLang="en-US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多进程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是</a:t>
            </a:r>
            <a:r>
              <a:rPr lang="en-US" altLang="zh-CN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Python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程序中</a:t>
            </a:r>
            <a:r>
              <a:rPr lang="zh-CN" altLang="en-US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实现多任务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的一种方式，使用</a:t>
            </a:r>
            <a:r>
              <a:rPr lang="zh-CN" altLang="en-US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多进程</a:t>
            </a:r>
            <a:r>
              <a:rPr lang="zh-CN" altLang="en-US" sz="1050" dirty="0">
                <a:latin typeface="微软雅黑" charset="-122"/>
                <a:ea typeface="微软雅黑" charset="-122"/>
              </a:rPr>
              <a:t>可以大大提高程序的执行效率 </a:t>
            </a:r>
            <a:r>
              <a:rPr lang="en-US" altLang="zh-CN" sz="1050" dirty="0">
                <a:latin typeface="微软雅黑" charset="-122"/>
                <a:ea typeface="微软雅黑" charset="-122"/>
              </a:rPr>
              <a:t>.</a:t>
            </a:r>
          </a:p>
        </p:txBody>
      </p:sp>
      <p:sp>
        <p:nvSpPr>
          <p:cNvPr id="5" name="标题占位符 1"/>
          <p:cNvSpPr txBox="1">
            <a:spLocks noChangeArrowheads="1"/>
          </p:cNvSpPr>
          <p:nvPr/>
        </p:nvSpPr>
        <p:spPr bwMode="auto">
          <a:xfrm>
            <a:off x="628650" y="-19050"/>
            <a:ext cx="5383213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CN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2. </a:t>
            </a:r>
            <a:r>
              <a:rPr lang="zh-CN" altLang="en-US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进程的介绍</a:t>
            </a:r>
            <a:endParaRPr lang="zh-TW" altLang="zh-CN" sz="2400" b="1" dirty="0">
              <a:solidFill>
                <a:srgbClr val="595959"/>
              </a:solidFill>
              <a:latin typeface="微软雅黑" charset="-122"/>
              <a:ea typeface="微软雅黑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0197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MH_Others_1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958975" y="1917700"/>
            <a:ext cx="644525" cy="264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68580" tIns="34290" rIns="68580" bIns="34290"/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 eaLnBrk="1" hangingPunct="1">
              <a:buFont typeface="Arial" charset="0"/>
              <a:buNone/>
            </a:pPr>
            <a:r>
              <a:rPr lang="en-US" altLang="zh-CN" sz="360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Contents</a:t>
            </a:r>
          </a:p>
        </p:txBody>
      </p:sp>
      <p:sp>
        <p:nvSpPr>
          <p:cNvPr id="7" name="MH_Others_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698625" y="915988"/>
            <a:ext cx="936625" cy="93503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0">
            <a:solidFill>
              <a:srgbClr val="FFFFFF">
                <a:alpha val="49000"/>
              </a:srgbClr>
            </a:solidFill>
          </a:ln>
        </p:spPr>
        <p:txBody>
          <a:bodyPr lIns="68580" tIns="34290" rIns="68580" bIns="135000"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ts val="7000"/>
              </a:lnSpc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zh-CN" altLang="en-US" sz="4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</a:t>
            </a:r>
          </a:p>
        </p:txBody>
      </p:sp>
      <p:sp>
        <p:nvSpPr>
          <p:cNvPr id="8" name="MH_Others_3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331640" y="1759696"/>
            <a:ext cx="734366" cy="734366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zh-CN" altLang="en-US" sz="4400" b="1" dirty="0">
                <a:ln w="3175">
                  <a:solidFill>
                    <a:srgbClr val="FFFFFF"/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录</a:t>
            </a:r>
          </a:p>
        </p:txBody>
      </p:sp>
      <p:sp>
        <p:nvSpPr>
          <p:cNvPr id="8196" name="TextBox 9"/>
          <p:cNvSpPr txBox="1">
            <a:spLocks noChangeArrowheads="1"/>
          </p:cNvSpPr>
          <p:nvPr/>
        </p:nvSpPr>
        <p:spPr bwMode="auto">
          <a:xfrm>
            <a:off x="3262585" y="1187743"/>
            <a:ext cx="4319588" cy="2612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1450" indent="-1714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200000"/>
              </a:lnSpc>
              <a:buClr>
                <a:srgbClr val="262626"/>
              </a:buClr>
              <a:buFont typeface="Wingdings" charset="2"/>
              <a:buChar char="u"/>
            </a:pPr>
            <a:r>
              <a:rPr lang="zh-CN" altLang="en-US" sz="1400" dirty="0">
                <a:solidFill>
                  <a:srgbClr val="000000"/>
                </a:solidFill>
                <a:latin typeface="微软雅黑" charset="-122"/>
                <a:ea typeface="微软雅黑" charset="-122"/>
              </a:rPr>
              <a:t> 多任务的介绍</a:t>
            </a:r>
            <a:endParaRPr lang="en-US" altLang="zh-CN" sz="1400" dirty="0">
              <a:solidFill>
                <a:srgbClr val="000000"/>
              </a:solidFill>
              <a:latin typeface="微软雅黑" charset="-122"/>
              <a:ea typeface="微软雅黑" charset="-122"/>
            </a:endParaRPr>
          </a:p>
          <a:p>
            <a:pPr>
              <a:lnSpc>
                <a:spcPct val="200000"/>
              </a:lnSpc>
              <a:buClr>
                <a:srgbClr val="262626"/>
              </a:buClr>
              <a:buFont typeface="Wingdings" charset="2"/>
              <a:buChar char="u"/>
            </a:pPr>
            <a:r>
              <a:rPr lang="zh-CN" altLang="en-US" sz="1400" dirty="0">
                <a:solidFill>
                  <a:srgbClr val="000000"/>
                </a:solidFill>
                <a:latin typeface="微软雅黑" charset="-122"/>
                <a:ea typeface="微软雅黑" charset="-122"/>
              </a:rPr>
              <a:t> 进程的介绍</a:t>
            </a:r>
            <a:endParaRPr lang="en-US" altLang="zh-CN" sz="1400" dirty="0">
              <a:solidFill>
                <a:srgbClr val="000000"/>
              </a:solidFill>
              <a:latin typeface="微软雅黑" charset="-122"/>
              <a:ea typeface="微软雅黑" charset="-122"/>
            </a:endParaRPr>
          </a:p>
          <a:p>
            <a:pPr>
              <a:lnSpc>
                <a:spcPct val="200000"/>
              </a:lnSpc>
              <a:buClr>
                <a:srgbClr val="FF0000"/>
              </a:buClr>
              <a:buFont typeface="Wingdings" charset="2"/>
              <a:buChar char="u"/>
            </a:pPr>
            <a:r>
              <a:rPr lang="zh-CN" altLang="en-US" sz="1400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 多进程完成多任务</a:t>
            </a:r>
            <a:endParaRPr lang="en-US" altLang="zh-CN" sz="1400" dirty="0">
              <a:solidFill>
                <a:srgbClr val="FF0000"/>
              </a:solidFill>
              <a:latin typeface="微软雅黑" charset="-122"/>
              <a:ea typeface="微软雅黑" charset="-122"/>
            </a:endParaRPr>
          </a:p>
          <a:p>
            <a:pPr>
              <a:lnSpc>
                <a:spcPct val="200000"/>
              </a:lnSpc>
              <a:buClr>
                <a:srgbClr val="262626"/>
              </a:buClr>
              <a:buFont typeface="Wingdings" charset="2"/>
              <a:buChar char="u"/>
            </a:pPr>
            <a:r>
              <a:rPr lang="zh-CN" altLang="en-US" sz="1400" dirty="0">
                <a:solidFill>
                  <a:srgbClr val="000000"/>
                </a:solidFill>
                <a:latin typeface="微软雅黑" charset="-122"/>
                <a:ea typeface="微软雅黑" charset="-122"/>
              </a:rPr>
              <a:t> 获取进程编号</a:t>
            </a:r>
            <a:endParaRPr lang="en-US" altLang="zh-TW" sz="1400" dirty="0">
              <a:solidFill>
                <a:srgbClr val="000000"/>
              </a:solidFill>
              <a:latin typeface="微软雅黑" charset="-122"/>
              <a:ea typeface="微软雅黑" charset="-122"/>
            </a:endParaRPr>
          </a:p>
          <a:p>
            <a:pPr>
              <a:lnSpc>
                <a:spcPct val="200000"/>
              </a:lnSpc>
              <a:buClr>
                <a:srgbClr val="262626"/>
              </a:buClr>
              <a:buFont typeface="Wingdings" charset="2"/>
              <a:buChar char="u"/>
            </a:pPr>
            <a:r>
              <a:rPr lang="zh-CN" altLang="en-US" sz="1400" dirty="0">
                <a:solidFill>
                  <a:srgbClr val="000000"/>
                </a:solidFill>
                <a:latin typeface="微软雅黑" charset="-122"/>
                <a:ea typeface="微软雅黑" charset="-122"/>
              </a:rPr>
              <a:t> 进程执行带有参数的任务</a:t>
            </a:r>
            <a:endParaRPr lang="en-US" altLang="zh-CN" sz="1400" dirty="0">
              <a:solidFill>
                <a:srgbClr val="000000"/>
              </a:solidFill>
              <a:latin typeface="微软雅黑" charset="-122"/>
              <a:ea typeface="微软雅黑" charset="-122"/>
            </a:endParaRPr>
          </a:p>
          <a:p>
            <a:pPr>
              <a:lnSpc>
                <a:spcPct val="200000"/>
              </a:lnSpc>
              <a:buClr>
                <a:srgbClr val="262626"/>
              </a:buClr>
              <a:buFont typeface="Wingdings" charset="2"/>
              <a:buChar char="u"/>
            </a:pPr>
            <a:r>
              <a:rPr lang="zh-CN" altLang="en-US" sz="140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 进程的注意点</a:t>
            </a:r>
          </a:p>
        </p:txBody>
      </p:sp>
    </p:spTree>
    <p:extLst>
      <p:ext uri="{BB962C8B-B14F-4D97-AF65-F5344CB8AC3E}">
        <p14:creationId xmlns:p14="http://schemas.microsoft.com/office/powerpoint/2010/main" val="19115858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5"/>
          <p:cNvSpPr txBox="1">
            <a:spLocks noChangeArrowheads="1"/>
          </p:cNvSpPr>
          <p:nvPr/>
        </p:nvSpPr>
        <p:spPr bwMode="auto">
          <a:xfrm>
            <a:off x="899592" y="1639719"/>
            <a:ext cx="5400600" cy="15179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68288" indent="-268288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 marL="0" indent="0">
              <a:lnSpc>
                <a:spcPct val="150000"/>
              </a:lnSpc>
            </a:pPr>
            <a:r>
              <a:rPr lang="en-US" altLang="zh-CN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1.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 导入进程包</a:t>
            </a:r>
            <a:endParaRPr lang="en-US" altLang="zh-CN" sz="1050" dirty="0">
              <a:solidFill>
                <a:srgbClr val="262626"/>
              </a:solidFill>
              <a:latin typeface="微软雅黑" charset="-122"/>
              <a:ea typeface="微软雅黑" charset="-122"/>
            </a:endParaRPr>
          </a:p>
          <a:p>
            <a:pPr marL="0" indent="0">
              <a:lnSpc>
                <a:spcPct val="150000"/>
              </a:lnSpc>
            </a:pP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             </a:t>
            </a:r>
            <a:r>
              <a:rPr lang="en-US" altLang="zh-CN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import</a:t>
            </a:r>
            <a:r>
              <a:rPr lang="zh-CN" altLang="en-US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 </a:t>
            </a:r>
            <a:r>
              <a:rPr lang="en-US" altLang="zh-CN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multiprocessing</a:t>
            </a:r>
            <a:endParaRPr lang="en-US" altLang="zh-CN" sz="1050" dirty="0">
              <a:solidFill>
                <a:srgbClr val="262626"/>
              </a:solidFill>
              <a:latin typeface="微软雅黑" charset="-122"/>
              <a:ea typeface="微软雅黑" charset="-122"/>
            </a:endParaRPr>
          </a:p>
          <a:p>
            <a:pPr marL="0" indent="0">
              <a:lnSpc>
                <a:spcPct val="150000"/>
              </a:lnSpc>
            </a:pPr>
            <a:r>
              <a:rPr lang="en-US" altLang="zh-CN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2.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 通过进程类创建进程对象 </a:t>
            </a:r>
            <a:endParaRPr lang="en-US" altLang="zh-CN" sz="1050" dirty="0">
              <a:solidFill>
                <a:srgbClr val="262626"/>
              </a:solidFill>
              <a:latin typeface="微软雅黑" charset="-122"/>
              <a:ea typeface="微软雅黑" charset="-122"/>
            </a:endParaRPr>
          </a:p>
          <a:p>
            <a:pPr marL="0" indent="0">
              <a:lnSpc>
                <a:spcPct val="150000"/>
              </a:lnSpc>
            </a:pP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             </a:t>
            </a:r>
            <a:r>
              <a:rPr lang="zh-CN" altLang="en-US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进程对象 </a:t>
            </a:r>
            <a:r>
              <a:rPr lang="en-US" altLang="zh-CN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=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 </a:t>
            </a:r>
            <a:r>
              <a:rPr lang="en-US" altLang="zh-CN" sz="1050" b="1" dirty="0" err="1">
                <a:solidFill>
                  <a:srgbClr val="FF0000"/>
                </a:solidFill>
                <a:latin typeface="微软雅黑" charset="-122"/>
                <a:ea typeface="微软雅黑" charset="-122"/>
              </a:rPr>
              <a:t>multiprocessing.Process</a:t>
            </a:r>
            <a:r>
              <a:rPr lang="en-US" altLang="zh-CN" sz="1050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()</a:t>
            </a:r>
            <a:r>
              <a:rPr lang="zh-CN" altLang="en-US" sz="1050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 </a:t>
            </a:r>
            <a:endParaRPr lang="en-US" altLang="zh-CN" sz="1050" dirty="0">
              <a:solidFill>
                <a:srgbClr val="FF0000"/>
              </a:solidFill>
              <a:latin typeface="微软雅黑" charset="-122"/>
              <a:ea typeface="微软雅黑" charset="-122"/>
            </a:endParaRPr>
          </a:p>
          <a:p>
            <a:pPr marL="0" indent="0">
              <a:lnSpc>
                <a:spcPct val="150000"/>
              </a:lnSpc>
            </a:pPr>
            <a:r>
              <a:rPr lang="en-US" altLang="zh-CN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3.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 启动进程执行任务</a:t>
            </a:r>
            <a:endParaRPr lang="en-US" altLang="zh-CN" sz="1050" dirty="0">
              <a:solidFill>
                <a:srgbClr val="262626"/>
              </a:solidFill>
              <a:latin typeface="微软雅黑" charset="-122"/>
              <a:ea typeface="微软雅黑" charset="-122"/>
            </a:endParaRPr>
          </a:p>
          <a:p>
            <a:pPr marL="0" indent="0">
              <a:lnSpc>
                <a:spcPct val="150000"/>
              </a:lnSpc>
            </a:pPr>
            <a:r>
              <a:rPr lang="zh-CN" altLang="en-US" sz="1050" b="1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             </a:t>
            </a:r>
            <a:r>
              <a:rPr lang="zh-CN" altLang="en-US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进程对象</a:t>
            </a:r>
            <a:r>
              <a:rPr lang="en-US" altLang="zh-CN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.start()</a:t>
            </a:r>
            <a:endParaRPr lang="en-US" altLang="zh-CN" sz="1050" dirty="0">
              <a:solidFill>
                <a:srgbClr val="262626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5" name="标题占位符 1"/>
          <p:cNvSpPr txBox="1">
            <a:spLocks noChangeArrowheads="1"/>
          </p:cNvSpPr>
          <p:nvPr/>
        </p:nvSpPr>
        <p:spPr bwMode="auto">
          <a:xfrm>
            <a:off x="628650" y="-19050"/>
            <a:ext cx="5383213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CN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3.</a:t>
            </a:r>
            <a:r>
              <a:rPr lang="zh-CN" altLang="en-US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 多进程完成多任务</a:t>
            </a:r>
            <a:endParaRPr lang="zh-TW" altLang="zh-CN" sz="2400" b="1" dirty="0">
              <a:solidFill>
                <a:srgbClr val="595959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6" name="TextBox 6"/>
          <p:cNvSpPr txBox="1">
            <a:spLocks noChangeArrowheads="1"/>
          </p:cNvSpPr>
          <p:nvPr/>
        </p:nvSpPr>
        <p:spPr bwMode="auto">
          <a:xfrm>
            <a:off x="841375" y="1131888"/>
            <a:ext cx="3514725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3.1</a:t>
            </a:r>
            <a:r>
              <a:rPr lang="zh-CN" altLang="en-US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 进程的创建步骤（三步走）</a:t>
            </a:r>
          </a:p>
        </p:txBody>
      </p:sp>
    </p:spTree>
    <p:extLst>
      <p:ext uri="{BB962C8B-B14F-4D97-AF65-F5344CB8AC3E}">
        <p14:creationId xmlns:p14="http://schemas.microsoft.com/office/powerpoint/2010/main" val="1905069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841375" y="1131888"/>
            <a:ext cx="3514725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3.2</a:t>
            </a:r>
            <a:r>
              <a:rPr lang="zh-CN" altLang="en-US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 通过进程类创建进程对象 </a:t>
            </a:r>
          </a:p>
        </p:txBody>
      </p:sp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8130488"/>
              </p:ext>
            </p:extLst>
          </p:nvPr>
        </p:nvGraphicFramePr>
        <p:xfrm>
          <a:off x="971600" y="2427734"/>
          <a:ext cx="4752528" cy="1410436"/>
        </p:xfrm>
        <a:graphic>
          <a:graphicData uri="http://schemas.openxmlformats.org/drawingml/2006/table">
            <a:tbl>
              <a:tblPr/>
              <a:tblGrid>
                <a:gridCol w="1381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708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896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charset="0"/>
                        <a:defRPr sz="1600" b="1">
                          <a:solidFill>
                            <a:schemeClr val="tx1"/>
                          </a:solidFill>
                          <a:latin typeface="黑体" charset="-122"/>
                          <a:ea typeface="黑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charset="0"/>
                        <a:defRPr sz="1200" b="1">
                          <a:solidFill>
                            <a:schemeClr val="tx1"/>
                          </a:solidFill>
                          <a:latin typeface="黑体" charset="-122"/>
                          <a:ea typeface="黑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charset="-122"/>
                          <a:ea typeface="微软雅黑" charset="-122"/>
                        </a:rPr>
                        <a:t>参数名</a:t>
                      </a:r>
                    </a:p>
                  </a:txBody>
                  <a:tcPr marL="91418" marR="91418" marT="45735" marB="4573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charset="0"/>
                        <a:defRPr sz="1600" b="1">
                          <a:solidFill>
                            <a:schemeClr val="tx1"/>
                          </a:solidFill>
                          <a:latin typeface="黑体" charset="-122"/>
                          <a:ea typeface="黑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charset="0"/>
                        <a:defRPr sz="1200" b="1">
                          <a:solidFill>
                            <a:schemeClr val="tx1"/>
                          </a:solidFill>
                          <a:latin typeface="黑体" charset="-122"/>
                          <a:ea typeface="黑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charset="-122"/>
                          <a:ea typeface="微软雅黑" charset="-122"/>
                        </a:rPr>
                        <a:t>说明</a:t>
                      </a:r>
                    </a:p>
                  </a:txBody>
                  <a:tcPr marL="91418" marR="91418" marT="45735" marB="4573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5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95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charset="0"/>
                        <a:defRPr sz="1600" b="1">
                          <a:solidFill>
                            <a:schemeClr val="tx1"/>
                          </a:solidFill>
                          <a:latin typeface="黑体" charset="-122"/>
                          <a:ea typeface="黑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charset="0"/>
                        <a:defRPr sz="1200" b="1">
                          <a:solidFill>
                            <a:schemeClr val="tx1"/>
                          </a:solidFill>
                          <a:latin typeface="黑体" charset="-122"/>
                          <a:ea typeface="黑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050" dirty="0">
                          <a:solidFill>
                            <a:srgbClr val="262626"/>
                          </a:solidFill>
                          <a:latin typeface="微软雅黑" charset="-122"/>
                          <a:ea typeface="微软雅黑" charset="-122"/>
                        </a:rPr>
                        <a:t>target</a:t>
                      </a:r>
                      <a:endParaRPr kumimoji="0" lang="zh-CN" altLang="en-US" sz="105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微软雅黑" charset="-122"/>
                        <a:ea typeface="微软雅黑" charset="-122"/>
                      </a:endParaRPr>
                    </a:p>
                  </a:txBody>
                  <a:tcPr marL="91418" marR="91418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3D9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charset="0"/>
                        <a:defRPr sz="1600" b="1">
                          <a:solidFill>
                            <a:schemeClr val="tx1"/>
                          </a:solidFill>
                          <a:latin typeface="黑体" charset="-122"/>
                          <a:ea typeface="黑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charset="0"/>
                        <a:defRPr sz="1200" b="1">
                          <a:solidFill>
                            <a:schemeClr val="tx1"/>
                          </a:solidFill>
                          <a:latin typeface="黑体" charset="-122"/>
                          <a:ea typeface="黑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zh-CN" altLang="en-US" sz="1050" dirty="0">
                          <a:solidFill>
                            <a:srgbClr val="262626"/>
                          </a:solidFill>
                          <a:latin typeface="微软雅黑" charset="-122"/>
                          <a:ea typeface="微软雅黑" charset="-122"/>
                        </a:rPr>
                        <a:t>执行的目标任务名</a:t>
                      </a:r>
                      <a:r>
                        <a:rPr lang="en-US" altLang="zh-CN" sz="1050" dirty="0">
                          <a:solidFill>
                            <a:srgbClr val="262626"/>
                          </a:solidFill>
                          <a:latin typeface="微软雅黑" charset="-122"/>
                          <a:ea typeface="微软雅黑" charset="-122"/>
                        </a:rPr>
                        <a:t>,</a:t>
                      </a:r>
                      <a:r>
                        <a:rPr lang="zh-CN" altLang="en-US" sz="1050" dirty="0">
                          <a:solidFill>
                            <a:srgbClr val="262626"/>
                          </a:solidFill>
                          <a:latin typeface="微软雅黑" charset="-122"/>
                          <a:ea typeface="微软雅黑" charset="-122"/>
                        </a:rPr>
                        <a:t>这里指的是函数名</a:t>
                      </a:r>
                      <a:r>
                        <a:rPr lang="en-US" altLang="zh-CN" sz="1050" dirty="0">
                          <a:solidFill>
                            <a:srgbClr val="262626"/>
                          </a:solidFill>
                          <a:latin typeface="微软雅黑" charset="-122"/>
                          <a:ea typeface="微软雅黑" charset="-122"/>
                        </a:rPr>
                        <a:t>(</a:t>
                      </a:r>
                      <a:r>
                        <a:rPr lang="zh-CN" altLang="en-US" sz="1050" dirty="0">
                          <a:solidFill>
                            <a:srgbClr val="262626"/>
                          </a:solidFill>
                          <a:latin typeface="微软雅黑" charset="-122"/>
                          <a:ea typeface="微软雅黑" charset="-122"/>
                        </a:rPr>
                        <a:t>方法名</a:t>
                      </a:r>
                      <a:r>
                        <a:rPr lang="en-US" altLang="zh-CN" sz="1050" dirty="0">
                          <a:solidFill>
                            <a:srgbClr val="262626"/>
                          </a:solidFill>
                          <a:latin typeface="微软雅黑" charset="-122"/>
                          <a:ea typeface="微软雅黑" charset="-122"/>
                        </a:rPr>
                        <a:t>)</a:t>
                      </a:r>
                      <a:endParaRPr kumimoji="0" lang="zh-CN" altLang="en-US" sz="105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微软雅黑" charset="-122"/>
                        <a:ea typeface="微软雅黑" charset="-122"/>
                      </a:endParaRPr>
                    </a:p>
                  </a:txBody>
                  <a:tcPr marL="91418" marR="91418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3D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75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charset="0"/>
                        <a:defRPr sz="1600" b="1">
                          <a:solidFill>
                            <a:schemeClr val="tx1"/>
                          </a:solidFill>
                          <a:latin typeface="黑体" charset="-122"/>
                          <a:ea typeface="黑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charset="0"/>
                        <a:defRPr sz="1200" b="1">
                          <a:solidFill>
                            <a:schemeClr val="tx1"/>
                          </a:solidFill>
                          <a:latin typeface="黑体" charset="-122"/>
                          <a:ea typeface="黑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050" dirty="0">
                          <a:solidFill>
                            <a:srgbClr val="262626"/>
                          </a:solidFill>
                          <a:latin typeface="微软雅黑" charset="-122"/>
                          <a:ea typeface="微软雅黑" charset="-122"/>
                        </a:rPr>
                        <a:t>name</a:t>
                      </a:r>
                      <a:endParaRPr kumimoji="0" lang="zh-CN" altLang="en-US" sz="1050" b="1" i="0" u="none" strike="noStrike" cap="none" normalizeH="0" baseline="0" dirty="0">
                        <a:ln>
                          <a:noFill/>
                        </a:ln>
                        <a:solidFill>
                          <a:srgbClr val="595959"/>
                        </a:solidFill>
                        <a:effectLst/>
                        <a:latin typeface="Times New Roman" charset="0"/>
                        <a:ea typeface="黑体" charset="-122"/>
                      </a:endParaRPr>
                    </a:p>
                  </a:txBody>
                  <a:tcPr marL="91418" marR="91418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charset="0"/>
                        <a:defRPr sz="1600" b="1">
                          <a:solidFill>
                            <a:schemeClr val="tx1"/>
                          </a:solidFill>
                          <a:latin typeface="黑体" charset="-122"/>
                          <a:ea typeface="黑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charset="0"/>
                        <a:defRPr sz="1200" b="1">
                          <a:solidFill>
                            <a:schemeClr val="tx1"/>
                          </a:solidFill>
                          <a:latin typeface="黑体" charset="-122"/>
                          <a:ea typeface="黑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zh-CN" altLang="en-US" sz="1050" dirty="0">
                          <a:solidFill>
                            <a:srgbClr val="262626"/>
                          </a:solidFill>
                          <a:latin typeface="微软雅黑" charset="-122"/>
                          <a:ea typeface="微软雅黑" charset="-122"/>
                        </a:rPr>
                        <a:t>进程名，一般不用设置</a:t>
                      </a:r>
                      <a:endParaRPr kumimoji="0" lang="zh-CN" altLang="en-US" sz="1050" b="0" i="0" u="none" strike="noStrike" cap="none" normalizeH="0" baseline="0" dirty="0">
                        <a:ln>
                          <a:noFill/>
                        </a:ln>
                        <a:solidFill>
                          <a:srgbClr val="595959"/>
                        </a:solidFill>
                        <a:effectLst/>
                        <a:latin typeface="黑体" charset="-122"/>
                        <a:ea typeface="黑体" charset="-122"/>
                      </a:endParaRPr>
                    </a:p>
                  </a:txBody>
                  <a:tcPr marL="91418" marR="91418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75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charset="0"/>
                        <a:defRPr sz="1600" b="1">
                          <a:solidFill>
                            <a:schemeClr val="tx1"/>
                          </a:solidFill>
                          <a:latin typeface="黑体" charset="-122"/>
                          <a:ea typeface="黑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charset="0"/>
                        <a:defRPr sz="1200" b="1">
                          <a:solidFill>
                            <a:schemeClr val="tx1"/>
                          </a:solidFill>
                          <a:latin typeface="黑体" charset="-122"/>
                          <a:ea typeface="黑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050" dirty="0">
                          <a:solidFill>
                            <a:srgbClr val="262626"/>
                          </a:solidFill>
                          <a:latin typeface="微软雅黑" charset="-122"/>
                          <a:ea typeface="微软雅黑" charset="-122"/>
                        </a:rPr>
                        <a:t>group</a:t>
                      </a:r>
                      <a:endParaRPr kumimoji="0" lang="zh-CN" altLang="en-US" sz="105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微软雅黑" charset="-122"/>
                        <a:ea typeface="微软雅黑" charset="-122"/>
                      </a:endParaRPr>
                    </a:p>
                  </a:txBody>
                  <a:tcPr marL="91418" marR="91418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3D9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charset="0"/>
                        <a:defRPr sz="1600" b="1">
                          <a:solidFill>
                            <a:schemeClr val="tx1"/>
                          </a:solidFill>
                          <a:latin typeface="黑体" charset="-122"/>
                          <a:ea typeface="黑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charset="0"/>
                        <a:defRPr sz="1200" b="1">
                          <a:solidFill>
                            <a:schemeClr val="tx1"/>
                          </a:solidFill>
                          <a:latin typeface="黑体" charset="-122"/>
                          <a:ea typeface="黑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zh-CN" altLang="en-US" sz="1050" dirty="0">
                          <a:solidFill>
                            <a:srgbClr val="262626"/>
                          </a:solidFill>
                          <a:latin typeface="微软雅黑" charset="-122"/>
                          <a:ea typeface="微软雅黑" charset="-122"/>
                        </a:rPr>
                        <a:t>进程组，目前只能使用</a:t>
                      </a:r>
                      <a:r>
                        <a:rPr lang="en-US" altLang="zh-CN" sz="1050" dirty="0">
                          <a:solidFill>
                            <a:srgbClr val="262626"/>
                          </a:solidFill>
                          <a:latin typeface="微软雅黑" charset="-122"/>
                          <a:ea typeface="微软雅黑" charset="-122"/>
                        </a:rPr>
                        <a:t>None</a:t>
                      </a:r>
                      <a:endParaRPr kumimoji="0" lang="zh-CN" altLang="en-US" sz="1050" b="0" i="0" u="none" strike="noStrike" cap="none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latin typeface="微软雅黑" charset="-122"/>
                        <a:ea typeface="微软雅黑" charset="-122"/>
                      </a:endParaRPr>
                    </a:p>
                  </a:txBody>
                  <a:tcPr marL="91418" marR="91418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3D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15">
            <a:extLst>
              <a:ext uri="{FF2B5EF4-FFF2-40B4-BE49-F238E27FC236}">
                <a16:creationId xmlns:a16="http://schemas.microsoft.com/office/drawing/2014/main" id="{FB0A4CB4-3439-A14C-AF15-EF252A1CE0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1252" y="1709874"/>
            <a:ext cx="4882876" cy="3347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68288" indent="-268288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 marL="0" indent="0">
              <a:lnSpc>
                <a:spcPct val="150000"/>
              </a:lnSpc>
            </a:pPr>
            <a:r>
              <a:rPr lang="zh-CN" altLang="en-US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进程对象 </a:t>
            </a:r>
            <a:r>
              <a:rPr lang="en-US" altLang="zh-CN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=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 </a:t>
            </a:r>
            <a:r>
              <a:rPr lang="en-US" altLang="zh-CN" sz="1050" b="1" dirty="0" err="1">
                <a:solidFill>
                  <a:srgbClr val="FF0000"/>
                </a:solidFill>
                <a:latin typeface="微软雅黑" charset="-122"/>
                <a:ea typeface="微软雅黑" charset="-122"/>
              </a:rPr>
              <a:t>multiprocessing.Process</a:t>
            </a:r>
            <a:r>
              <a:rPr lang="en-US" altLang="zh-CN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(target=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任务名</a:t>
            </a:r>
            <a:r>
              <a:rPr lang="en-US" altLang="zh-CN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)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 </a:t>
            </a:r>
            <a:endParaRPr lang="en-US" altLang="zh-CN" sz="1050" dirty="0">
              <a:solidFill>
                <a:srgbClr val="262626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6" name="标题占位符 1"/>
          <p:cNvSpPr txBox="1">
            <a:spLocks noChangeArrowheads="1"/>
          </p:cNvSpPr>
          <p:nvPr/>
        </p:nvSpPr>
        <p:spPr bwMode="auto">
          <a:xfrm>
            <a:off x="628650" y="-19050"/>
            <a:ext cx="5383213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CN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3.</a:t>
            </a:r>
            <a:r>
              <a:rPr lang="zh-CN" altLang="en-US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 多进程完成多任务</a:t>
            </a:r>
            <a:endParaRPr lang="zh-TW" altLang="zh-CN" sz="2400" b="1" dirty="0">
              <a:solidFill>
                <a:srgbClr val="595959"/>
              </a:solidFill>
              <a:latin typeface="微软雅黑" charset="-122"/>
              <a:ea typeface="微软雅黑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1136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6C4E2D24-C22B-7946-A444-4C116797061D}"/>
              </a:ext>
            </a:extLst>
          </p:cNvPr>
          <p:cNvGrpSpPr/>
          <p:nvPr/>
        </p:nvGrpSpPr>
        <p:grpSpPr>
          <a:xfrm>
            <a:off x="941884" y="1911669"/>
            <a:ext cx="7230516" cy="2532289"/>
            <a:chOff x="941884" y="1839661"/>
            <a:chExt cx="6610945" cy="2532289"/>
          </a:xfrm>
        </p:grpSpPr>
        <p:sp>
          <p:nvSpPr>
            <p:cNvPr id="10" name="矩形 9"/>
            <p:cNvSpPr/>
            <p:nvPr/>
          </p:nvSpPr>
          <p:spPr>
            <a:xfrm>
              <a:off x="941884" y="1839661"/>
              <a:ext cx="6610945" cy="2532289"/>
            </a:xfrm>
            <a:prstGeom prst="rect">
              <a:avLst/>
            </a:prstGeom>
            <a:solidFill>
              <a:srgbClr val="E6F0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4" name="TextBox 15"/>
            <p:cNvSpPr txBox="1">
              <a:spLocks noChangeArrowheads="1"/>
            </p:cNvSpPr>
            <p:nvPr/>
          </p:nvSpPr>
          <p:spPr bwMode="auto">
            <a:xfrm>
              <a:off x="1191692" y="2067694"/>
              <a:ext cx="6111329" cy="176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268288" indent="-268288">
                <a:defRPr>
                  <a:solidFill>
                    <a:schemeClr val="tx1"/>
                  </a:solidFill>
                  <a:latin typeface="Calibri" charset="0"/>
                  <a:ea typeface="宋体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charset="0"/>
                  <a:ea typeface="宋体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charset="0"/>
                  <a:ea typeface="宋体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charset="0"/>
                  <a:ea typeface="宋体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宋体" charset="-122"/>
                </a:defRPr>
              </a:lvl9pPr>
            </a:lstStyle>
            <a:p>
              <a:pPr marL="0" indent="0">
                <a:lnSpc>
                  <a:spcPct val="150000"/>
                </a:lnSpc>
              </a:pPr>
              <a:r>
                <a:rPr lang="en-US" altLang="zh-CN" sz="1050" i="1" dirty="0">
                  <a:solidFill>
                    <a:srgbClr val="808080"/>
                  </a:solidFill>
                  <a:latin typeface="Courier" charset="0"/>
                  <a:ea typeface="Courier" charset="0"/>
                  <a:cs typeface="Courier" charset="0"/>
                </a:rPr>
                <a:t># </a:t>
              </a:r>
              <a:r>
                <a:rPr lang="zh-CN" altLang="en-US" sz="1050" i="1" dirty="0">
                  <a:solidFill>
                    <a:srgbClr val="808080"/>
                  </a:solidFill>
                  <a:latin typeface="Courier" charset="0"/>
                  <a:ea typeface="Courier" charset="0"/>
                  <a:cs typeface="Courier" charset="0"/>
                </a:rPr>
                <a:t>创建子进程</a:t>
              </a:r>
              <a:endParaRPr lang="en-US" altLang="zh-CN" sz="1050" i="1" dirty="0">
                <a:solidFill>
                  <a:srgbClr val="808080"/>
                </a:solidFill>
                <a:latin typeface="Courier" charset="0"/>
                <a:ea typeface="Courier" charset="0"/>
                <a:cs typeface="Courier" charset="0"/>
              </a:endParaRPr>
            </a:p>
            <a:p>
              <a:pPr marL="0" indent="0">
                <a:lnSpc>
                  <a:spcPct val="150000"/>
                </a:lnSpc>
              </a:pPr>
              <a:r>
                <a:rPr lang="en-US" altLang="zh-CN" sz="1050" dirty="0" err="1">
                  <a:latin typeface="Courier" charset="0"/>
                  <a:ea typeface="Courier" charset="0"/>
                  <a:cs typeface="Courier" charset="0"/>
                </a:rPr>
                <a:t>coding_process</a:t>
              </a:r>
              <a:r>
                <a:rPr lang="en-US" altLang="zh-CN" sz="1050" dirty="0">
                  <a:latin typeface="Courier" charset="0"/>
                  <a:ea typeface="Courier" charset="0"/>
                  <a:cs typeface="Courier" charset="0"/>
                </a:rPr>
                <a:t> = </a:t>
              </a:r>
              <a:r>
                <a:rPr lang="en-US" altLang="zh-CN" sz="1050" dirty="0" err="1">
                  <a:latin typeface="Courier" charset="0"/>
                  <a:ea typeface="Courier" charset="0"/>
                  <a:cs typeface="Courier" charset="0"/>
                </a:rPr>
                <a:t>multiprocessing.Process</a:t>
              </a:r>
              <a:r>
                <a:rPr lang="en-US" altLang="zh-CN" sz="1050" dirty="0">
                  <a:latin typeface="Courier" charset="0"/>
                  <a:ea typeface="Courier" charset="0"/>
                  <a:cs typeface="Courier" charset="0"/>
                </a:rPr>
                <a:t>(</a:t>
              </a:r>
              <a:r>
                <a:rPr lang="en-US" altLang="zh-CN" sz="1050" dirty="0">
                  <a:solidFill>
                    <a:srgbClr val="660099"/>
                  </a:solidFill>
                  <a:latin typeface="Courier" charset="0"/>
                  <a:ea typeface="Courier" charset="0"/>
                  <a:cs typeface="Courier" charset="0"/>
                </a:rPr>
                <a:t>target</a:t>
              </a:r>
              <a:r>
                <a:rPr lang="en-US" altLang="zh-CN" sz="1050" dirty="0">
                  <a:latin typeface="Courier" charset="0"/>
                  <a:ea typeface="Courier" charset="0"/>
                  <a:cs typeface="Courier" charset="0"/>
                </a:rPr>
                <a:t>=coding)</a:t>
              </a:r>
            </a:p>
            <a:p>
              <a:pPr marL="0" indent="0">
                <a:lnSpc>
                  <a:spcPct val="150000"/>
                </a:lnSpc>
              </a:pPr>
              <a:r>
                <a:rPr lang="en-US" altLang="zh-CN" sz="1050" i="1" dirty="0">
                  <a:solidFill>
                    <a:srgbClr val="808080"/>
                  </a:solidFill>
                  <a:latin typeface="Courier" charset="0"/>
                  <a:ea typeface="Courier" charset="0"/>
                  <a:cs typeface="Courier" charset="0"/>
                </a:rPr>
                <a:t># </a:t>
              </a:r>
              <a:r>
                <a:rPr lang="zh-CN" altLang="en-US" sz="1050" i="1" dirty="0">
                  <a:solidFill>
                    <a:srgbClr val="808080"/>
                  </a:solidFill>
                  <a:latin typeface="Courier" charset="0"/>
                  <a:ea typeface="Courier" charset="0"/>
                  <a:cs typeface="Courier" charset="0"/>
                </a:rPr>
                <a:t>创建子进程</a:t>
              </a:r>
              <a:br>
                <a:rPr lang="zh-CN" altLang="en-US" sz="1050" i="1" dirty="0">
                  <a:solidFill>
                    <a:srgbClr val="808080"/>
                  </a:solidFill>
                  <a:latin typeface="Courier" charset="0"/>
                  <a:ea typeface="Courier" charset="0"/>
                  <a:cs typeface="Courier" charset="0"/>
                </a:rPr>
              </a:br>
              <a:r>
                <a:rPr lang="en-US" altLang="zh-CN" sz="1050" dirty="0" err="1">
                  <a:latin typeface="Courier" charset="0"/>
                  <a:ea typeface="Courier" charset="0"/>
                  <a:cs typeface="Courier" charset="0"/>
                </a:rPr>
                <a:t>music_process</a:t>
              </a:r>
              <a:r>
                <a:rPr lang="en-US" altLang="zh-CN" sz="1050" dirty="0">
                  <a:latin typeface="Courier" charset="0"/>
                  <a:ea typeface="Courier" charset="0"/>
                  <a:cs typeface="Courier" charset="0"/>
                </a:rPr>
                <a:t> = </a:t>
              </a:r>
              <a:r>
                <a:rPr lang="en-US" altLang="zh-CN" sz="1050" dirty="0" err="1">
                  <a:latin typeface="Courier" charset="0"/>
                  <a:ea typeface="Courier" charset="0"/>
                  <a:cs typeface="Courier" charset="0"/>
                </a:rPr>
                <a:t>multiprocessing.Process</a:t>
              </a:r>
              <a:r>
                <a:rPr lang="en-US" altLang="zh-CN" sz="1050" dirty="0">
                  <a:latin typeface="Courier" charset="0"/>
                  <a:ea typeface="Courier" charset="0"/>
                  <a:cs typeface="Courier" charset="0"/>
                </a:rPr>
                <a:t>(</a:t>
              </a:r>
              <a:r>
                <a:rPr lang="en-US" altLang="zh-CN" sz="1050" dirty="0">
                  <a:solidFill>
                    <a:srgbClr val="660099"/>
                  </a:solidFill>
                  <a:latin typeface="Courier" charset="0"/>
                  <a:ea typeface="Courier" charset="0"/>
                  <a:cs typeface="Courier" charset="0"/>
                </a:rPr>
                <a:t>target</a:t>
              </a:r>
              <a:r>
                <a:rPr lang="en-US" altLang="zh-CN" sz="1050" dirty="0">
                  <a:latin typeface="Courier" charset="0"/>
                  <a:ea typeface="Courier" charset="0"/>
                  <a:cs typeface="Courier" charset="0"/>
                </a:rPr>
                <a:t>=music)</a:t>
              </a:r>
            </a:p>
            <a:p>
              <a:pPr marL="0" indent="0">
                <a:lnSpc>
                  <a:spcPct val="150000"/>
                </a:lnSpc>
              </a:pPr>
              <a:r>
                <a:rPr lang="en-US" altLang="zh-CN" sz="1050" i="1" dirty="0">
                  <a:solidFill>
                    <a:srgbClr val="808080"/>
                  </a:solidFill>
                  <a:latin typeface="Courier" charset="0"/>
                  <a:ea typeface="Courier" charset="0"/>
                  <a:cs typeface="Courier" charset="0"/>
                </a:rPr>
                <a:t># </a:t>
              </a:r>
              <a:r>
                <a:rPr lang="zh-CN" altLang="en-US" sz="1050" i="1" dirty="0">
                  <a:solidFill>
                    <a:srgbClr val="808080"/>
                  </a:solidFill>
                  <a:latin typeface="Courier" charset="0"/>
                  <a:ea typeface="Courier" charset="0"/>
                  <a:cs typeface="Courier" charset="0"/>
                </a:rPr>
                <a:t>启动进程</a:t>
              </a:r>
              <a:br>
                <a:rPr lang="zh-CN" altLang="en-US" sz="1050" i="1" dirty="0">
                  <a:solidFill>
                    <a:srgbClr val="808080"/>
                  </a:solidFill>
                  <a:latin typeface="Courier" charset="0"/>
                  <a:ea typeface="Courier" charset="0"/>
                  <a:cs typeface="Courier" charset="0"/>
                </a:rPr>
              </a:br>
              <a:r>
                <a:rPr lang="en-US" altLang="zh-CN" sz="1050" dirty="0" err="1">
                  <a:solidFill>
                    <a:prstClr val="black"/>
                  </a:solidFill>
                  <a:latin typeface="Courier" charset="0"/>
                  <a:ea typeface="Courier" charset="0"/>
                  <a:cs typeface="Courier" charset="0"/>
                </a:rPr>
                <a:t>coding_process</a:t>
              </a:r>
              <a:r>
                <a:rPr lang="en-US" altLang="zh-CN" sz="1050" dirty="0" err="1">
                  <a:latin typeface="Courier" charset="0"/>
                  <a:ea typeface="Courier" charset="0"/>
                  <a:cs typeface="Courier" charset="0"/>
                </a:rPr>
                <a:t>.start</a:t>
              </a:r>
              <a:r>
                <a:rPr lang="en-US" altLang="zh-CN" sz="1050" dirty="0">
                  <a:latin typeface="Courier" charset="0"/>
                  <a:ea typeface="Courier" charset="0"/>
                  <a:cs typeface="Courier" charset="0"/>
                </a:rPr>
                <a:t>()</a:t>
              </a:r>
              <a:br>
                <a:rPr lang="en-US" altLang="zh-CN" sz="1050" dirty="0">
                  <a:latin typeface="Courier" charset="0"/>
                  <a:ea typeface="Courier" charset="0"/>
                  <a:cs typeface="Courier" charset="0"/>
                </a:rPr>
              </a:br>
              <a:r>
                <a:rPr lang="en-US" altLang="zh-CN" sz="1050" dirty="0" err="1">
                  <a:latin typeface="Courier" charset="0"/>
                  <a:ea typeface="Courier" charset="0"/>
                  <a:cs typeface="Courier" charset="0"/>
                </a:rPr>
                <a:t>music_process.start</a:t>
              </a:r>
              <a:r>
                <a:rPr lang="en-US" altLang="zh-CN" sz="1050" dirty="0">
                  <a:latin typeface="Courier" charset="0"/>
                  <a:ea typeface="Courier" charset="0"/>
                  <a:cs typeface="Courier" charset="0"/>
                </a:rPr>
                <a:t>()</a:t>
              </a:r>
              <a:endParaRPr lang="en-US" altLang="zh-CN" sz="105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endParaRPr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8D6B8EF5-9C36-C546-A4AD-50CA40BC69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1375" y="1131888"/>
            <a:ext cx="3514725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3.3</a:t>
            </a:r>
            <a:r>
              <a:rPr lang="zh-CN" altLang="en-US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 进程创建与启动的代码</a:t>
            </a:r>
          </a:p>
        </p:txBody>
      </p:sp>
      <p:sp>
        <p:nvSpPr>
          <p:cNvPr id="7" name="标题占位符 1"/>
          <p:cNvSpPr txBox="1">
            <a:spLocks noChangeArrowheads="1"/>
          </p:cNvSpPr>
          <p:nvPr/>
        </p:nvSpPr>
        <p:spPr bwMode="auto">
          <a:xfrm>
            <a:off x="628650" y="-19050"/>
            <a:ext cx="5383213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CN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3.</a:t>
            </a:r>
            <a:r>
              <a:rPr lang="zh-CN" altLang="en-US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 多进程完成多任务</a:t>
            </a:r>
            <a:endParaRPr lang="zh-TW" altLang="zh-CN" sz="2400" b="1" dirty="0">
              <a:solidFill>
                <a:srgbClr val="595959"/>
              </a:solidFill>
              <a:latin typeface="微软雅黑" charset="-122"/>
              <a:ea typeface="微软雅黑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60032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5"/>
          <p:cNvSpPr txBox="1">
            <a:spLocks noChangeArrowheads="1"/>
          </p:cNvSpPr>
          <p:nvPr/>
        </p:nvSpPr>
        <p:spPr bwMode="auto">
          <a:xfrm>
            <a:off x="993775" y="1923678"/>
            <a:ext cx="3298577" cy="5770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68288" indent="-268288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 marL="0" indent="0">
              <a:lnSpc>
                <a:spcPct val="150000"/>
              </a:lnSpc>
            </a:pPr>
            <a:r>
              <a:rPr lang="en-US" altLang="zh-CN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1.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 导入进程包</a:t>
            </a:r>
            <a:endParaRPr lang="en-US" altLang="zh-CN" sz="1050" dirty="0">
              <a:solidFill>
                <a:srgbClr val="262626"/>
              </a:solidFill>
              <a:latin typeface="微软雅黑" charset="-122"/>
              <a:ea typeface="微软雅黑" charset="-122"/>
            </a:endParaRPr>
          </a:p>
          <a:p>
            <a:pPr marL="0" indent="0">
              <a:lnSpc>
                <a:spcPct val="150000"/>
              </a:lnSpc>
            </a:pP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    </a:t>
            </a:r>
            <a:r>
              <a:rPr lang="en-US" altLang="zh-CN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import</a:t>
            </a:r>
            <a:r>
              <a:rPr lang="zh-CN" altLang="en-US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 </a:t>
            </a:r>
            <a:r>
              <a:rPr lang="en-US" altLang="zh-CN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multiprocessing</a:t>
            </a:r>
          </a:p>
        </p:txBody>
      </p:sp>
      <p:sp>
        <p:nvSpPr>
          <p:cNvPr id="9" name="TextBox 15"/>
          <p:cNvSpPr txBox="1">
            <a:spLocks noChangeArrowheads="1"/>
          </p:cNvSpPr>
          <p:nvPr/>
        </p:nvSpPr>
        <p:spPr bwMode="auto">
          <a:xfrm>
            <a:off x="993774" y="2599331"/>
            <a:ext cx="4514330" cy="5770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68288" indent="-268288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 marL="0" indent="0">
              <a:lnSpc>
                <a:spcPct val="150000"/>
              </a:lnSpc>
            </a:pPr>
            <a:r>
              <a:rPr lang="en-US" altLang="zh-CN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2.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 创建子进程并指定执行的任务</a:t>
            </a:r>
            <a:endParaRPr lang="en-US" altLang="zh-CN" sz="1050" dirty="0">
              <a:solidFill>
                <a:srgbClr val="262626"/>
              </a:solidFill>
              <a:latin typeface="微软雅黑" charset="-122"/>
              <a:ea typeface="微软雅黑" charset="-122"/>
            </a:endParaRPr>
          </a:p>
          <a:p>
            <a:pPr marL="0" indent="0">
              <a:lnSpc>
                <a:spcPct val="150000"/>
              </a:lnSpc>
            </a:pPr>
            <a:r>
              <a:rPr lang="zh-CN" altLang="en-US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    </a:t>
            </a:r>
            <a:r>
              <a:rPr lang="en-US" altLang="zh-CN" sz="1050" b="1" dirty="0" err="1">
                <a:solidFill>
                  <a:srgbClr val="FF0000"/>
                </a:solidFill>
                <a:latin typeface="微软雅黑" charset="-122"/>
                <a:ea typeface="微软雅黑" charset="-122"/>
              </a:rPr>
              <a:t>sub_process</a:t>
            </a:r>
            <a:r>
              <a:rPr lang="zh-CN" altLang="en-US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 </a:t>
            </a:r>
            <a:r>
              <a:rPr lang="en-US" altLang="zh-CN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=</a:t>
            </a:r>
            <a:r>
              <a:rPr lang="zh-CN" altLang="en-US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 </a:t>
            </a:r>
            <a:r>
              <a:rPr lang="en-US" altLang="zh-CN" sz="1050" b="1" dirty="0" err="1">
                <a:solidFill>
                  <a:srgbClr val="FF0000"/>
                </a:solidFill>
                <a:latin typeface="微软雅黑" charset="-122"/>
                <a:ea typeface="微软雅黑" charset="-122"/>
              </a:rPr>
              <a:t>multiprocessing.Process</a:t>
            </a:r>
            <a:r>
              <a:rPr lang="en-US" altLang="zh-CN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 (target=</a:t>
            </a:r>
            <a:r>
              <a:rPr lang="zh-CN" altLang="en-US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任务名</a:t>
            </a:r>
            <a:r>
              <a:rPr lang="en-US" altLang="zh-CN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)</a:t>
            </a:r>
          </a:p>
        </p:txBody>
      </p:sp>
      <p:sp>
        <p:nvSpPr>
          <p:cNvPr id="11" name="TextBox 15"/>
          <p:cNvSpPr txBox="1">
            <a:spLocks noChangeArrowheads="1"/>
          </p:cNvSpPr>
          <p:nvPr/>
        </p:nvSpPr>
        <p:spPr bwMode="auto">
          <a:xfrm>
            <a:off x="993774" y="3291830"/>
            <a:ext cx="3298577" cy="5770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68288" indent="-268288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 marL="0" indent="0">
              <a:lnSpc>
                <a:spcPct val="150000"/>
              </a:lnSpc>
            </a:pPr>
            <a:r>
              <a:rPr lang="en-US" altLang="zh-CN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3.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 启动进程执行任务</a:t>
            </a:r>
            <a:endParaRPr lang="en-US" altLang="zh-CN" sz="1050" dirty="0">
              <a:solidFill>
                <a:srgbClr val="262626"/>
              </a:solidFill>
              <a:latin typeface="微软雅黑" charset="-122"/>
              <a:ea typeface="微软雅黑" charset="-122"/>
            </a:endParaRPr>
          </a:p>
          <a:p>
            <a:pPr marL="0" indent="0">
              <a:lnSpc>
                <a:spcPct val="150000"/>
              </a:lnSpc>
            </a:pP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    </a:t>
            </a:r>
            <a:r>
              <a:rPr lang="en-US" altLang="zh-CN" sz="1050" b="1" dirty="0" err="1">
                <a:solidFill>
                  <a:srgbClr val="FF0000"/>
                </a:solidFill>
                <a:latin typeface="微软雅黑" charset="-122"/>
                <a:ea typeface="微软雅黑" charset="-122"/>
              </a:rPr>
              <a:t>sub_process.start</a:t>
            </a:r>
            <a:r>
              <a:rPr lang="en-US" altLang="zh-CN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()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EDCE4F-C179-374C-B38C-CC824C226F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1375" y="1131888"/>
            <a:ext cx="4738737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3.4</a:t>
            </a:r>
            <a:r>
              <a:rPr lang="zh-CN" altLang="en-US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 知识要点 </a:t>
            </a:r>
          </a:p>
        </p:txBody>
      </p:sp>
      <p:sp>
        <p:nvSpPr>
          <p:cNvPr id="10" name="标题占位符 1"/>
          <p:cNvSpPr txBox="1">
            <a:spLocks noChangeArrowheads="1"/>
          </p:cNvSpPr>
          <p:nvPr/>
        </p:nvSpPr>
        <p:spPr bwMode="auto">
          <a:xfrm>
            <a:off x="628650" y="-19050"/>
            <a:ext cx="5383213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CN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3.</a:t>
            </a:r>
            <a:r>
              <a:rPr lang="zh-CN" altLang="en-US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 多进程完成多任务</a:t>
            </a:r>
            <a:endParaRPr lang="zh-TW" altLang="zh-CN" sz="2400" b="1" dirty="0">
              <a:solidFill>
                <a:srgbClr val="595959"/>
              </a:solidFill>
              <a:latin typeface="微软雅黑" charset="-122"/>
              <a:ea typeface="微软雅黑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64743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1763688" y="2283718"/>
          <a:ext cx="5700712" cy="1209676"/>
        </p:xfrm>
        <a:graphic>
          <a:graphicData uri="http://schemas.openxmlformats.org/drawingml/2006/table">
            <a:tbl>
              <a:tblPr/>
              <a:tblGrid>
                <a:gridCol w="165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3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45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charset="0"/>
                        <a:defRPr sz="1600" b="1">
                          <a:solidFill>
                            <a:schemeClr val="tx1"/>
                          </a:solidFill>
                          <a:latin typeface="黑体" charset="-122"/>
                          <a:ea typeface="黑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charset="0"/>
                        <a:defRPr sz="1200" b="1">
                          <a:solidFill>
                            <a:schemeClr val="tx1"/>
                          </a:solidFill>
                          <a:latin typeface="黑体" charset="-122"/>
                          <a:ea typeface="黑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charset="-122"/>
                          <a:ea typeface="微软雅黑" charset="-122"/>
                        </a:rPr>
                        <a:t>参数名</a:t>
                      </a:r>
                    </a:p>
                  </a:txBody>
                  <a:tcPr marL="91418" marR="91418" marT="45735" marB="4573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charset="0"/>
                        <a:defRPr sz="1600" b="1">
                          <a:solidFill>
                            <a:schemeClr val="tx1"/>
                          </a:solidFill>
                          <a:latin typeface="黑体" charset="-122"/>
                          <a:ea typeface="黑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charset="0"/>
                        <a:defRPr sz="1200" b="1">
                          <a:solidFill>
                            <a:schemeClr val="tx1"/>
                          </a:solidFill>
                          <a:latin typeface="黑体" charset="-122"/>
                          <a:ea typeface="黑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微软雅黑" charset="-122"/>
                          <a:ea typeface="微软雅黑" charset="-122"/>
                        </a:rPr>
                        <a:t>说明</a:t>
                      </a:r>
                    </a:p>
                  </a:txBody>
                  <a:tcPr marL="91418" marR="91418" marT="45735" marB="4573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5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25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charset="0"/>
                        <a:defRPr sz="1600" b="1">
                          <a:solidFill>
                            <a:schemeClr val="tx1"/>
                          </a:solidFill>
                          <a:latin typeface="黑体" charset="-122"/>
                          <a:ea typeface="黑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charset="0"/>
                        <a:defRPr sz="1200" b="1">
                          <a:solidFill>
                            <a:schemeClr val="tx1"/>
                          </a:solidFill>
                          <a:latin typeface="黑体" charset="-122"/>
                          <a:ea typeface="黑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050" dirty="0" err="1">
                          <a:solidFill>
                            <a:srgbClr val="262626"/>
                          </a:solidFill>
                          <a:latin typeface="微软雅黑" charset="-122"/>
                          <a:ea typeface="微软雅黑" charset="-122"/>
                        </a:rPr>
                        <a:t>args</a:t>
                      </a:r>
                      <a:endParaRPr kumimoji="0" lang="zh-CN" altLang="en-US" sz="1050" b="1" i="0" u="none" strike="noStrike" cap="none" normalizeH="0" baseline="0" dirty="0">
                        <a:ln>
                          <a:noFill/>
                        </a:ln>
                        <a:solidFill>
                          <a:srgbClr val="595959"/>
                        </a:solidFill>
                        <a:effectLst/>
                        <a:latin typeface="Times New Roman" charset="0"/>
                        <a:ea typeface="黑体" charset="-122"/>
                      </a:endParaRPr>
                    </a:p>
                  </a:txBody>
                  <a:tcPr marL="91418" marR="91418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charset="0"/>
                        <a:defRPr sz="1600" b="1">
                          <a:solidFill>
                            <a:schemeClr val="tx1"/>
                          </a:solidFill>
                          <a:latin typeface="黑体" charset="-122"/>
                          <a:ea typeface="黑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charset="0"/>
                        <a:defRPr sz="1200" b="1">
                          <a:solidFill>
                            <a:schemeClr val="tx1"/>
                          </a:solidFill>
                          <a:latin typeface="黑体" charset="-122"/>
                          <a:ea typeface="黑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zh-CN" altLang="en-US" sz="1050" dirty="0">
                          <a:solidFill>
                            <a:srgbClr val="262626"/>
                          </a:solidFill>
                          <a:latin typeface="微软雅黑" charset="-122"/>
                          <a:ea typeface="微软雅黑" charset="-122"/>
                        </a:rPr>
                        <a:t>以元组的方式给执行任务传参</a:t>
                      </a:r>
                      <a:endParaRPr kumimoji="0" lang="zh-CN" altLang="en-US" sz="1050" b="0" i="0" u="none" strike="noStrike" cap="none" normalizeH="0" baseline="0" dirty="0">
                        <a:ln>
                          <a:noFill/>
                        </a:ln>
                        <a:solidFill>
                          <a:srgbClr val="595959"/>
                        </a:solidFill>
                        <a:effectLst/>
                        <a:latin typeface="黑体" charset="-122"/>
                        <a:ea typeface="黑体" charset="-122"/>
                      </a:endParaRPr>
                    </a:p>
                  </a:txBody>
                  <a:tcPr marL="91418" marR="91418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25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charset="0"/>
                        <a:defRPr sz="1600" b="1">
                          <a:solidFill>
                            <a:schemeClr val="tx1"/>
                          </a:solidFill>
                          <a:latin typeface="黑体" charset="-122"/>
                          <a:ea typeface="黑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charset="0"/>
                        <a:defRPr sz="1200" b="1">
                          <a:solidFill>
                            <a:schemeClr val="tx1"/>
                          </a:solidFill>
                          <a:latin typeface="黑体" charset="-122"/>
                          <a:ea typeface="黑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050" dirty="0" err="1">
                          <a:solidFill>
                            <a:srgbClr val="262626"/>
                          </a:solidFill>
                          <a:latin typeface="微软雅黑" charset="-122"/>
                          <a:ea typeface="微软雅黑" charset="-122"/>
                        </a:rPr>
                        <a:t>kwargs</a:t>
                      </a:r>
                      <a:endParaRPr kumimoji="0" lang="zh-CN" altLang="en-US" sz="1050" b="1" i="0" u="none" strike="noStrike" cap="none" normalizeH="0" baseline="0" dirty="0">
                        <a:ln>
                          <a:noFill/>
                        </a:ln>
                        <a:solidFill>
                          <a:srgbClr val="595959"/>
                        </a:solidFill>
                        <a:effectLst/>
                        <a:latin typeface="Times New Roman" charset="0"/>
                        <a:ea typeface="黑体" charset="-122"/>
                      </a:endParaRPr>
                    </a:p>
                  </a:txBody>
                  <a:tcPr marL="91418" marR="91418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3D9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charset="0"/>
                        <a:defRPr sz="1600" b="1">
                          <a:solidFill>
                            <a:schemeClr val="tx1"/>
                          </a:solidFill>
                          <a:latin typeface="黑体" charset="-122"/>
                          <a:ea typeface="黑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charset="0"/>
                        <a:defRPr sz="1200" b="1">
                          <a:solidFill>
                            <a:schemeClr val="tx1"/>
                          </a:solidFill>
                          <a:latin typeface="黑体" charset="-122"/>
                          <a:ea typeface="黑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黑体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zh-CN" altLang="en-US" sz="1050" dirty="0">
                          <a:solidFill>
                            <a:srgbClr val="262626"/>
                          </a:solidFill>
                          <a:latin typeface="微软雅黑" charset="-122"/>
                          <a:ea typeface="微软雅黑" charset="-122"/>
                        </a:rPr>
                        <a:t>以字典方式给执行任务传参</a:t>
                      </a:r>
                      <a:endParaRPr kumimoji="0" lang="zh-CN" altLang="en-US" sz="1050" b="0" i="0" u="none" strike="noStrike" cap="none" normalizeH="0" baseline="0" dirty="0">
                        <a:ln>
                          <a:noFill/>
                        </a:ln>
                        <a:solidFill>
                          <a:srgbClr val="595959"/>
                        </a:solidFill>
                        <a:effectLst/>
                        <a:latin typeface="黑体" charset="-122"/>
                        <a:ea typeface="黑体" charset="-122"/>
                      </a:endParaRPr>
                    </a:p>
                  </a:txBody>
                  <a:tcPr marL="91418" marR="91418" marT="45735" marB="4573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3D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Box 6"/>
          <p:cNvSpPr txBox="1">
            <a:spLocks noChangeArrowheads="1"/>
          </p:cNvSpPr>
          <p:nvPr/>
        </p:nvSpPr>
        <p:spPr bwMode="auto">
          <a:xfrm>
            <a:off x="841375" y="1131888"/>
            <a:ext cx="3514725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3.5</a:t>
            </a:r>
            <a:r>
              <a:rPr lang="zh-CN" altLang="en-US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 进程执行带有参数的任务</a:t>
            </a:r>
          </a:p>
        </p:txBody>
      </p:sp>
      <p:sp>
        <p:nvSpPr>
          <p:cNvPr id="6" name="标题占位符 1"/>
          <p:cNvSpPr txBox="1">
            <a:spLocks noChangeArrowheads="1"/>
          </p:cNvSpPr>
          <p:nvPr/>
        </p:nvSpPr>
        <p:spPr bwMode="auto">
          <a:xfrm>
            <a:off x="628650" y="-19050"/>
            <a:ext cx="5383213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CN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3.</a:t>
            </a:r>
            <a:r>
              <a:rPr lang="zh-CN" altLang="en-US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 多进程完成多任务</a:t>
            </a:r>
            <a:endParaRPr lang="zh-TW" altLang="zh-CN" sz="2400" b="1" dirty="0">
              <a:solidFill>
                <a:srgbClr val="595959"/>
              </a:solidFill>
              <a:latin typeface="微软雅黑" charset="-122"/>
              <a:ea typeface="微软雅黑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7311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19390080-7DB8-0240-8796-A9FCB56019E0}"/>
              </a:ext>
            </a:extLst>
          </p:cNvPr>
          <p:cNvGrpSpPr/>
          <p:nvPr/>
        </p:nvGrpSpPr>
        <p:grpSpPr>
          <a:xfrm>
            <a:off x="941884" y="1911669"/>
            <a:ext cx="6610945" cy="1452169"/>
            <a:chOff x="941884" y="1911669"/>
            <a:chExt cx="6610945" cy="1452169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D8A8779F-15C2-7F4D-9DB6-7AA347C783A3}"/>
                </a:ext>
              </a:extLst>
            </p:cNvPr>
            <p:cNvSpPr/>
            <p:nvPr/>
          </p:nvSpPr>
          <p:spPr>
            <a:xfrm>
              <a:off x="941884" y="1911669"/>
              <a:ext cx="6610945" cy="1452169"/>
            </a:xfrm>
            <a:prstGeom prst="rect">
              <a:avLst/>
            </a:prstGeom>
            <a:solidFill>
              <a:srgbClr val="E6F0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5" name="TextBox 15"/>
            <p:cNvSpPr txBox="1">
              <a:spLocks noChangeArrowheads="1"/>
            </p:cNvSpPr>
            <p:nvPr/>
          </p:nvSpPr>
          <p:spPr bwMode="auto">
            <a:xfrm>
              <a:off x="1187624" y="2067694"/>
              <a:ext cx="5616624" cy="10618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268288" indent="-268288">
                <a:defRPr>
                  <a:solidFill>
                    <a:schemeClr val="tx1"/>
                  </a:solidFill>
                  <a:latin typeface="Calibri" charset="0"/>
                  <a:ea typeface="宋体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charset="0"/>
                  <a:ea typeface="宋体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charset="0"/>
                  <a:ea typeface="宋体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charset="0"/>
                  <a:ea typeface="宋体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宋体" charset="-122"/>
                </a:defRPr>
              </a:lvl9pPr>
            </a:lstStyle>
            <a:p>
              <a:pPr marL="0" indent="0">
                <a:lnSpc>
                  <a:spcPct val="150000"/>
                </a:lnSpc>
              </a:pPr>
              <a:r>
                <a:rPr lang="en-US" altLang="zh-CN" sz="1050" i="1" dirty="0">
                  <a:solidFill>
                    <a:srgbClr val="808080"/>
                  </a:solidFill>
                  <a:latin typeface="Courier" pitchFamily="2" charset="0"/>
                </a:rPr>
                <a:t># target</a:t>
              </a:r>
              <a:r>
                <a:rPr lang="zh-CN" altLang="en-US" sz="1050" i="1" dirty="0">
                  <a:solidFill>
                    <a:srgbClr val="808080"/>
                  </a:solidFill>
                  <a:latin typeface="Courier" pitchFamily="2" charset="0"/>
                </a:rPr>
                <a:t>： 进程执行的函数名</a:t>
              </a:r>
              <a:br>
                <a:rPr lang="zh-CN" altLang="en-US" sz="1050" i="1" dirty="0">
                  <a:solidFill>
                    <a:srgbClr val="808080"/>
                  </a:solidFill>
                  <a:latin typeface="Courier" pitchFamily="2" charset="0"/>
                </a:rPr>
              </a:br>
              <a:r>
                <a:rPr lang="en-US" altLang="zh-CN" sz="1050" i="1" dirty="0">
                  <a:solidFill>
                    <a:srgbClr val="808080"/>
                  </a:solidFill>
                  <a:latin typeface="Courier" pitchFamily="2" charset="0"/>
                </a:rPr>
                <a:t># </a:t>
              </a:r>
              <a:r>
                <a:rPr lang="en-US" altLang="zh-CN" sz="1050" i="1" dirty="0" err="1">
                  <a:solidFill>
                    <a:srgbClr val="808080"/>
                  </a:solidFill>
                  <a:latin typeface="Courier" pitchFamily="2" charset="0"/>
                </a:rPr>
                <a:t>args</a:t>
              </a:r>
              <a:r>
                <a:rPr lang="zh-CN" altLang="en-US" sz="1050" i="1" dirty="0">
                  <a:solidFill>
                    <a:srgbClr val="808080"/>
                  </a:solidFill>
                  <a:latin typeface="Courier" pitchFamily="2" charset="0"/>
                </a:rPr>
                <a:t>： 表示以元组的方式给函数传参</a:t>
              </a:r>
              <a:br>
                <a:rPr lang="zh-CN" altLang="en-US" sz="1050" i="1" dirty="0">
                  <a:solidFill>
                    <a:srgbClr val="808080"/>
                  </a:solidFill>
                  <a:latin typeface="Courier" pitchFamily="2" charset="0"/>
                </a:rPr>
              </a:br>
              <a:r>
                <a:rPr lang="en-US" altLang="zh-CN" sz="1050" dirty="0" err="1">
                  <a:latin typeface="Courier" pitchFamily="2" charset="0"/>
                </a:rPr>
                <a:t>sing_process</a:t>
              </a:r>
              <a:r>
                <a:rPr lang="en-US" altLang="zh-CN" sz="1050" dirty="0">
                  <a:latin typeface="Courier" pitchFamily="2" charset="0"/>
                </a:rPr>
                <a:t> = </a:t>
              </a:r>
              <a:r>
                <a:rPr lang="en-US" altLang="zh-CN" sz="1050" dirty="0" err="1">
                  <a:latin typeface="Courier" pitchFamily="2" charset="0"/>
                </a:rPr>
                <a:t>multiprocessing.Process</a:t>
              </a:r>
              <a:r>
                <a:rPr lang="en-US" altLang="zh-CN" sz="1050" dirty="0">
                  <a:latin typeface="Courier" pitchFamily="2" charset="0"/>
                </a:rPr>
                <a:t>(</a:t>
              </a:r>
              <a:r>
                <a:rPr lang="en-US" altLang="zh-CN" sz="1050" dirty="0">
                  <a:solidFill>
                    <a:srgbClr val="660099"/>
                  </a:solidFill>
                  <a:latin typeface="Courier" pitchFamily="2" charset="0"/>
                </a:rPr>
                <a:t>target</a:t>
              </a:r>
              <a:r>
                <a:rPr lang="en-US" altLang="zh-CN" sz="1050" dirty="0">
                  <a:latin typeface="Courier" pitchFamily="2" charset="0"/>
                </a:rPr>
                <a:t>=music, </a:t>
              </a:r>
              <a:r>
                <a:rPr lang="en-US" altLang="zh-CN" sz="1050" dirty="0" err="1">
                  <a:solidFill>
                    <a:srgbClr val="660099"/>
                  </a:solidFill>
                  <a:latin typeface="Courier" pitchFamily="2" charset="0"/>
                </a:rPr>
                <a:t>args</a:t>
              </a:r>
              <a:r>
                <a:rPr lang="en-US" altLang="zh-CN" sz="1050" dirty="0">
                  <a:latin typeface="Courier" pitchFamily="2" charset="0"/>
                </a:rPr>
                <a:t>=(</a:t>
              </a:r>
              <a:r>
                <a:rPr lang="en-US" altLang="zh-CN" sz="1050" dirty="0">
                  <a:solidFill>
                    <a:srgbClr val="0000FF"/>
                  </a:solidFill>
                  <a:latin typeface="Courier" pitchFamily="2" charset="0"/>
                </a:rPr>
                <a:t>3</a:t>
              </a:r>
              <a:r>
                <a:rPr lang="en-US" altLang="zh-CN" sz="1050" dirty="0">
                  <a:latin typeface="Courier" pitchFamily="2" charset="0"/>
                </a:rPr>
                <a:t>,))</a:t>
              </a:r>
              <a:br>
                <a:rPr lang="en-US" altLang="zh-CN" sz="1050" dirty="0">
                  <a:latin typeface="Courier" pitchFamily="2" charset="0"/>
                </a:rPr>
              </a:br>
              <a:r>
                <a:rPr lang="en-US" altLang="zh-CN" sz="1050" dirty="0" err="1">
                  <a:latin typeface="Courier" pitchFamily="2" charset="0"/>
                </a:rPr>
                <a:t>sing_process.start</a:t>
              </a:r>
              <a:r>
                <a:rPr lang="en-US" altLang="zh-CN" sz="1050" dirty="0">
                  <a:latin typeface="Courier" pitchFamily="2" charset="0"/>
                </a:rPr>
                <a:t>()</a:t>
              </a:r>
              <a:endParaRPr lang="en-US" altLang="zh-CN" sz="1050" dirty="0">
                <a:solidFill>
                  <a:srgbClr val="262626"/>
                </a:solidFill>
                <a:latin typeface="Courier" pitchFamily="2" charset="0"/>
                <a:ea typeface="微软雅黑" charset="-122"/>
              </a:endParaRPr>
            </a:p>
          </p:txBody>
        </p:sp>
      </p:grpSp>
      <p:sp>
        <p:nvSpPr>
          <p:cNvPr id="8" name="TextBox 6"/>
          <p:cNvSpPr txBox="1">
            <a:spLocks noChangeArrowheads="1"/>
          </p:cNvSpPr>
          <p:nvPr/>
        </p:nvSpPr>
        <p:spPr bwMode="auto">
          <a:xfrm>
            <a:off x="841375" y="1131888"/>
            <a:ext cx="3514725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3.6</a:t>
            </a:r>
            <a:r>
              <a:rPr lang="zh-CN" altLang="en-US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 </a:t>
            </a:r>
            <a:r>
              <a:rPr lang="en-US" altLang="zh-CN" b="1" dirty="0" err="1">
                <a:solidFill>
                  <a:srgbClr val="404040"/>
                </a:solidFill>
                <a:latin typeface="微软雅黑" charset="-122"/>
                <a:ea typeface="微软雅黑" charset="-122"/>
              </a:rPr>
              <a:t>args</a:t>
            </a:r>
            <a:r>
              <a:rPr lang="zh-CN" altLang="en-US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参数的使用</a:t>
            </a:r>
          </a:p>
        </p:txBody>
      </p:sp>
      <p:sp>
        <p:nvSpPr>
          <p:cNvPr id="9" name="标题占位符 1"/>
          <p:cNvSpPr txBox="1">
            <a:spLocks noChangeArrowheads="1"/>
          </p:cNvSpPr>
          <p:nvPr/>
        </p:nvSpPr>
        <p:spPr bwMode="auto">
          <a:xfrm>
            <a:off x="628650" y="-19050"/>
            <a:ext cx="5383213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CN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3.</a:t>
            </a:r>
            <a:r>
              <a:rPr lang="zh-CN" altLang="en-US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 多进程完成多任务</a:t>
            </a:r>
            <a:endParaRPr lang="zh-TW" altLang="zh-CN" sz="2400" b="1" dirty="0">
              <a:solidFill>
                <a:srgbClr val="595959"/>
              </a:solidFill>
              <a:latin typeface="微软雅黑" charset="-122"/>
              <a:ea typeface="微软雅黑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6616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841375" y="1131888"/>
            <a:ext cx="3514725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3.7</a:t>
            </a:r>
            <a:r>
              <a:rPr lang="zh-CN" altLang="en-US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 </a:t>
            </a:r>
            <a:r>
              <a:rPr lang="en-US" altLang="zh-CN" b="1" dirty="0" err="1">
                <a:solidFill>
                  <a:srgbClr val="404040"/>
                </a:solidFill>
                <a:latin typeface="微软雅黑" charset="-122"/>
                <a:ea typeface="微软雅黑" charset="-122"/>
              </a:rPr>
              <a:t>kwargs</a:t>
            </a:r>
            <a:r>
              <a:rPr lang="zh-CN" altLang="en-US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参数的使用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39D44124-667D-7842-921A-1A200E91508F}"/>
              </a:ext>
            </a:extLst>
          </p:cNvPr>
          <p:cNvGrpSpPr/>
          <p:nvPr/>
        </p:nvGrpSpPr>
        <p:grpSpPr>
          <a:xfrm>
            <a:off x="941884" y="1911668"/>
            <a:ext cx="6610945" cy="1812209"/>
            <a:chOff x="941884" y="1911668"/>
            <a:chExt cx="6610945" cy="1812209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1923B9B4-3557-F14A-A4B9-D5EF18DD401E}"/>
                </a:ext>
              </a:extLst>
            </p:cNvPr>
            <p:cNvSpPr/>
            <p:nvPr/>
          </p:nvSpPr>
          <p:spPr>
            <a:xfrm>
              <a:off x="941884" y="1911668"/>
              <a:ext cx="6610945" cy="1812209"/>
            </a:xfrm>
            <a:prstGeom prst="rect">
              <a:avLst/>
            </a:prstGeom>
            <a:solidFill>
              <a:srgbClr val="E6F0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9" name="TextBox 15">
              <a:extLst>
                <a:ext uri="{FF2B5EF4-FFF2-40B4-BE49-F238E27FC236}">
                  <a16:creationId xmlns:a16="http://schemas.microsoft.com/office/drawing/2014/main" id="{9B81E8B0-A010-2344-A6C9-DBE3BDF8DE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87624" y="2067694"/>
              <a:ext cx="6264696" cy="1304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268288" indent="-268288">
                <a:defRPr>
                  <a:solidFill>
                    <a:schemeClr val="tx1"/>
                  </a:solidFill>
                  <a:latin typeface="Calibri" charset="0"/>
                  <a:ea typeface="宋体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charset="0"/>
                  <a:ea typeface="宋体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charset="0"/>
                  <a:ea typeface="宋体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charset="0"/>
                  <a:ea typeface="宋体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宋体" charset="-122"/>
                </a:defRPr>
              </a:lvl9pPr>
            </a:lstStyle>
            <a:p>
              <a:pPr marL="0" indent="0">
                <a:lnSpc>
                  <a:spcPct val="150000"/>
                </a:lnSpc>
              </a:pPr>
              <a:r>
                <a:rPr lang="en-US" altLang="zh-CN" sz="1050" i="1" dirty="0">
                  <a:solidFill>
                    <a:srgbClr val="808080"/>
                  </a:solidFill>
                  <a:latin typeface="Courier" pitchFamily="2" charset="0"/>
                </a:rPr>
                <a:t># target</a:t>
              </a:r>
              <a:r>
                <a:rPr lang="zh-CN" altLang="en-US" sz="1050" i="1" dirty="0">
                  <a:solidFill>
                    <a:srgbClr val="808080"/>
                  </a:solidFill>
                  <a:latin typeface="Courier" pitchFamily="2" charset="0"/>
                </a:rPr>
                <a:t>： 进程执行的函数名</a:t>
              </a:r>
              <a:br>
                <a:rPr lang="zh-CN" altLang="en-US" sz="1050" i="1" dirty="0">
                  <a:solidFill>
                    <a:srgbClr val="808080"/>
                  </a:solidFill>
                  <a:latin typeface="Courier" pitchFamily="2" charset="0"/>
                </a:rPr>
              </a:br>
              <a:r>
                <a:rPr lang="en-US" altLang="zh-CN" sz="1050" i="1" dirty="0">
                  <a:solidFill>
                    <a:srgbClr val="808080"/>
                  </a:solidFill>
                  <a:latin typeface="Courier" pitchFamily="2" charset="0"/>
                </a:rPr>
                <a:t># </a:t>
              </a:r>
              <a:r>
                <a:rPr lang="en-US" altLang="zh-CN" sz="1050" i="1" dirty="0" err="1">
                  <a:solidFill>
                    <a:srgbClr val="808080"/>
                  </a:solidFill>
                  <a:latin typeface="Courier" pitchFamily="2" charset="0"/>
                </a:rPr>
                <a:t>kwargs</a:t>
              </a:r>
              <a:r>
                <a:rPr lang="en-US" altLang="zh-CN" sz="1050" i="1" dirty="0">
                  <a:solidFill>
                    <a:srgbClr val="808080"/>
                  </a:solidFill>
                  <a:latin typeface="Courier" pitchFamily="2" charset="0"/>
                </a:rPr>
                <a:t>: </a:t>
              </a:r>
              <a:r>
                <a:rPr lang="zh-CN" altLang="en-US" sz="1050" i="1" dirty="0">
                  <a:solidFill>
                    <a:srgbClr val="808080"/>
                  </a:solidFill>
                  <a:latin typeface="Courier" pitchFamily="2" charset="0"/>
                </a:rPr>
                <a:t>表示以字典的方式给函数传参</a:t>
              </a:r>
              <a:br>
                <a:rPr lang="zh-CN" altLang="en-US" sz="1050" i="1" dirty="0">
                  <a:solidFill>
                    <a:srgbClr val="808080"/>
                  </a:solidFill>
                  <a:latin typeface="Courier" pitchFamily="2" charset="0"/>
                </a:rPr>
              </a:br>
              <a:r>
                <a:rPr lang="en-US" altLang="zh-CN" sz="1050" dirty="0" err="1">
                  <a:latin typeface="Courier" pitchFamily="2" charset="0"/>
                </a:rPr>
                <a:t>dance_process</a:t>
              </a:r>
              <a:r>
                <a:rPr lang="en-US" altLang="zh-CN" sz="1050" dirty="0">
                  <a:latin typeface="Courier" pitchFamily="2" charset="0"/>
                </a:rPr>
                <a:t> = </a:t>
              </a:r>
              <a:r>
                <a:rPr lang="en-US" altLang="zh-CN" sz="1050" dirty="0" err="1">
                  <a:latin typeface="Courier" pitchFamily="2" charset="0"/>
                </a:rPr>
                <a:t>multiprocessing.Process</a:t>
              </a:r>
              <a:r>
                <a:rPr lang="en-US" altLang="zh-CN" sz="1050" dirty="0">
                  <a:latin typeface="Courier" pitchFamily="2" charset="0"/>
                </a:rPr>
                <a:t> (</a:t>
              </a:r>
              <a:r>
                <a:rPr lang="en-US" altLang="zh-CN" sz="1050" dirty="0">
                  <a:solidFill>
                    <a:srgbClr val="660099"/>
                  </a:solidFill>
                  <a:latin typeface="Courier" pitchFamily="2" charset="0"/>
                </a:rPr>
                <a:t>target</a:t>
              </a:r>
              <a:r>
                <a:rPr lang="en-US" altLang="zh-CN" sz="1050" dirty="0">
                  <a:latin typeface="Courier" pitchFamily="2" charset="0"/>
                </a:rPr>
                <a:t>=coding, </a:t>
              </a:r>
              <a:r>
                <a:rPr lang="en-US" altLang="zh-CN" sz="1050" dirty="0" err="1">
                  <a:solidFill>
                    <a:srgbClr val="660099"/>
                  </a:solidFill>
                  <a:latin typeface="Courier" pitchFamily="2" charset="0"/>
                </a:rPr>
                <a:t>kwargs</a:t>
              </a:r>
              <a:r>
                <a:rPr lang="en-US" altLang="zh-CN" sz="1050" dirty="0">
                  <a:latin typeface="Courier" pitchFamily="2" charset="0"/>
                </a:rPr>
                <a:t>={</a:t>
              </a:r>
              <a:r>
                <a:rPr lang="en-US" altLang="zh-CN" sz="1050" b="1" dirty="0">
                  <a:solidFill>
                    <a:srgbClr val="008080"/>
                  </a:solidFill>
                  <a:latin typeface="Courier" pitchFamily="2" charset="0"/>
                </a:rPr>
                <a:t>“t"</a:t>
              </a:r>
              <a:r>
                <a:rPr lang="en-US" altLang="zh-CN" sz="1050" dirty="0">
                  <a:latin typeface="Courier" pitchFamily="2" charset="0"/>
                </a:rPr>
                <a:t>: </a:t>
              </a:r>
              <a:r>
                <a:rPr lang="en-US" altLang="zh-CN" sz="1050" dirty="0">
                  <a:solidFill>
                    <a:srgbClr val="0000FF"/>
                  </a:solidFill>
                  <a:latin typeface="Courier" pitchFamily="2" charset="0"/>
                </a:rPr>
                <a:t>0.2</a:t>
              </a:r>
              <a:r>
                <a:rPr lang="en-US" altLang="zh-CN" sz="1050" dirty="0">
                  <a:latin typeface="Courier" pitchFamily="2" charset="0"/>
                </a:rPr>
                <a:t>})</a:t>
              </a:r>
              <a:br>
                <a:rPr lang="en-US" altLang="zh-CN" sz="1050" dirty="0">
                  <a:latin typeface="Courier" pitchFamily="2" charset="0"/>
                </a:rPr>
              </a:br>
              <a:r>
                <a:rPr lang="en-US" altLang="zh-CN" sz="1050" i="1" dirty="0">
                  <a:solidFill>
                    <a:srgbClr val="808080"/>
                  </a:solidFill>
                  <a:latin typeface="Courier" pitchFamily="2" charset="0"/>
                </a:rPr>
                <a:t># </a:t>
              </a:r>
              <a:r>
                <a:rPr lang="zh-CN" altLang="en-US" sz="1050" i="1" dirty="0">
                  <a:solidFill>
                    <a:srgbClr val="808080"/>
                  </a:solidFill>
                  <a:latin typeface="Courier" pitchFamily="2" charset="0"/>
                </a:rPr>
                <a:t>启动进程</a:t>
              </a:r>
              <a:br>
                <a:rPr lang="zh-CN" altLang="en-US" sz="1050" i="1" dirty="0">
                  <a:solidFill>
                    <a:srgbClr val="808080"/>
                  </a:solidFill>
                  <a:latin typeface="Courier" pitchFamily="2" charset="0"/>
                </a:rPr>
              </a:br>
              <a:r>
                <a:rPr lang="en-US" altLang="zh-CN" sz="1050" dirty="0" err="1">
                  <a:latin typeface="Courier" pitchFamily="2" charset="0"/>
                </a:rPr>
                <a:t>dance_process.start</a:t>
              </a:r>
              <a:r>
                <a:rPr lang="en-US" altLang="zh-CN" sz="1050" dirty="0">
                  <a:latin typeface="Courier" pitchFamily="2" charset="0"/>
                </a:rPr>
                <a:t>()</a:t>
              </a:r>
              <a:endParaRPr lang="en-US" altLang="zh-CN" sz="1050" dirty="0">
                <a:solidFill>
                  <a:srgbClr val="262626"/>
                </a:solidFill>
                <a:latin typeface="Courier" pitchFamily="2" charset="0"/>
                <a:ea typeface="微软雅黑" charset="-122"/>
              </a:endParaRPr>
            </a:p>
          </p:txBody>
        </p:sp>
      </p:grpSp>
      <p:sp>
        <p:nvSpPr>
          <p:cNvPr id="10" name="标题占位符 1"/>
          <p:cNvSpPr txBox="1">
            <a:spLocks noChangeArrowheads="1"/>
          </p:cNvSpPr>
          <p:nvPr/>
        </p:nvSpPr>
        <p:spPr bwMode="auto">
          <a:xfrm>
            <a:off x="628650" y="-19050"/>
            <a:ext cx="5383213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CN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3.</a:t>
            </a:r>
            <a:r>
              <a:rPr lang="zh-CN" altLang="en-US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 多进程完成多任务</a:t>
            </a:r>
            <a:endParaRPr lang="zh-TW" altLang="zh-CN" sz="2400" b="1" dirty="0">
              <a:solidFill>
                <a:srgbClr val="595959"/>
              </a:solidFill>
              <a:latin typeface="微软雅黑" charset="-122"/>
              <a:ea typeface="微软雅黑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19785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5"/>
          <p:cNvSpPr txBox="1">
            <a:spLocks noChangeArrowheads="1"/>
          </p:cNvSpPr>
          <p:nvPr/>
        </p:nvSpPr>
        <p:spPr bwMode="auto">
          <a:xfrm>
            <a:off x="993775" y="1923678"/>
            <a:ext cx="5522441" cy="819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68288" indent="-268288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 marL="0" indent="0">
              <a:lnSpc>
                <a:spcPct val="150000"/>
              </a:lnSpc>
            </a:pP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进程执行带有参数的任务传参有两种方式</a:t>
            </a:r>
            <a:r>
              <a:rPr lang="en-US" altLang="zh-CN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: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 </a:t>
            </a:r>
            <a:endParaRPr lang="en-US" altLang="zh-CN" sz="1050" dirty="0">
              <a:solidFill>
                <a:srgbClr val="262626"/>
              </a:solidFill>
              <a:latin typeface="微软雅黑" charset="-122"/>
              <a:ea typeface="微软雅黑" charset="-122"/>
            </a:endParaRPr>
          </a:p>
          <a:p>
            <a:pPr marL="228600" indent="-228600">
              <a:lnSpc>
                <a:spcPct val="150000"/>
              </a:lnSpc>
              <a:buFontTx/>
              <a:buAutoNum type="arabicPeriod"/>
            </a:pPr>
            <a:r>
              <a:rPr lang="zh-CN" altLang="en-US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元组方式传参 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：元组方式传参一定要和参数的</a:t>
            </a:r>
            <a:r>
              <a:rPr lang="zh-CN" altLang="en-US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顺序保持一致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。</a:t>
            </a:r>
            <a:endParaRPr lang="en-US" altLang="zh-CN" sz="1050" dirty="0">
              <a:solidFill>
                <a:srgbClr val="262626"/>
              </a:solidFill>
              <a:latin typeface="微软雅黑" charset="-122"/>
              <a:ea typeface="微软雅黑" charset="-122"/>
            </a:endParaRPr>
          </a:p>
          <a:p>
            <a:pPr marL="228600" indent="-228600">
              <a:lnSpc>
                <a:spcPct val="150000"/>
              </a:lnSpc>
              <a:buFontTx/>
              <a:buAutoNum type="arabicPeriod"/>
            </a:pPr>
            <a:r>
              <a:rPr lang="zh-CN" altLang="en-US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字典方式传参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：字典方式传参字典中的</a:t>
            </a:r>
            <a:r>
              <a:rPr lang="en-US" altLang="zh-CN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key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一定要和</a:t>
            </a:r>
            <a:r>
              <a:rPr lang="zh-CN" altLang="en-US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参数名保持一致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。</a:t>
            </a:r>
            <a:endParaRPr lang="en-US" altLang="zh-CN" sz="1050" dirty="0">
              <a:solidFill>
                <a:srgbClr val="262626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5" name="TextBox 6"/>
          <p:cNvSpPr txBox="1">
            <a:spLocks noChangeArrowheads="1"/>
          </p:cNvSpPr>
          <p:nvPr/>
        </p:nvSpPr>
        <p:spPr bwMode="auto">
          <a:xfrm>
            <a:off x="841375" y="1131888"/>
            <a:ext cx="3514725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3.8</a:t>
            </a:r>
            <a:r>
              <a:rPr lang="zh-CN" altLang="en-US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 知识要点</a:t>
            </a:r>
          </a:p>
        </p:txBody>
      </p:sp>
      <p:sp>
        <p:nvSpPr>
          <p:cNvPr id="9" name="标题占位符 1"/>
          <p:cNvSpPr txBox="1">
            <a:spLocks noChangeArrowheads="1"/>
          </p:cNvSpPr>
          <p:nvPr/>
        </p:nvSpPr>
        <p:spPr bwMode="auto">
          <a:xfrm>
            <a:off x="628650" y="-19050"/>
            <a:ext cx="5383213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CN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3.</a:t>
            </a:r>
            <a:r>
              <a:rPr lang="zh-CN" altLang="en-US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 多进程完成多任务</a:t>
            </a:r>
            <a:endParaRPr lang="zh-TW" altLang="zh-CN" sz="2400" b="1" dirty="0">
              <a:solidFill>
                <a:srgbClr val="595959"/>
              </a:solidFill>
              <a:latin typeface="微软雅黑" charset="-122"/>
              <a:ea typeface="微软雅黑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56728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MH_Others_1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958975" y="1917700"/>
            <a:ext cx="644525" cy="264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68580" tIns="34290" rIns="68580" bIns="34290"/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 eaLnBrk="1" hangingPunct="1">
              <a:buFont typeface="Arial" charset="0"/>
              <a:buNone/>
            </a:pPr>
            <a:r>
              <a:rPr lang="en-US" altLang="zh-CN" sz="360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Contents</a:t>
            </a:r>
          </a:p>
        </p:txBody>
      </p:sp>
      <p:sp>
        <p:nvSpPr>
          <p:cNvPr id="7" name="MH_Others_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698625" y="915988"/>
            <a:ext cx="936625" cy="93503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0">
            <a:solidFill>
              <a:srgbClr val="FFFFFF">
                <a:alpha val="49000"/>
              </a:srgbClr>
            </a:solidFill>
          </a:ln>
        </p:spPr>
        <p:txBody>
          <a:bodyPr lIns="68580" tIns="34290" rIns="68580" bIns="135000"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ts val="7000"/>
              </a:lnSpc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zh-CN" altLang="en-US" sz="4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</a:t>
            </a:r>
          </a:p>
        </p:txBody>
      </p:sp>
      <p:sp>
        <p:nvSpPr>
          <p:cNvPr id="8" name="MH_Others_3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331640" y="1759696"/>
            <a:ext cx="734366" cy="734366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zh-CN" altLang="en-US" sz="4400" b="1" dirty="0">
                <a:ln w="3175">
                  <a:solidFill>
                    <a:srgbClr val="FFFFFF"/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录</a:t>
            </a:r>
          </a:p>
        </p:txBody>
      </p:sp>
      <p:sp>
        <p:nvSpPr>
          <p:cNvPr id="8196" name="TextBox 9"/>
          <p:cNvSpPr txBox="1">
            <a:spLocks noChangeArrowheads="1"/>
          </p:cNvSpPr>
          <p:nvPr/>
        </p:nvSpPr>
        <p:spPr bwMode="auto">
          <a:xfrm>
            <a:off x="3492772" y="1275606"/>
            <a:ext cx="4319588" cy="2181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1450" indent="-1714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200000"/>
              </a:lnSpc>
              <a:buClr>
                <a:srgbClr val="262626"/>
              </a:buClr>
              <a:buFont typeface="Wingdings" charset="2"/>
              <a:buChar char="u"/>
            </a:pPr>
            <a:r>
              <a:rPr lang="zh-CN" altLang="en-US" sz="1400" dirty="0">
                <a:solidFill>
                  <a:srgbClr val="000000"/>
                </a:solidFill>
                <a:latin typeface="微软雅黑" charset="-122"/>
                <a:ea typeface="微软雅黑" charset="-122"/>
              </a:rPr>
              <a:t> 多任务的介绍</a:t>
            </a:r>
            <a:endParaRPr lang="en-US" altLang="zh-CN" sz="1400" dirty="0">
              <a:solidFill>
                <a:srgbClr val="000000"/>
              </a:solidFill>
              <a:latin typeface="微软雅黑" charset="-122"/>
              <a:ea typeface="微软雅黑" charset="-122"/>
            </a:endParaRPr>
          </a:p>
          <a:p>
            <a:pPr>
              <a:lnSpc>
                <a:spcPct val="200000"/>
              </a:lnSpc>
              <a:buClr>
                <a:srgbClr val="262626"/>
              </a:buClr>
              <a:buFont typeface="Wingdings" charset="2"/>
              <a:buChar char="u"/>
            </a:pPr>
            <a:r>
              <a:rPr lang="zh-CN" altLang="en-US" sz="1400" dirty="0">
                <a:solidFill>
                  <a:srgbClr val="000000"/>
                </a:solidFill>
                <a:latin typeface="微软雅黑" charset="-122"/>
                <a:ea typeface="微软雅黑" charset="-122"/>
              </a:rPr>
              <a:t> 进程的介绍</a:t>
            </a:r>
            <a:endParaRPr lang="en-US" altLang="zh-CN" sz="1400" dirty="0">
              <a:solidFill>
                <a:srgbClr val="000000"/>
              </a:solidFill>
              <a:latin typeface="微软雅黑" charset="-122"/>
              <a:ea typeface="微软雅黑" charset="-122"/>
            </a:endParaRPr>
          </a:p>
          <a:p>
            <a:pPr>
              <a:lnSpc>
                <a:spcPct val="200000"/>
              </a:lnSpc>
              <a:buClr>
                <a:srgbClr val="262626"/>
              </a:buClr>
              <a:buFont typeface="Wingdings" charset="2"/>
              <a:buChar char="u"/>
            </a:pPr>
            <a:r>
              <a:rPr lang="zh-CN" altLang="en-US" sz="1400" dirty="0">
                <a:solidFill>
                  <a:srgbClr val="000000"/>
                </a:solidFill>
                <a:latin typeface="微软雅黑" charset="-122"/>
                <a:ea typeface="微软雅黑" charset="-122"/>
              </a:rPr>
              <a:t> 多进程完成多任务</a:t>
            </a:r>
            <a:endParaRPr lang="en-US" altLang="zh-CN" sz="1400" dirty="0">
              <a:solidFill>
                <a:srgbClr val="000000"/>
              </a:solidFill>
              <a:latin typeface="微软雅黑" charset="-122"/>
              <a:ea typeface="微软雅黑" charset="-122"/>
            </a:endParaRPr>
          </a:p>
          <a:p>
            <a:pPr>
              <a:lnSpc>
                <a:spcPct val="200000"/>
              </a:lnSpc>
              <a:buClr>
                <a:srgbClr val="FF0000"/>
              </a:buClr>
              <a:buFont typeface="Wingdings" charset="2"/>
              <a:buChar char="u"/>
            </a:pPr>
            <a:r>
              <a:rPr lang="zh-CN" altLang="en-US" sz="1400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 获取进程编号</a:t>
            </a:r>
            <a:endParaRPr lang="en-US" altLang="zh-TW" sz="1400" dirty="0">
              <a:solidFill>
                <a:srgbClr val="FF0000"/>
              </a:solidFill>
              <a:latin typeface="微软雅黑" charset="-122"/>
              <a:ea typeface="微软雅黑" charset="-122"/>
            </a:endParaRPr>
          </a:p>
          <a:p>
            <a:pPr>
              <a:lnSpc>
                <a:spcPct val="200000"/>
              </a:lnSpc>
              <a:buClr>
                <a:srgbClr val="262626"/>
              </a:buClr>
              <a:buFont typeface="Wingdings" charset="2"/>
              <a:buChar char="u"/>
            </a:pPr>
            <a:r>
              <a:rPr lang="zh-CN" altLang="en-US" sz="140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 进程的注意点</a:t>
            </a:r>
            <a:endParaRPr lang="en-US" altLang="zh-CN" sz="1400" dirty="0">
              <a:solidFill>
                <a:srgbClr val="262626"/>
              </a:solidFill>
              <a:latin typeface="微软雅黑" charset="-122"/>
              <a:ea typeface="微软雅黑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03320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标题占位符 1"/>
          <p:cNvSpPr txBox="1">
            <a:spLocks noChangeArrowheads="1"/>
          </p:cNvSpPr>
          <p:nvPr/>
        </p:nvSpPr>
        <p:spPr bwMode="auto">
          <a:xfrm>
            <a:off x="628650" y="-19050"/>
            <a:ext cx="5383213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CN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4.</a:t>
            </a:r>
            <a:r>
              <a:rPr lang="zh-CN" altLang="en-US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 获取进程编号</a:t>
            </a:r>
            <a:endParaRPr lang="zh-TW" altLang="zh-CN" sz="2400" b="1" dirty="0">
              <a:solidFill>
                <a:srgbClr val="595959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4" name="TextBox 15"/>
          <p:cNvSpPr txBox="1">
            <a:spLocks noChangeArrowheads="1"/>
          </p:cNvSpPr>
          <p:nvPr/>
        </p:nvSpPr>
        <p:spPr bwMode="auto">
          <a:xfrm>
            <a:off x="1024359" y="1635646"/>
            <a:ext cx="6643985" cy="7908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68288" indent="-268288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 marL="0" indent="0">
              <a:lnSpc>
                <a:spcPct val="150000"/>
              </a:lnSpc>
            </a:pPr>
            <a:r>
              <a:rPr lang="zh-CN" altLang="en-US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进程编号的作用</a:t>
            </a:r>
            <a:r>
              <a:rPr lang="en-US" altLang="zh-CN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:</a:t>
            </a:r>
            <a:endParaRPr lang="en-US" altLang="zh-CN" sz="1050" dirty="0">
              <a:solidFill>
                <a:srgbClr val="FF0000"/>
              </a:solidFill>
              <a:latin typeface="微软雅黑" charset="-122"/>
              <a:ea typeface="微软雅黑" charset="-122"/>
            </a:endParaRPr>
          </a:p>
          <a:p>
            <a:pPr marL="0" indent="0">
              <a:lnSpc>
                <a:spcPct val="150000"/>
              </a:lnSpc>
            </a:pP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当程序中进程的数量越来越多时 </a:t>
            </a:r>
            <a:r>
              <a:rPr lang="en-US" altLang="zh-CN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,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 如果没有办法区分主进程和子进程还有不同的子进程 </a:t>
            </a:r>
            <a:r>
              <a:rPr lang="en-US" altLang="zh-CN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,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 那么就无法进行有效的进程管理 </a:t>
            </a:r>
            <a:r>
              <a:rPr lang="en-US" altLang="zh-CN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,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 为了方便管理实际上每个进程都是有自己编号的 </a:t>
            </a:r>
            <a:r>
              <a:rPr lang="en-US" altLang="zh-CN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76448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标题占位符 1"/>
          <p:cNvSpPr txBox="1">
            <a:spLocks noChangeArrowheads="1"/>
          </p:cNvSpPr>
          <p:nvPr/>
        </p:nvSpPr>
        <p:spPr bwMode="auto">
          <a:xfrm>
            <a:off x="628650" y="-19050"/>
            <a:ext cx="5383213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CN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4.</a:t>
            </a:r>
            <a:r>
              <a:rPr lang="zh-CN" altLang="en-US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 获取进程编号</a:t>
            </a:r>
            <a:endParaRPr lang="zh-TW" altLang="zh-CN" sz="2400" b="1" dirty="0">
              <a:solidFill>
                <a:srgbClr val="595959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4" name="TextBox 15"/>
          <p:cNvSpPr txBox="1">
            <a:spLocks noChangeArrowheads="1"/>
          </p:cNvSpPr>
          <p:nvPr/>
        </p:nvSpPr>
        <p:spPr bwMode="auto">
          <a:xfrm>
            <a:off x="1331640" y="1563638"/>
            <a:ext cx="3298577" cy="3774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68288" indent="-268288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 marL="0" indent="0">
              <a:lnSpc>
                <a:spcPct val="150000"/>
              </a:lnSpc>
            </a:pPr>
            <a:r>
              <a:rPr lang="zh-CN" altLang="en-US" sz="140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    </a:t>
            </a:r>
            <a:r>
              <a:rPr lang="en-US" altLang="zh-CN" sz="140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1.</a:t>
            </a:r>
            <a:r>
              <a:rPr lang="zh-CN" altLang="en-US" sz="140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 获取当前进程编号</a:t>
            </a:r>
            <a:endParaRPr lang="en-US" altLang="zh-CN" sz="1400" dirty="0">
              <a:solidFill>
                <a:srgbClr val="262626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7" name="TextBox 15"/>
          <p:cNvSpPr txBox="1">
            <a:spLocks noChangeArrowheads="1"/>
          </p:cNvSpPr>
          <p:nvPr/>
        </p:nvSpPr>
        <p:spPr bwMode="auto">
          <a:xfrm>
            <a:off x="1331639" y="2016681"/>
            <a:ext cx="3298577" cy="3774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68288" indent="-268288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 marL="0" indent="0">
              <a:lnSpc>
                <a:spcPct val="150000"/>
              </a:lnSpc>
            </a:pPr>
            <a:r>
              <a:rPr lang="zh-CN" altLang="en-US" sz="140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    </a:t>
            </a:r>
            <a:r>
              <a:rPr lang="en-US" altLang="zh-CN" sz="140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2.</a:t>
            </a:r>
            <a:r>
              <a:rPr lang="zh-CN" altLang="en-US" sz="140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 获取当前父进程编号</a:t>
            </a:r>
            <a:endParaRPr lang="en-US" altLang="zh-CN" sz="1400" dirty="0">
              <a:solidFill>
                <a:srgbClr val="262626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7977200-77E2-EB44-9745-63ACC8AE3B52}"/>
              </a:ext>
            </a:extLst>
          </p:cNvPr>
          <p:cNvSpPr txBox="1"/>
          <p:nvPr/>
        </p:nvSpPr>
        <p:spPr>
          <a:xfrm>
            <a:off x="755576" y="1142973"/>
            <a:ext cx="1784463" cy="3061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获取进程编号的两种方式 </a:t>
            </a:r>
            <a:r>
              <a:rPr lang="en-US" altLang="zh-CN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:</a:t>
            </a:r>
            <a:r>
              <a:rPr lang="zh-CN" altLang="en-US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79207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标题占位符 1"/>
          <p:cNvSpPr txBox="1">
            <a:spLocks noChangeArrowheads="1"/>
          </p:cNvSpPr>
          <p:nvPr/>
        </p:nvSpPr>
        <p:spPr bwMode="auto">
          <a:xfrm>
            <a:off x="628650" y="-19050"/>
            <a:ext cx="5383213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CN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4.</a:t>
            </a:r>
            <a:r>
              <a:rPr lang="zh-CN" altLang="en-US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 获取进程编号</a:t>
            </a:r>
            <a:endParaRPr lang="zh-TW" altLang="zh-CN" sz="2400" b="1" dirty="0">
              <a:solidFill>
                <a:srgbClr val="595959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8" name="TextBox 6"/>
          <p:cNvSpPr txBox="1">
            <a:spLocks noChangeArrowheads="1"/>
          </p:cNvSpPr>
          <p:nvPr/>
        </p:nvSpPr>
        <p:spPr bwMode="auto">
          <a:xfrm>
            <a:off x="841375" y="1131888"/>
            <a:ext cx="3514725" cy="4558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4.1</a:t>
            </a:r>
            <a:r>
              <a:rPr lang="zh-CN" altLang="en-US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 </a:t>
            </a:r>
            <a:r>
              <a:rPr lang="mr-IN" altLang="zh-CN" b="1" dirty="0" err="1">
                <a:solidFill>
                  <a:srgbClr val="404040"/>
                </a:solidFill>
                <a:latin typeface="微软雅黑" charset="-122"/>
                <a:ea typeface="微软雅黑" charset="-122"/>
              </a:rPr>
              <a:t>os.getpid</a:t>
            </a:r>
            <a:r>
              <a:rPr lang="mr-IN" altLang="zh-CN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()</a:t>
            </a:r>
            <a:r>
              <a:rPr lang="zh-CN" altLang="mr-IN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的使用</a:t>
            </a:r>
            <a:endParaRPr lang="zh-CN" altLang="en-US" b="1" dirty="0">
              <a:solidFill>
                <a:srgbClr val="40404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971600" y="1711728"/>
            <a:ext cx="6408712" cy="2876246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0" name="TextBox 15"/>
          <p:cNvSpPr txBox="1">
            <a:spLocks noChangeArrowheads="1"/>
          </p:cNvSpPr>
          <p:nvPr/>
        </p:nvSpPr>
        <p:spPr bwMode="auto">
          <a:xfrm>
            <a:off x="1399208" y="1950647"/>
            <a:ext cx="6933133" cy="1788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68288" indent="-268288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 marL="0" lvl="0" indent="0">
              <a:lnSpc>
                <a:spcPct val="150000"/>
              </a:lnSpc>
            </a:pPr>
            <a:r>
              <a:rPr lang="en-US" altLang="zh-CN" sz="105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import </a:t>
            </a:r>
            <a:r>
              <a:rPr lang="en-US" altLang="zh-CN" sz="1050" dirty="0" err="1">
                <a:latin typeface="Courier" charset="0"/>
                <a:ea typeface="Courier" charset="0"/>
                <a:cs typeface="Courier" charset="0"/>
              </a:rPr>
              <a:t>os</a:t>
            </a:r>
            <a:br>
              <a:rPr lang="en-US" altLang="zh-CN" sz="1050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1050" dirty="0" err="1">
                <a:latin typeface="Courier" charset="0"/>
                <a:ea typeface="Courier" charset="0"/>
                <a:cs typeface="Courier" charset="0"/>
              </a:rPr>
              <a:t>pid</a:t>
            </a:r>
            <a:r>
              <a:rPr lang="en-US" altLang="zh-CN" sz="1050" dirty="0">
                <a:latin typeface="Courier" charset="0"/>
                <a:ea typeface="Courier" charset="0"/>
                <a:cs typeface="Courier" charset="0"/>
              </a:rPr>
              <a:t> = </a:t>
            </a:r>
            <a:r>
              <a:rPr lang="en-US" altLang="zh-CN" sz="1050" dirty="0" err="1">
                <a:latin typeface="Courier" charset="0"/>
                <a:ea typeface="Courier" charset="0"/>
                <a:cs typeface="Courier" charset="0"/>
              </a:rPr>
              <a:t>os.getpid</a:t>
            </a:r>
            <a:r>
              <a:rPr lang="en-US" altLang="zh-CN" sz="1050" dirty="0">
                <a:latin typeface="Courier" charset="0"/>
                <a:ea typeface="Courier" charset="0"/>
                <a:cs typeface="Courier" charset="0"/>
              </a:rPr>
              <a:t>()</a:t>
            </a:r>
            <a:br>
              <a:rPr lang="en-US" altLang="zh-CN" sz="1050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1050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print</a:t>
            </a:r>
            <a:r>
              <a:rPr lang="en-US" altLang="zh-CN" sz="1050" dirty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1050" dirty="0" err="1">
                <a:latin typeface="Courier" charset="0"/>
                <a:ea typeface="Courier" charset="0"/>
                <a:cs typeface="Courier" charset="0"/>
              </a:rPr>
              <a:t>pid</a:t>
            </a:r>
            <a:r>
              <a:rPr lang="en-US" altLang="zh-CN" sz="1050" dirty="0">
                <a:latin typeface="Courier" charset="0"/>
                <a:ea typeface="Courier" charset="0"/>
                <a:cs typeface="Courier" charset="0"/>
              </a:rPr>
              <a:t>)</a:t>
            </a:r>
            <a:br>
              <a:rPr lang="en-US" altLang="zh-CN" sz="1050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1050" dirty="0">
                <a:latin typeface="Courier" charset="0"/>
                <a:ea typeface="Courier" charset="0"/>
                <a:cs typeface="Courier" charset="0"/>
              </a:rPr>
              <a:t>#</a:t>
            </a:r>
            <a:r>
              <a:rPr lang="zh-CN" altLang="en-US" sz="1050" dirty="0">
                <a:latin typeface="Courier" charset="0"/>
                <a:ea typeface="Courier" charset="0"/>
                <a:cs typeface="Courier" charset="0"/>
              </a:rPr>
              <a:t> 或者</a:t>
            </a:r>
            <a:br>
              <a:rPr lang="en-US" altLang="zh-CN" sz="1050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105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import </a:t>
            </a:r>
            <a:r>
              <a:rPr lang="en-US" altLang="zh-CN" sz="1050" dirty="0">
                <a:latin typeface="Courier" charset="0"/>
                <a:ea typeface="Courier" charset="0"/>
                <a:cs typeface="Courier" charset="0"/>
              </a:rPr>
              <a:t>multiprocessing</a:t>
            </a:r>
            <a:br>
              <a:rPr lang="en-US" altLang="zh-CN" sz="1050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1050" dirty="0" err="1">
                <a:latin typeface="Courier" charset="0"/>
                <a:ea typeface="Courier" charset="0"/>
                <a:cs typeface="Courier" charset="0"/>
              </a:rPr>
              <a:t>pid</a:t>
            </a:r>
            <a:r>
              <a:rPr lang="en-US" altLang="zh-CN" sz="1050" dirty="0">
                <a:latin typeface="Courier" charset="0"/>
                <a:ea typeface="Courier" charset="0"/>
                <a:cs typeface="Courier" charset="0"/>
              </a:rPr>
              <a:t> = </a:t>
            </a:r>
            <a:r>
              <a:rPr lang="en-US" altLang="zh-CN" sz="1050" dirty="0" err="1">
                <a:latin typeface="Courier" charset="0"/>
                <a:ea typeface="Courier" charset="0"/>
                <a:cs typeface="Courier" charset="0"/>
              </a:rPr>
              <a:t>multiprocessing.current_process</a:t>
            </a:r>
            <a:r>
              <a:rPr lang="en-US" altLang="zh-CN" sz="1050" dirty="0">
                <a:latin typeface="Courier" charset="0"/>
                <a:ea typeface="Courier" charset="0"/>
                <a:cs typeface="Courier" charset="0"/>
              </a:rPr>
              <a:t>().</a:t>
            </a:r>
            <a:r>
              <a:rPr lang="en-US" altLang="zh-CN" sz="1050" dirty="0" err="1">
                <a:latin typeface="Courier" charset="0"/>
                <a:ea typeface="Courier" charset="0"/>
                <a:cs typeface="Courier" charset="0"/>
              </a:rPr>
              <a:t>pid</a:t>
            </a:r>
            <a:br>
              <a:rPr lang="en-US" altLang="zh-CN" sz="1050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1050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print</a:t>
            </a:r>
            <a:r>
              <a:rPr lang="en-US" altLang="zh-CN" sz="1050" dirty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1050" dirty="0" err="1">
                <a:latin typeface="Courier" charset="0"/>
                <a:ea typeface="Courier" charset="0"/>
                <a:cs typeface="Courier" charset="0"/>
              </a:rPr>
              <a:t>pid</a:t>
            </a:r>
            <a:r>
              <a:rPr lang="en-US" altLang="zh-CN" sz="1050" dirty="0">
                <a:latin typeface="Courier" charset="0"/>
                <a:ea typeface="Courier" charset="0"/>
                <a:cs typeface="Courier" charset="0"/>
              </a:rPr>
              <a:t>)</a:t>
            </a:r>
            <a:endParaRPr lang="en-US" altLang="zh-CN" sz="105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5804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1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标题占位符 1"/>
          <p:cNvSpPr txBox="1">
            <a:spLocks noChangeArrowheads="1"/>
          </p:cNvSpPr>
          <p:nvPr/>
        </p:nvSpPr>
        <p:spPr bwMode="auto">
          <a:xfrm>
            <a:off x="628650" y="-19050"/>
            <a:ext cx="5383213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CN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3.</a:t>
            </a:r>
            <a:r>
              <a:rPr lang="zh-CN" altLang="en-US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 获取进程编号</a:t>
            </a:r>
            <a:endParaRPr lang="zh-TW" altLang="zh-CN" sz="2400" b="1" dirty="0">
              <a:solidFill>
                <a:srgbClr val="595959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8" name="TextBox 6"/>
          <p:cNvSpPr txBox="1">
            <a:spLocks noChangeArrowheads="1"/>
          </p:cNvSpPr>
          <p:nvPr/>
        </p:nvSpPr>
        <p:spPr bwMode="auto">
          <a:xfrm>
            <a:off x="841375" y="1131888"/>
            <a:ext cx="3514725" cy="4558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4.2</a:t>
            </a:r>
            <a:r>
              <a:rPr lang="zh-CN" altLang="en-US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 </a:t>
            </a:r>
            <a:r>
              <a:rPr lang="mr-IN" altLang="zh-CN" b="1" dirty="0" err="1">
                <a:solidFill>
                  <a:srgbClr val="404040"/>
                </a:solidFill>
                <a:latin typeface="微软雅黑" charset="-122"/>
                <a:ea typeface="微软雅黑" charset="-122"/>
              </a:rPr>
              <a:t>os.getp</a:t>
            </a:r>
            <a:r>
              <a:rPr lang="en-US" altLang="zh-CN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p</a:t>
            </a:r>
            <a:r>
              <a:rPr lang="mr-IN" altLang="zh-CN" b="1" dirty="0" err="1">
                <a:solidFill>
                  <a:srgbClr val="404040"/>
                </a:solidFill>
                <a:latin typeface="微软雅黑" charset="-122"/>
                <a:ea typeface="微软雅黑" charset="-122"/>
              </a:rPr>
              <a:t>id</a:t>
            </a:r>
            <a:r>
              <a:rPr lang="mr-IN" altLang="zh-CN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()</a:t>
            </a:r>
            <a:r>
              <a:rPr lang="zh-CN" altLang="mr-IN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的使用</a:t>
            </a:r>
            <a:endParaRPr lang="zh-CN" altLang="en-US" b="1" dirty="0">
              <a:solidFill>
                <a:srgbClr val="40404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971600" y="1711728"/>
            <a:ext cx="6480720" cy="2588214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0" name="TextBox 15"/>
          <p:cNvSpPr txBox="1">
            <a:spLocks noChangeArrowheads="1"/>
          </p:cNvSpPr>
          <p:nvPr/>
        </p:nvSpPr>
        <p:spPr bwMode="auto">
          <a:xfrm>
            <a:off x="1399208" y="1795505"/>
            <a:ext cx="6933133" cy="2010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68288" indent="-268288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 marL="0" indent="0">
              <a:lnSpc>
                <a:spcPct val="150000"/>
              </a:lnSpc>
            </a:pPr>
            <a:r>
              <a:rPr lang="mr-IN" altLang="zh-CN" sz="1050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def</a:t>
            </a:r>
            <a:r>
              <a:rPr lang="mr-IN" altLang="zh-CN" sz="105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mr-IN" altLang="zh-CN" sz="1050" dirty="0" err="1">
                <a:latin typeface="Courier" charset="0"/>
                <a:ea typeface="Courier" charset="0"/>
                <a:cs typeface="Courier" charset="0"/>
              </a:rPr>
              <a:t>work</a:t>
            </a:r>
            <a:r>
              <a:rPr lang="mr-IN" altLang="zh-CN" sz="1050" dirty="0">
                <a:latin typeface="Courier" charset="0"/>
                <a:ea typeface="Courier" charset="0"/>
                <a:cs typeface="Courier" charset="0"/>
              </a:rPr>
              <a:t>():</a:t>
            </a:r>
            <a:br>
              <a:rPr lang="mr-IN" altLang="zh-CN" sz="1050" dirty="0"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sz="1050" dirty="0">
                <a:latin typeface="Courier" charset="0"/>
                <a:ea typeface="Courier" charset="0"/>
                <a:cs typeface="Courier" charset="0"/>
              </a:rPr>
              <a:t>  </a:t>
            </a:r>
            <a:r>
              <a:rPr lang="zh-CN" altLang="en-US" sz="1050" dirty="0">
                <a:latin typeface="Courier" charset="0"/>
                <a:ea typeface="Courier" charset="0"/>
                <a:cs typeface="Courier" charset="0"/>
              </a:rPr>
              <a:t>  </a:t>
            </a:r>
            <a:r>
              <a:rPr lang="mr-IN" altLang="zh-CN" sz="1050" i="1" dirty="0">
                <a:solidFill>
                  <a:srgbClr val="808080"/>
                </a:solidFill>
                <a:latin typeface="Courier" charset="0"/>
                <a:ea typeface="Courier" charset="0"/>
                <a:cs typeface="Courier" charset="0"/>
              </a:rPr>
              <a:t># </a:t>
            </a:r>
            <a:r>
              <a:rPr lang="zh-CN" altLang="mr-IN" sz="1050" i="1" dirty="0">
                <a:solidFill>
                  <a:srgbClr val="808080"/>
                </a:solidFill>
                <a:latin typeface="Courier" charset="0"/>
                <a:ea typeface="Courier" charset="0"/>
                <a:cs typeface="Courier" charset="0"/>
              </a:rPr>
              <a:t>查看当前进程</a:t>
            </a:r>
            <a:br>
              <a:rPr lang="zh-CN" altLang="mr-IN" sz="1050" i="1" dirty="0">
                <a:solidFill>
                  <a:srgbClr val="808080"/>
                </a:solidFill>
                <a:latin typeface="Courier" charset="0"/>
                <a:ea typeface="Courier" charset="0"/>
                <a:cs typeface="Courier" charset="0"/>
              </a:rPr>
            </a:br>
            <a:r>
              <a:rPr lang="zh-CN" altLang="mr-IN" sz="1050" i="1" dirty="0">
                <a:solidFill>
                  <a:srgbClr val="808080"/>
                </a:solidFill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mr-IN" altLang="zh-CN" sz="1050" dirty="0" err="1">
                <a:latin typeface="Courier" charset="0"/>
                <a:ea typeface="Courier" charset="0"/>
                <a:cs typeface="Courier" charset="0"/>
              </a:rPr>
              <a:t>current_process</a:t>
            </a:r>
            <a:r>
              <a:rPr lang="mr-IN" altLang="zh-CN" sz="1050" dirty="0">
                <a:latin typeface="Courier" charset="0"/>
                <a:ea typeface="Courier" charset="0"/>
                <a:cs typeface="Courier" charset="0"/>
              </a:rPr>
              <a:t> = </a:t>
            </a:r>
            <a:r>
              <a:rPr lang="mr-IN" altLang="zh-CN" sz="1050" dirty="0" err="1">
                <a:latin typeface="Courier" charset="0"/>
                <a:ea typeface="Courier" charset="0"/>
                <a:cs typeface="Courier" charset="0"/>
              </a:rPr>
              <a:t>multiprocessing.current_process</a:t>
            </a:r>
            <a:r>
              <a:rPr lang="mr-IN" altLang="zh-CN" sz="1050" dirty="0">
                <a:latin typeface="Courier" charset="0"/>
                <a:ea typeface="Courier" charset="0"/>
                <a:cs typeface="Courier" charset="0"/>
              </a:rPr>
              <a:t>()</a:t>
            </a:r>
            <a:br>
              <a:rPr lang="mr-IN" altLang="zh-CN" sz="1050" dirty="0"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sz="1050" dirty="0">
                <a:latin typeface="Courier" charset="0"/>
                <a:ea typeface="Courier" charset="0"/>
                <a:cs typeface="Courier" charset="0"/>
              </a:rPr>
              <a:t>  </a:t>
            </a:r>
            <a:r>
              <a:rPr lang="zh-CN" altLang="en-US" sz="1050" dirty="0">
                <a:latin typeface="Courier" charset="0"/>
                <a:ea typeface="Courier" charset="0"/>
                <a:cs typeface="Courier" charset="0"/>
              </a:rPr>
              <a:t>  </a:t>
            </a:r>
            <a:r>
              <a:rPr lang="mr-IN" altLang="zh-CN" sz="1050" i="1" dirty="0">
                <a:solidFill>
                  <a:srgbClr val="808080"/>
                </a:solidFill>
                <a:latin typeface="Courier" charset="0"/>
                <a:ea typeface="Courier" charset="0"/>
                <a:cs typeface="Courier" charset="0"/>
              </a:rPr>
              <a:t># </a:t>
            </a:r>
            <a:r>
              <a:rPr lang="zh-CN" altLang="mr-IN" sz="1050" i="1" dirty="0">
                <a:solidFill>
                  <a:srgbClr val="808080"/>
                </a:solidFill>
                <a:latin typeface="Courier" charset="0"/>
                <a:ea typeface="Courier" charset="0"/>
                <a:cs typeface="Courier" charset="0"/>
              </a:rPr>
              <a:t>获取当前进程的编号</a:t>
            </a:r>
            <a:br>
              <a:rPr lang="zh-CN" altLang="mr-IN" sz="1050" i="1" dirty="0">
                <a:solidFill>
                  <a:srgbClr val="808080"/>
                </a:solidFill>
                <a:latin typeface="Courier" charset="0"/>
                <a:ea typeface="Courier" charset="0"/>
                <a:cs typeface="Courier" charset="0"/>
              </a:rPr>
            </a:br>
            <a:r>
              <a:rPr lang="zh-CN" altLang="mr-IN" sz="1050" i="1" dirty="0">
                <a:solidFill>
                  <a:srgbClr val="808080"/>
                </a:solidFill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mr-IN" altLang="zh-CN" sz="1050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print</a:t>
            </a:r>
            <a:r>
              <a:rPr lang="mr-IN" altLang="zh-CN" sz="1050" dirty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mr-IN" altLang="zh-CN" sz="105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“</a:t>
            </a:r>
            <a:r>
              <a:rPr lang="mr-IN" altLang="zh-CN" sz="1050" b="1" dirty="0" err="1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work</a:t>
            </a:r>
            <a:r>
              <a:rPr lang="zh-CN" altLang="mr-IN" sz="105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进程编号</a:t>
            </a:r>
            <a:r>
              <a:rPr lang="mr-IN" altLang="zh-CN" sz="105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:”</a:t>
            </a:r>
            <a:r>
              <a:rPr lang="mr-IN" altLang="zh-CN" sz="1050" dirty="0">
                <a:latin typeface="Courier" charset="0"/>
                <a:ea typeface="Courier" charset="0"/>
                <a:cs typeface="Courier" charset="0"/>
              </a:rPr>
              <a:t>, </a:t>
            </a:r>
            <a:r>
              <a:rPr lang="mr-IN" altLang="zh-CN" sz="1050" dirty="0" err="1">
                <a:latin typeface="Courier" charset="0"/>
                <a:ea typeface="Courier" charset="0"/>
                <a:cs typeface="Courier" charset="0"/>
              </a:rPr>
              <a:t>current_process.pid</a:t>
            </a:r>
            <a:r>
              <a:rPr lang="mr-IN" altLang="zh-CN" sz="1050" dirty="0">
                <a:latin typeface="Courier" charset="0"/>
                <a:ea typeface="Courier" charset="0"/>
                <a:cs typeface="Courier" charset="0"/>
              </a:rPr>
              <a:t>, </a:t>
            </a:r>
            <a:r>
              <a:rPr lang="mr-IN" altLang="zh-CN" sz="1050" dirty="0" err="1">
                <a:latin typeface="Courier" charset="0"/>
                <a:ea typeface="Courier" charset="0"/>
                <a:cs typeface="Courier" charset="0"/>
              </a:rPr>
              <a:t>os.getpid</a:t>
            </a:r>
            <a:r>
              <a:rPr lang="mr-IN" altLang="zh-CN" sz="1050" dirty="0">
                <a:latin typeface="Courier" charset="0"/>
                <a:ea typeface="Courier" charset="0"/>
                <a:cs typeface="Courier" charset="0"/>
              </a:rPr>
              <a:t>())</a:t>
            </a:r>
            <a:br>
              <a:rPr lang="mr-IN" altLang="zh-CN" sz="1050" dirty="0"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sz="1050" dirty="0">
                <a:latin typeface="Courier" charset="0"/>
                <a:ea typeface="Courier" charset="0"/>
                <a:cs typeface="Courier" charset="0"/>
              </a:rPr>
              <a:t>  </a:t>
            </a:r>
            <a:r>
              <a:rPr lang="zh-CN" altLang="en-US" sz="1050" dirty="0">
                <a:latin typeface="Courier" charset="0"/>
                <a:ea typeface="Courier" charset="0"/>
                <a:cs typeface="Courier" charset="0"/>
              </a:rPr>
              <a:t>  </a:t>
            </a:r>
            <a:r>
              <a:rPr lang="mr-IN" altLang="zh-CN" sz="1050" i="1" dirty="0">
                <a:solidFill>
                  <a:srgbClr val="808080"/>
                </a:solidFill>
                <a:latin typeface="Courier" charset="0"/>
                <a:ea typeface="Courier" charset="0"/>
                <a:cs typeface="Courier" charset="0"/>
              </a:rPr>
              <a:t># </a:t>
            </a:r>
            <a:r>
              <a:rPr lang="zh-CN" altLang="mr-IN" sz="1050" i="1" dirty="0">
                <a:solidFill>
                  <a:srgbClr val="808080"/>
                </a:solidFill>
                <a:latin typeface="Courier" charset="0"/>
                <a:ea typeface="Courier" charset="0"/>
                <a:cs typeface="Courier" charset="0"/>
              </a:rPr>
              <a:t>获取父进程的编号</a:t>
            </a:r>
            <a:br>
              <a:rPr lang="zh-CN" altLang="mr-IN" sz="1050" i="1" dirty="0">
                <a:solidFill>
                  <a:srgbClr val="808080"/>
                </a:solidFill>
                <a:latin typeface="Courier" charset="0"/>
                <a:ea typeface="Courier" charset="0"/>
                <a:cs typeface="Courier" charset="0"/>
              </a:rPr>
            </a:br>
            <a:r>
              <a:rPr lang="zh-CN" altLang="mr-IN" sz="1050" i="1" dirty="0">
                <a:solidFill>
                  <a:srgbClr val="808080"/>
                </a:solidFill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mr-IN" altLang="zh-CN" sz="1050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print</a:t>
            </a:r>
            <a:r>
              <a:rPr lang="mr-IN" altLang="zh-CN" sz="1050" dirty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mr-IN" altLang="zh-CN" sz="105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“</a:t>
            </a:r>
            <a:r>
              <a:rPr lang="mr-IN" altLang="zh-CN" sz="1050" b="1" dirty="0" err="1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work</a:t>
            </a:r>
            <a:r>
              <a:rPr lang="zh-CN" altLang="mr-IN" sz="105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父进程的编号</a:t>
            </a:r>
            <a:r>
              <a:rPr lang="mr-IN" altLang="zh-CN" sz="105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:”</a:t>
            </a:r>
            <a:r>
              <a:rPr lang="mr-IN" altLang="zh-CN" sz="1050" dirty="0">
                <a:latin typeface="Courier" charset="0"/>
                <a:ea typeface="Courier" charset="0"/>
                <a:cs typeface="Courier" charset="0"/>
              </a:rPr>
              <a:t>, </a:t>
            </a:r>
            <a:r>
              <a:rPr lang="mr-IN" altLang="zh-CN" sz="1050" dirty="0" err="1">
                <a:latin typeface="Courier" charset="0"/>
                <a:ea typeface="Courier" charset="0"/>
                <a:cs typeface="Courier" charset="0"/>
              </a:rPr>
              <a:t>os.getppid</a:t>
            </a:r>
            <a:r>
              <a:rPr lang="mr-IN" altLang="zh-CN" sz="1050" dirty="0">
                <a:latin typeface="Courier" charset="0"/>
                <a:ea typeface="Courier" charset="0"/>
                <a:cs typeface="Courier" charset="0"/>
              </a:rPr>
              <a:t>())</a:t>
            </a:r>
            <a:br>
              <a:rPr lang="mr-IN" altLang="zh-CN" sz="1050" dirty="0"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sz="1050" dirty="0">
                <a:latin typeface="Courier" charset="0"/>
                <a:ea typeface="Courier" charset="0"/>
                <a:cs typeface="Courier" charset="0"/>
              </a:rPr>
              <a:t>  </a:t>
            </a:r>
            <a:r>
              <a:rPr lang="zh-CN" altLang="en-US" sz="1050" dirty="0">
                <a:latin typeface="Courier" charset="0"/>
                <a:ea typeface="Courier" charset="0"/>
                <a:cs typeface="Courier" charset="0"/>
              </a:rPr>
              <a:t>  </a:t>
            </a:r>
            <a:endParaRPr lang="en-US" altLang="zh-CN" sz="105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8474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10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标题占位符 1"/>
          <p:cNvSpPr txBox="1">
            <a:spLocks noChangeArrowheads="1"/>
          </p:cNvSpPr>
          <p:nvPr/>
        </p:nvSpPr>
        <p:spPr bwMode="auto">
          <a:xfrm>
            <a:off x="628650" y="-19050"/>
            <a:ext cx="5383213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CN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4.</a:t>
            </a:r>
            <a:r>
              <a:rPr lang="zh-CN" altLang="en-US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 获取进程编号</a:t>
            </a:r>
            <a:endParaRPr lang="zh-TW" altLang="zh-CN" sz="2400" b="1" dirty="0">
              <a:solidFill>
                <a:srgbClr val="595959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8" name="TextBox 6"/>
          <p:cNvSpPr txBox="1">
            <a:spLocks noChangeArrowheads="1"/>
          </p:cNvSpPr>
          <p:nvPr/>
        </p:nvSpPr>
        <p:spPr bwMode="auto">
          <a:xfrm>
            <a:off x="841375" y="1131888"/>
            <a:ext cx="3514725" cy="4558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4.3</a:t>
            </a:r>
            <a:r>
              <a:rPr lang="zh-CN" altLang="en-US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 </a:t>
            </a:r>
            <a:r>
              <a:rPr lang="mr-IN" altLang="zh-CN" b="1" dirty="0" err="1">
                <a:solidFill>
                  <a:srgbClr val="404040"/>
                </a:solidFill>
                <a:latin typeface="微软雅黑" charset="-122"/>
                <a:ea typeface="微软雅黑" charset="-122"/>
              </a:rPr>
              <a:t>os</a:t>
            </a:r>
            <a:r>
              <a:rPr lang="mr-IN" altLang="zh-CN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.</a:t>
            </a:r>
            <a:r>
              <a:rPr lang="en-US" altLang="zh-CN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kill</a:t>
            </a:r>
            <a:r>
              <a:rPr lang="mr-IN" altLang="zh-CN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()</a:t>
            </a:r>
            <a:r>
              <a:rPr lang="zh-CN" altLang="mr-IN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的使用</a:t>
            </a:r>
            <a:endParaRPr lang="zh-CN" altLang="en-US" b="1" dirty="0">
              <a:solidFill>
                <a:srgbClr val="40404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971600" y="1711728"/>
            <a:ext cx="6480720" cy="398287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0" name="TextBox 15"/>
          <p:cNvSpPr txBox="1">
            <a:spLocks noChangeArrowheads="1"/>
          </p:cNvSpPr>
          <p:nvPr/>
        </p:nvSpPr>
        <p:spPr bwMode="auto">
          <a:xfrm>
            <a:off x="1331640" y="1706431"/>
            <a:ext cx="5693072" cy="314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68288" indent="-268288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 marL="0" indent="0">
              <a:lnSpc>
                <a:spcPct val="150000"/>
              </a:lnSpc>
            </a:pPr>
            <a:r>
              <a:rPr lang="en-US" altLang="zh-CN" sz="1050" dirty="0" err="1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os.kill</a:t>
            </a:r>
            <a:r>
              <a:rPr lang="en-US" altLang="zh-CN" sz="105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zh-CN" altLang="en-US" sz="105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要杀掉进程的</a:t>
            </a:r>
            <a:r>
              <a:rPr lang="en-US" altLang="zh-CN" sz="1050" dirty="0" err="1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pid</a:t>
            </a:r>
            <a:r>
              <a:rPr lang="en-US" altLang="zh-CN" sz="105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, </a:t>
            </a:r>
            <a:r>
              <a:rPr lang="zh-CN" altLang="en-US" sz="105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信号</a:t>
            </a:r>
            <a:r>
              <a:rPr lang="en-US" altLang="zh-CN" sz="105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67863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1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标题占位符 1"/>
          <p:cNvSpPr txBox="1">
            <a:spLocks noChangeArrowheads="1"/>
          </p:cNvSpPr>
          <p:nvPr/>
        </p:nvSpPr>
        <p:spPr bwMode="auto">
          <a:xfrm>
            <a:off x="628650" y="-19050"/>
            <a:ext cx="5383213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CN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4.</a:t>
            </a:r>
            <a:r>
              <a:rPr lang="zh-CN" altLang="en-US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 获取进程编号</a:t>
            </a:r>
            <a:endParaRPr lang="zh-TW" altLang="zh-CN" sz="2400" b="1" dirty="0">
              <a:solidFill>
                <a:srgbClr val="595959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8" name="TextBox 6"/>
          <p:cNvSpPr txBox="1">
            <a:spLocks noChangeArrowheads="1"/>
          </p:cNvSpPr>
          <p:nvPr/>
        </p:nvSpPr>
        <p:spPr bwMode="auto">
          <a:xfrm>
            <a:off x="841375" y="1131888"/>
            <a:ext cx="3514725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4.4</a:t>
            </a:r>
            <a:r>
              <a:rPr lang="zh-CN" altLang="en-US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 知识要点</a:t>
            </a:r>
          </a:p>
        </p:txBody>
      </p:sp>
      <p:sp>
        <p:nvSpPr>
          <p:cNvPr id="6" name="TextBox 15"/>
          <p:cNvSpPr txBox="1">
            <a:spLocks noChangeArrowheads="1"/>
          </p:cNvSpPr>
          <p:nvPr/>
        </p:nvSpPr>
        <p:spPr bwMode="auto">
          <a:xfrm>
            <a:off x="970087" y="1883103"/>
            <a:ext cx="7547049" cy="20027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68288" indent="-268288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 marL="0" indent="0">
              <a:lnSpc>
                <a:spcPct val="150000"/>
              </a:lnSpc>
            </a:pPr>
            <a:r>
              <a:rPr lang="en-US" altLang="zh-CN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1.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 获取当前进程编号</a:t>
            </a:r>
            <a:endParaRPr lang="en-US" altLang="zh-CN" sz="1050" dirty="0">
              <a:solidFill>
                <a:srgbClr val="262626"/>
              </a:solidFill>
              <a:latin typeface="微软雅黑" charset="-122"/>
              <a:ea typeface="微软雅黑" charset="-122"/>
            </a:endParaRPr>
          </a:p>
          <a:p>
            <a:pPr marL="0" indent="0">
              <a:lnSpc>
                <a:spcPct val="150000"/>
              </a:lnSpc>
            </a:pPr>
            <a:r>
              <a:rPr lang="en-US" altLang="zh-CN" sz="1050" b="1" dirty="0" err="1">
                <a:solidFill>
                  <a:srgbClr val="FF0000"/>
                </a:solidFill>
                <a:latin typeface="微软雅黑" charset="-122"/>
                <a:ea typeface="微软雅黑" charset="-122"/>
              </a:rPr>
              <a:t>os.getpid</a:t>
            </a:r>
            <a:r>
              <a:rPr lang="en-US" altLang="zh-CN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()</a:t>
            </a:r>
            <a:r>
              <a:rPr lang="zh-CN" altLang="en-US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 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或者 </a:t>
            </a:r>
            <a:r>
              <a:rPr lang="en-US" altLang="zh-CN" sz="1050" b="1" dirty="0" err="1">
                <a:solidFill>
                  <a:srgbClr val="FF0000"/>
                </a:solidFill>
                <a:latin typeface="微软雅黑" charset="-122"/>
                <a:ea typeface="微软雅黑" charset="-122"/>
              </a:rPr>
              <a:t>multiprocessing.current_process</a:t>
            </a:r>
            <a:r>
              <a:rPr lang="en-US" altLang="zh-CN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().</a:t>
            </a:r>
            <a:r>
              <a:rPr lang="en-US" altLang="zh-CN" sz="1050" b="1" dirty="0" err="1">
                <a:solidFill>
                  <a:srgbClr val="FF0000"/>
                </a:solidFill>
                <a:latin typeface="微软雅黑" charset="-122"/>
                <a:ea typeface="微软雅黑" charset="-122"/>
              </a:rPr>
              <a:t>pid</a:t>
            </a:r>
            <a:endParaRPr lang="en-US" altLang="zh-CN" sz="1050" b="1" dirty="0">
              <a:solidFill>
                <a:srgbClr val="FF0000"/>
              </a:solidFill>
              <a:latin typeface="微软雅黑" charset="-122"/>
              <a:ea typeface="微软雅黑" charset="-122"/>
            </a:endParaRPr>
          </a:p>
          <a:p>
            <a:pPr marL="0" indent="0">
              <a:lnSpc>
                <a:spcPct val="150000"/>
              </a:lnSpc>
            </a:pPr>
            <a:endParaRPr lang="en-US" altLang="zh-CN" sz="1050" b="1" dirty="0">
              <a:solidFill>
                <a:srgbClr val="FF0000"/>
              </a:solidFill>
              <a:latin typeface="微软雅黑" charset="-122"/>
              <a:ea typeface="微软雅黑" charset="-122"/>
            </a:endParaRPr>
          </a:p>
          <a:p>
            <a:pPr marL="0" indent="0">
              <a:lnSpc>
                <a:spcPct val="150000"/>
              </a:lnSpc>
            </a:pPr>
            <a:r>
              <a:rPr lang="en-US" altLang="zh-CN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2.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 获取当前父进程编号</a:t>
            </a:r>
            <a:endParaRPr lang="en-US" altLang="zh-CN" sz="1050" dirty="0">
              <a:solidFill>
                <a:srgbClr val="262626"/>
              </a:solidFill>
              <a:latin typeface="微软雅黑" charset="-122"/>
              <a:ea typeface="微软雅黑" charset="-122"/>
            </a:endParaRPr>
          </a:p>
          <a:p>
            <a:pPr marL="0" indent="0">
              <a:lnSpc>
                <a:spcPct val="150000"/>
              </a:lnSpc>
            </a:pPr>
            <a:r>
              <a:rPr lang="en-US" altLang="zh-CN" sz="1050" b="1" dirty="0" err="1">
                <a:solidFill>
                  <a:srgbClr val="FF0000"/>
                </a:solidFill>
                <a:latin typeface="微软雅黑" charset="-122"/>
                <a:ea typeface="微软雅黑" charset="-122"/>
              </a:rPr>
              <a:t>os.getppid</a:t>
            </a:r>
            <a:r>
              <a:rPr lang="en-US" altLang="zh-CN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()</a:t>
            </a:r>
          </a:p>
          <a:p>
            <a:pPr marL="0" indent="0">
              <a:lnSpc>
                <a:spcPct val="150000"/>
              </a:lnSpc>
            </a:pPr>
            <a:endParaRPr lang="en-US" altLang="zh-CN" sz="1050" dirty="0">
              <a:solidFill>
                <a:srgbClr val="262626"/>
              </a:solidFill>
              <a:latin typeface="微软雅黑" charset="-122"/>
              <a:ea typeface="微软雅黑" charset="-122"/>
            </a:endParaRPr>
          </a:p>
          <a:p>
            <a:pPr marL="0" indent="0">
              <a:lnSpc>
                <a:spcPct val="150000"/>
              </a:lnSpc>
            </a:pPr>
            <a:r>
              <a:rPr lang="en-US" altLang="zh-CN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3.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 根据进程编号杀死指定进程。</a:t>
            </a:r>
            <a:endParaRPr lang="en-US" altLang="zh-CN" sz="1050" dirty="0">
              <a:solidFill>
                <a:srgbClr val="262626"/>
              </a:solidFill>
              <a:latin typeface="微软雅黑" charset="-122"/>
              <a:ea typeface="微软雅黑" charset="-122"/>
            </a:endParaRPr>
          </a:p>
          <a:p>
            <a:pPr marL="0" indent="0">
              <a:lnSpc>
                <a:spcPct val="150000"/>
              </a:lnSpc>
            </a:pPr>
            <a:r>
              <a:rPr lang="mr-IN" altLang="zh-CN" sz="1050" b="1" dirty="0" err="1">
                <a:solidFill>
                  <a:srgbClr val="FF0000"/>
                </a:solidFill>
                <a:latin typeface="微软雅黑" charset="-122"/>
                <a:ea typeface="微软雅黑" charset="-122"/>
              </a:rPr>
              <a:t>os.kill</a:t>
            </a:r>
            <a:r>
              <a:rPr lang="en-US" altLang="zh-CN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78593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MH_Others_1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958975" y="1917700"/>
            <a:ext cx="644525" cy="264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68580" tIns="34290" rIns="68580" bIns="34290"/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 eaLnBrk="1" hangingPunct="1">
              <a:buFont typeface="Arial" charset="0"/>
              <a:buNone/>
            </a:pPr>
            <a:r>
              <a:rPr lang="en-US" altLang="zh-CN" sz="360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Contents</a:t>
            </a:r>
          </a:p>
        </p:txBody>
      </p:sp>
      <p:sp>
        <p:nvSpPr>
          <p:cNvPr id="7" name="MH_Others_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698625" y="915988"/>
            <a:ext cx="936625" cy="93503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0">
            <a:solidFill>
              <a:srgbClr val="FFFFFF">
                <a:alpha val="49000"/>
              </a:srgbClr>
            </a:solidFill>
          </a:ln>
        </p:spPr>
        <p:txBody>
          <a:bodyPr lIns="68580" tIns="34290" rIns="68580" bIns="135000"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ts val="7000"/>
              </a:lnSpc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zh-CN" altLang="en-US" sz="4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</a:t>
            </a:r>
          </a:p>
        </p:txBody>
      </p:sp>
      <p:sp>
        <p:nvSpPr>
          <p:cNvPr id="8" name="MH_Others_3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331640" y="1759696"/>
            <a:ext cx="734366" cy="734366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zh-CN" altLang="en-US" sz="4400" b="1" dirty="0">
                <a:ln w="3175">
                  <a:solidFill>
                    <a:srgbClr val="FFFFFF"/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录</a:t>
            </a:r>
          </a:p>
        </p:txBody>
      </p:sp>
      <p:sp>
        <p:nvSpPr>
          <p:cNvPr id="8196" name="TextBox 9"/>
          <p:cNvSpPr txBox="1">
            <a:spLocks noChangeArrowheads="1"/>
          </p:cNvSpPr>
          <p:nvPr/>
        </p:nvSpPr>
        <p:spPr bwMode="auto">
          <a:xfrm>
            <a:off x="3460360" y="1335475"/>
            <a:ext cx="4319588" cy="2181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1450" indent="-1714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200000"/>
              </a:lnSpc>
              <a:buClr>
                <a:srgbClr val="262626"/>
              </a:buClr>
              <a:buFont typeface="Wingdings" charset="2"/>
              <a:buChar char="u"/>
            </a:pPr>
            <a:r>
              <a:rPr lang="zh-CN" altLang="en-US" sz="1400" dirty="0">
                <a:solidFill>
                  <a:srgbClr val="000000"/>
                </a:solidFill>
                <a:latin typeface="微软雅黑" charset="-122"/>
                <a:ea typeface="微软雅黑" charset="-122"/>
              </a:rPr>
              <a:t> 多任务的介绍 </a:t>
            </a:r>
            <a:endParaRPr lang="en-US" altLang="zh-CN" sz="1400" dirty="0">
              <a:solidFill>
                <a:srgbClr val="000000"/>
              </a:solidFill>
              <a:latin typeface="微软雅黑" charset="-122"/>
              <a:ea typeface="微软雅黑" charset="-122"/>
            </a:endParaRPr>
          </a:p>
          <a:p>
            <a:pPr>
              <a:lnSpc>
                <a:spcPct val="200000"/>
              </a:lnSpc>
              <a:buClr>
                <a:srgbClr val="262626"/>
              </a:buClr>
              <a:buFont typeface="Wingdings" charset="2"/>
              <a:buChar char="u"/>
            </a:pPr>
            <a:r>
              <a:rPr lang="zh-CN" altLang="en-US" sz="1400" dirty="0">
                <a:solidFill>
                  <a:srgbClr val="000000"/>
                </a:solidFill>
                <a:latin typeface="微软雅黑" charset="-122"/>
                <a:ea typeface="微软雅黑" charset="-122"/>
              </a:rPr>
              <a:t> 进程的介绍</a:t>
            </a:r>
            <a:endParaRPr lang="en-US" altLang="zh-CN" sz="1400" dirty="0">
              <a:solidFill>
                <a:srgbClr val="000000"/>
              </a:solidFill>
              <a:latin typeface="微软雅黑" charset="-122"/>
              <a:ea typeface="微软雅黑" charset="-122"/>
            </a:endParaRPr>
          </a:p>
          <a:p>
            <a:pPr>
              <a:lnSpc>
                <a:spcPct val="200000"/>
              </a:lnSpc>
              <a:buClr>
                <a:srgbClr val="262626"/>
              </a:buClr>
              <a:buFont typeface="Wingdings" charset="2"/>
              <a:buChar char="u"/>
            </a:pPr>
            <a:r>
              <a:rPr lang="zh-CN" altLang="en-US" sz="1400" dirty="0">
                <a:solidFill>
                  <a:srgbClr val="000000"/>
                </a:solidFill>
                <a:latin typeface="微软雅黑" charset="-122"/>
                <a:ea typeface="微软雅黑" charset="-122"/>
              </a:rPr>
              <a:t> 多进程完成多任务</a:t>
            </a:r>
            <a:endParaRPr lang="en-US" altLang="zh-CN" sz="1400" dirty="0">
              <a:solidFill>
                <a:srgbClr val="000000"/>
              </a:solidFill>
              <a:latin typeface="微软雅黑" charset="-122"/>
              <a:ea typeface="微软雅黑" charset="-122"/>
            </a:endParaRPr>
          </a:p>
          <a:p>
            <a:pPr>
              <a:lnSpc>
                <a:spcPct val="200000"/>
              </a:lnSpc>
              <a:buClr>
                <a:srgbClr val="262626"/>
              </a:buClr>
              <a:buFont typeface="Wingdings" charset="2"/>
              <a:buChar char="u"/>
            </a:pPr>
            <a:r>
              <a:rPr lang="zh-CN" altLang="en-US" sz="1400" dirty="0">
                <a:solidFill>
                  <a:srgbClr val="000000"/>
                </a:solidFill>
                <a:latin typeface="微软雅黑" charset="-122"/>
                <a:ea typeface="微软雅黑" charset="-122"/>
              </a:rPr>
              <a:t> 获取进程编号</a:t>
            </a:r>
            <a:endParaRPr lang="en-US" altLang="zh-TW" sz="1400" dirty="0">
              <a:solidFill>
                <a:srgbClr val="000000"/>
              </a:solidFill>
              <a:latin typeface="微软雅黑" charset="-122"/>
              <a:ea typeface="微软雅黑" charset="-122"/>
            </a:endParaRPr>
          </a:p>
          <a:p>
            <a:pPr>
              <a:lnSpc>
                <a:spcPct val="200000"/>
              </a:lnSpc>
              <a:buClr>
                <a:srgbClr val="FF0000"/>
              </a:buClr>
              <a:buFont typeface="Wingdings" charset="2"/>
              <a:buChar char="u"/>
            </a:pPr>
            <a:r>
              <a:rPr lang="zh-CN" altLang="en-US" sz="1400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 进程的注意点</a:t>
            </a:r>
            <a:endParaRPr lang="en-US" altLang="zh-CN" sz="1400" dirty="0">
              <a:solidFill>
                <a:srgbClr val="FF0000"/>
              </a:solidFill>
              <a:latin typeface="微软雅黑" charset="-122"/>
              <a:ea typeface="微软雅黑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481444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标题占位符 1"/>
          <p:cNvSpPr txBox="1">
            <a:spLocks noChangeArrowheads="1"/>
          </p:cNvSpPr>
          <p:nvPr/>
        </p:nvSpPr>
        <p:spPr bwMode="auto">
          <a:xfrm>
            <a:off x="628650" y="-19050"/>
            <a:ext cx="5383213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CN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5. </a:t>
            </a:r>
            <a:r>
              <a:rPr lang="zh-CN" altLang="en-US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进程的注意点</a:t>
            </a:r>
            <a:endParaRPr lang="zh-TW" altLang="zh-CN" sz="2400" b="1" dirty="0">
              <a:solidFill>
                <a:srgbClr val="595959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4" name="TextBox 15"/>
          <p:cNvSpPr txBox="1">
            <a:spLocks noChangeArrowheads="1"/>
          </p:cNvSpPr>
          <p:nvPr/>
        </p:nvSpPr>
        <p:spPr bwMode="auto">
          <a:xfrm>
            <a:off x="971600" y="987574"/>
            <a:ext cx="7538665" cy="689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68288" indent="-268288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 marL="228600" indent="-228600">
              <a:lnSpc>
                <a:spcPct val="200000"/>
              </a:lnSpc>
              <a:buFont typeface="+mj-lt"/>
              <a:buAutoNum type="arabicPeriod"/>
            </a:pP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进程之间不共享全局变量</a:t>
            </a:r>
            <a:endParaRPr lang="en-US" altLang="zh-CN" sz="1050" dirty="0">
              <a:solidFill>
                <a:srgbClr val="262626"/>
              </a:solidFill>
              <a:latin typeface="微软雅黑" charset="-122"/>
              <a:ea typeface="微软雅黑" charset="-122"/>
            </a:endParaRPr>
          </a:p>
          <a:p>
            <a:pPr marL="228600" indent="-228600">
              <a:lnSpc>
                <a:spcPct val="200000"/>
              </a:lnSpc>
              <a:buFont typeface="+mj-lt"/>
              <a:buAutoNum type="arabicPeriod"/>
            </a:pP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主进程默认不会等待所有的子进程执行结束再结束</a:t>
            </a:r>
            <a:endParaRPr lang="en-US" altLang="zh-CN" sz="1050" dirty="0">
              <a:solidFill>
                <a:srgbClr val="262626"/>
              </a:solidFill>
              <a:latin typeface="微软雅黑" charset="-122"/>
              <a:ea typeface="微软雅黑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57220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标题占位符 1"/>
          <p:cNvSpPr txBox="1">
            <a:spLocks noChangeArrowheads="1"/>
          </p:cNvSpPr>
          <p:nvPr/>
        </p:nvSpPr>
        <p:spPr bwMode="auto">
          <a:xfrm>
            <a:off x="628650" y="-19050"/>
            <a:ext cx="5383213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CN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4. </a:t>
            </a:r>
            <a:r>
              <a:rPr lang="zh-CN" altLang="en-US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进程的注意点</a:t>
            </a:r>
            <a:endParaRPr lang="zh-TW" altLang="zh-CN" sz="2400" b="1" dirty="0">
              <a:solidFill>
                <a:srgbClr val="595959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814316" y="972827"/>
            <a:ext cx="3514725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4.1</a:t>
            </a:r>
            <a:r>
              <a:rPr lang="zh-CN" altLang="en-US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 进程之间不共享全局变量</a:t>
            </a:r>
          </a:p>
        </p:txBody>
      </p:sp>
      <p:sp>
        <p:nvSpPr>
          <p:cNvPr id="5" name="矩形 4"/>
          <p:cNvSpPr/>
          <p:nvPr/>
        </p:nvSpPr>
        <p:spPr>
          <a:xfrm>
            <a:off x="1367631" y="1480658"/>
            <a:ext cx="6121400" cy="3276600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574799" y="1661480"/>
            <a:ext cx="5707063" cy="2862322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1000" i="1" dirty="0">
                <a:solidFill>
                  <a:srgbClr val="808080"/>
                </a:solidFill>
                <a:latin typeface="Courier" charset="0"/>
                <a:ea typeface="Courier" charset="0"/>
                <a:cs typeface="Courier" charset="0"/>
              </a:rPr>
              <a:t># </a:t>
            </a:r>
            <a:r>
              <a:rPr lang="zh-CN" altLang="en-US" sz="1000" i="1" dirty="0">
                <a:solidFill>
                  <a:srgbClr val="808080"/>
                </a:solidFill>
                <a:latin typeface="Courier" charset="0"/>
                <a:ea typeface="Courier" charset="0"/>
                <a:cs typeface="Courier" charset="0"/>
              </a:rPr>
              <a:t>定义全局变量</a:t>
            </a:r>
            <a:br>
              <a:rPr lang="zh-CN" altLang="en-US" sz="1000" i="1" dirty="0">
                <a:solidFill>
                  <a:srgbClr val="808080"/>
                </a:solidFill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1000" dirty="0" err="1">
                <a:latin typeface="Courier" charset="0"/>
                <a:ea typeface="Courier" charset="0"/>
                <a:cs typeface="Courier" charset="0"/>
              </a:rPr>
              <a:t>my_list</a:t>
            </a:r>
            <a:r>
              <a:rPr lang="en-US" altLang="zh-CN" sz="1000" dirty="0">
                <a:latin typeface="Courier" charset="0"/>
                <a:ea typeface="Courier" charset="0"/>
                <a:cs typeface="Courier" charset="0"/>
              </a:rPr>
              <a:t> = </a:t>
            </a:r>
            <a:r>
              <a:rPr lang="en-US" altLang="zh-CN" sz="1000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list</a:t>
            </a:r>
            <a:r>
              <a:rPr lang="en-US" altLang="zh-CN" sz="1000" dirty="0">
                <a:latin typeface="Courier" charset="0"/>
                <a:ea typeface="Courier" charset="0"/>
                <a:cs typeface="Courier" charset="0"/>
              </a:rPr>
              <a:t>()</a:t>
            </a:r>
            <a:br>
              <a:rPr lang="en-US" altLang="zh-CN" sz="1000" dirty="0">
                <a:latin typeface="Courier" charset="0"/>
                <a:ea typeface="Courier" charset="0"/>
                <a:cs typeface="Courier" charset="0"/>
              </a:rPr>
            </a:br>
            <a:br>
              <a:rPr lang="en-US" altLang="zh-CN" sz="1000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1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if </a:t>
            </a:r>
            <a:r>
              <a:rPr lang="en-US" altLang="zh-CN" sz="1000" dirty="0">
                <a:latin typeface="Courier" charset="0"/>
                <a:ea typeface="Courier" charset="0"/>
                <a:cs typeface="Courier" charset="0"/>
              </a:rPr>
              <a:t>__name__ == </a:t>
            </a:r>
            <a:r>
              <a:rPr lang="en-US" altLang="zh-CN" sz="1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'__main__'</a:t>
            </a:r>
            <a:r>
              <a:rPr lang="en-US" altLang="zh-CN" sz="1000" dirty="0">
                <a:latin typeface="Courier" charset="0"/>
                <a:ea typeface="Courier" charset="0"/>
                <a:cs typeface="Courier" charset="0"/>
              </a:rPr>
              <a:t>:</a:t>
            </a:r>
            <a:br>
              <a:rPr lang="en-US" altLang="zh-CN" sz="1000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1000" dirty="0"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sz="1000" i="1" dirty="0">
                <a:solidFill>
                  <a:srgbClr val="808080"/>
                </a:solidFill>
                <a:latin typeface="Courier" charset="0"/>
                <a:ea typeface="Courier" charset="0"/>
                <a:cs typeface="Courier" charset="0"/>
              </a:rPr>
              <a:t># </a:t>
            </a:r>
            <a:r>
              <a:rPr lang="zh-CN" altLang="en-US" sz="1000" i="1" dirty="0">
                <a:solidFill>
                  <a:srgbClr val="808080"/>
                </a:solidFill>
                <a:latin typeface="Courier" charset="0"/>
                <a:ea typeface="Courier" charset="0"/>
                <a:cs typeface="Courier" charset="0"/>
              </a:rPr>
              <a:t>创建写入数据的进程</a:t>
            </a:r>
            <a:br>
              <a:rPr lang="zh-CN" altLang="en-US" sz="1000" i="1" dirty="0">
                <a:solidFill>
                  <a:srgbClr val="808080"/>
                </a:solidFill>
                <a:latin typeface="Courier" charset="0"/>
                <a:ea typeface="Courier" charset="0"/>
                <a:cs typeface="Courier" charset="0"/>
              </a:rPr>
            </a:br>
            <a:r>
              <a:rPr lang="zh-CN" altLang="en-US" sz="1000" i="1" dirty="0">
                <a:solidFill>
                  <a:srgbClr val="808080"/>
                </a:solidFill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sz="1000" dirty="0" err="1">
                <a:latin typeface="Courier" charset="0"/>
                <a:ea typeface="Courier" charset="0"/>
                <a:cs typeface="Courier" charset="0"/>
              </a:rPr>
              <a:t>write_process</a:t>
            </a:r>
            <a:r>
              <a:rPr lang="en-US" altLang="zh-CN" sz="1000" dirty="0">
                <a:latin typeface="Courier" charset="0"/>
                <a:ea typeface="Courier" charset="0"/>
                <a:cs typeface="Courier" charset="0"/>
              </a:rPr>
              <a:t> = </a:t>
            </a:r>
            <a:r>
              <a:rPr lang="en-US" altLang="zh-CN" sz="1000" dirty="0" err="1">
                <a:latin typeface="Courier" charset="0"/>
                <a:ea typeface="Courier" charset="0"/>
                <a:cs typeface="Courier" charset="0"/>
              </a:rPr>
              <a:t>multiprocessing.Process</a:t>
            </a:r>
            <a:r>
              <a:rPr lang="en-US" altLang="zh-CN" sz="1000" dirty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1000" dirty="0">
                <a:solidFill>
                  <a:srgbClr val="660099"/>
                </a:solidFill>
                <a:latin typeface="Courier" charset="0"/>
                <a:ea typeface="Courier" charset="0"/>
                <a:cs typeface="Courier" charset="0"/>
              </a:rPr>
              <a:t>target</a:t>
            </a:r>
            <a:r>
              <a:rPr lang="en-US" altLang="zh-CN" sz="1000" dirty="0"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1000" dirty="0" err="1">
                <a:latin typeface="Courier" charset="0"/>
                <a:ea typeface="Courier" charset="0"/>
                <a:cs typeface="Courier" charset="0"/>
              </a:rPr>
              <a:t>write_data</a:t>
            </a:r>
            <a:r>
              <a:rPr lang="en-US" altLang="zh-CN" sz="1000" dirty="0">
                <a:latin typeface="Courier" charset="0"/>
                <a:ea typeface="Courier" charset="0"/>
                <a:cs typeface="Courier" charset="0"/>
              </a:rPr>
              <a:t>)</a:t>
            </a:r>
            <a:br>
              <a:rPr lang="en-US" altLang="zh-CN" sz="1000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1000" dirty="0"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sz="1000" dirty="0" err="1">
                <a:latin typeface="Courier" charset="0"/>
                <a:ea typeface="Courier" charset="0"/>
                <a:cs typeface="Courier" charset="0"/>
              </a:rPr>
              <a:t>read_process</a:t>
            </a:r>
            <a:r>
              <a:rPr lang="en-US" altLang="zh-CN" sz="1000" dirty="0">
                <a:latin typeface="Courier" charset="0"/>
                <a:ea typeface="Courier" charset="0"/>
                <a:cs typeface="Courier" charset="0"/>
              </a:rPr>
              <a:t> = </a:t>
            </a:r>
            <a:r>
              <a:rPr lang="en-US" altLang="zh-CN" sz="1000" dirty="0" err="1">
                <a:latin typeface="Courier" charset="0"/>
                <a:ea typeface="Courier" charset="0"/>
                <a:cs typeface="Courier" charset="0"/>
              </a:rPr>
              <a:t>multiprocessing.Process</a:t>
            </a:r>
            <a:r>
              <a:rPr lang="en-US" altLang="zh-CN" sz="1000" dirty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1000" dirty="0">
                <a:solidFill>
                  <a:srgbClr val="660099"/>
                </a:solidFill>
                <a:latin typeface="Courier" charset="0"/>
                <a:ea typeface="Courier" charset="0"/>
                <a:cs typeface="Courier" charset="0"/>
              </a:rPr>
              <a:t>target</a:t>
            </a:r>
            <a:r>
              <a:rPr lang="en-US" altLang="zh-CN" sz="1000" dirty="0"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1000" dirty="0" err="1">
                <a:latin typeface="Courier" charset="0"/>
                <a:ea typeface="Courier" charset="0"/>
                <a:cs typeface="Courier" charset="0"/>
              </a:rPr>
              <a:t>read_data</a:t>
            </a:r>
            <a:r>
              <a:rPr lang="en-US" altLang="zh-CN" sz="1000" dirty="0">
                <a:latin typeface="Courier" charset="0"/>
                <a:ea typeface="Courier" charset="0"/>
                <a:cs typeface="Courier" charset="0"/>
              </a:rPr>
              <a:t>)</a:t>
            </a:r>
            <a:br>
              <a:rPr lang="en-US" altLang="zh-CN" sz="1000" dirty="0">
                <a:latin typeface="Courier" charset="0"/>
                <a:ea typeface="Courier" charset="0"/>
                <a:cs typeface="Courier" charset="0"/>
              </a:rPr>
            </a:br>
            <a:br>
              <a:rPr lang="en-US" altLang="zh-CN" sz="1000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1000" dirty="0"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sz="1000" dirty="0" err="1">
                <a:latin typeface="Courier" charset="0"/>
                <a:ea typeface="Courier" charset="0"/>
                <a:cs typeface="Courier" charset="0"/>
              </a:rPr>
              <a:t>write_process.start</a:t>
            </a:r>
            <a:r>
              <a:rPr lang="en-US" altLang="zh-CN" sz="1000" dirty="0">
                <a:latin typeface="Courier" charset="0"/>
                <a:ea typeface="Courier" charset="0"/>
                <a:cs typeface="Courier" charset="0"/>
              </a:rPr>
              <a:t>()</a:t>
            </a:r>
            <a:br>
              <a:rPr lang="en-US" altLang="zh-CN" sz="1000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1000" dirty="0"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sz="1000" i="1" dirty="0">
                <a:solidFill>
                  <a:srgbClr val="808080"/>
                </a:solidFill>
                <a:latin typeface="Courier" charset="0"/>
                <a:ea typeface="Courier" charset="0"/>
                <a:cs typeface="Courier" charset="0"/>
              </a:rPr>
              <a:t># </a:t>
            </a:r>
            <a:r>
              <a:rPr lang="zh-CN" altLang="en-US" sz="1000" i="1" dirty="0">
                <a:solidFill>
                  <a:srgbClr val="808080"/>
                </a:solidFill>
                <a:latin typeface="Courier" charset="0"/>
                <a:ea typeface="Courier" charset="0"/>
                <a:cs typeface="Courier" charset="0"/>
              </a:rPr>
              <a:t>主进程等待写入进程执行完成以后代码 再继续往下执行</a:t>
            </a:r>
            <a:br>
              <a:rPr lang="zh-CN" altLang="en-US" sz="1000" i="1" dirty="0">
                <a:solidFill>
                  <a:srgbClr val="808080"/>
                </a:solidFill>
                <a:latin typeface="Courier" charset="0"/>
                <a:ea typeface="Courier" charset="0"/>
                <a:cs typeface="Courier" charset="0"/>
              </a:rPr>
            </a:br>
            <a:r>
              <a:rPr lang="zh-CN" altLang="en-US" sz="1000" i="1" dirty="0">
                <a:solidFill>
                  <a:srgbClr val="808080"/>
                </a:solidFill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sz="1000" dirty="0" err="1">
                <a:latin typeface="Courier" charset="0"/>
                <a:ea typeface="Courier" charset="0"/>
                <a:cs typeface="Courier" charset="0"/>
              </a:rPr>
              <a:t>write_process.join</a:t>
            </a:r>
            <a:r>
              <a:rPr lang="en-US" altLang="zh-CN" sz="1000" dirty="0">
                <a:latin typeface="Courier" charset="0"/>
                <a:ea typeface="Courier" charset="0"/>
                <a:cs typeface="Courier" charset="0"/>
              </a:rPr>
              <a:t>()</a:t>
            </a:r>
            <a:br>
              <a:rPr lang="en-US" altLang="zh-CN" sz="1000" dirty="0">
                <a:latin typeface="Courier" charset="0"/>
                <a:ea typeface="Courier" charset="0"/>
                <a:cs typeface="Courier" charset="0"/>
              </a:rPr>
            </a:br>
            <a:r>
              <a:rPr lang="en-US" altLang="zh-CN" sz="1000" dirty="0"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sz="1000" dirty="0" err="1">
                <a:latin typeface="Courier" charset="0"/>
                <a:ea typeface="Courier" charset="0"/>
                <a:cs typeface="Courier" charset="0"/>
              </a:rPr>
              <a:t>read_process.start</a:t>
            </a:r>
            <a:r>
              <a:rPr lang="en-US" altLang="zh-CN" sz="1000" dirty="0">
                <a:latin typeface="Courier" charset="0"/>
                <a:ea typeface="Courier" charset="0"/>
                <a:cs typeface="Courier" charset="0"/>
              </a:rPr>
              <a:t>()</a:t>
            </a:r>
            <a:endParaRPr lang="zh-CN" altLang="en-US" sz="1000" dirty="0"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4045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标题占位符 1"/>
          <p:cNvSpPr txBox="1">
            <a:spLocks noChangeArrowheads="1"/>
          </p:cNvSpPr>
          <p:nvPr/>
        </p:nvSpPr>
        <p:spPr bwMode="auto">
          <a:xfrm>
            <a:off x="628650" y="-19050"/>
            <a:ext cx="5383213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CN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4. </a:t>
            </a:r>
            <a:r>
              <a:rPr lang="zh-CN" altLang="en-US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进程的注意点</a:t>
            </a:r>
            <a:endParaRPr lang="zh-TW" altLang="zh-CN" sz="2400" b="1" dirty="0">
              <a:solidFill>
                <a:srgbClr val="595959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841375" y="1131888"/>
            <a:ext cx="3514725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4.1</a:t>
            </a:r>
            <a:r>
              <a:rPr lang="zh-CN" altLang="en-US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 进程之间不共享全局变量</a:t>
            </a:r>
          </a:p>
        </p:txBody>
      </p:sp>
      <p:sp>
        <p:nvSpPr>
          <p:cNvPr id="2" name="矩形 1"/>
          <p:cNvSpPr/>
          <p:nvPr/>
        </p:nvSpPr>
        <p:spPr>
          <a:xfrm>
            <a:off x="3887924" y="1937362"/>
            <a:ext cx="1656184" cy="1152128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/>
              <a:t>my_list</a:t>
            </a:r>
            <a:r>
              <a:rPr kumimoji="1" lang="zh-CN" altLang="en-US" dirty="0"/>
              <a:t> </a:t>
            </a:r>
            <a:r>
              <a:rPr kumimoji="1" lang="en-US" altLang="zh-CN" dirty="0"/>
              <a:t>=</a:t>
            </a:r>
            <a:r>
              <a:rPr kumimoji="1" lang="zh-CN" altLang="en-US" dirty="0"/>
              <a:t> </a:t>
            </a:r>
            <a:r>
              <a:rPr kumimoji="1" lang="en-US" altLang="zh-CN" dirty="0"/>
              <a:t>[]</a:t>
            </a:r>
          </a:p>
          <a:p>
            <a:pPr algn="ctr"/>
            <a:endParaRPr kumimoji="1" lang="en-US" altLang="zh-CN" dirty="0"/>
          </a:p>
          <a:p>
            <a:pPr algn="ctr"/>
            <a:r>
              <a:rPr kumimoji="1" lang="zh-CN" altLang="en-US" dirty="0"/>
              <a:t>主进程</a:t>
            </a:r>
          </a:p>
        </p:txBody>
      </p:sp>
      <p:cxnSp>
        <p:nvCxnSpPr>
          <p:cNvPr id="7" name="直线箭头连接符 6"/>
          <p:cNvCxnSpPr/>
          <p:nvPr/>
        </p:nvCxnSpPr>
        <p:spPr>
          <a:xfrm flipH="1">
            <a:off x="2848515" y="2824212"/>
            <a:ext cx="968970" cy="64807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" name="直线箭头连接符 8"/>
          <p:cNvCxnSpPr/>
          <p:nvPr/>
        </p:nvCxnSpPr>
        <p:spPr>
          <a:xfrm>
            <a:off x="5614547" y="2797460"/>
            <a:ext cx="1022164" cy="69115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1115616" y="3507854"/>
            <a:ext cx="1656184" cy="1152128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/>
              <a:t>my_list</a:t>
            </a:r>
            <a:r>
              <a:rPr kumimoji="1" lang="zh-CN" altLang="en-US" dirty="0"/>
              <a:t> </a:t>
            </a:r>
            <a:r>
              <a:rPr kumimoji="1" lang="en-US" altLang="zh-CN" dirty="0"/>
              <a:t>=</a:t>
            </a:r>
            <a:r>
              <a:rPr kumimoji="1" lang="zh-CN" altLang="en-US" dirty="0"/>
              <a:t> </a:t>
            </a:r>
            <a:r>
              <a:rPr kumimoji="1" lang="en-US" altLang="zh-CN" dirty="0"/>
              <a:t>[]</a:t>
            </a:r>
          </a:p>
          <a:p>
            <a:pPr algn="ctr"/>
            <a:endParaRPr kumimoji="1" lang="en-US" altLang="zh-CN" dirty="0"/>
          </a:p>
          <a:p>
            <a:pPr algn="ctr"/>
            <a:r>
              <a:rPr kumimoji="1" lang="zh-CN" altLang="en-US" dirty="0"/>
              <a:t>写入数据进程</a:t>
            </a:r>
          </a:p>
        </p:txBody>
      </p:sp>
      <p:sp>
        <p:nvSpPr>
          <p:cNvPr id="17" name="矩形 16"/>
          <p:cNvSpPr/>
          <p:nvPr/>
        </p:nvSpPr>
        <p:spPr>
          <a:xfrm>
            <a:off x="6660232" y="3507854"/>
            <a:ext cx="1656184" cy="1152128"/>
          </a:xfrm>
          <a:prstGeom prst="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/>
              <a:t>my_list</a:t>
            </a:r>
            <a:r>
              <a:rPr kumimoji="1" lang="zh-CN" altLang="en-US" dirty="0"/>
              <a:t> </a:t>
            </a:r>
            <a:r>
              <a:rPr kumimoji="1" lang="en-US" altLang="zh-CN" dirty="0"/>
              <a:t>=</a:t>
            </a:r>
            <a:r>
              <a:rPr kumimoji="1" lang="zh-CN" altLang="en-US" dirty="0"/>
              <a:t> </a:t>
            </a:r>
            <a:r>
              <a:rPr kumimoji="1" lang="en-US" altLang="zh-CN" dirty="0"/>
              <a:t>[]</a:t>
            </a:r>
          </a:p>
          <a:p>
            <a:pPr algn="ctr"/>
            <a:endParaRPr kumimoji="1" lang="en-US" altLang="zh-CN" dirty="0"/>
          </a:p>
          <a:p>
            <a:pPr algn="ctr"/>
            <a:r>
              <a:rPr kumimoji="1" lang="zh-CN" altLang="en-US" dirty="0"/>
              <a:t>读取数据进程</a:t>
            </a:r>
          </a:p>
        </p:txBody>
      </p:sp>
      <p:sp>
        <p:nvSpPr>
          <p:cNvPr id="18" name="TextBox 15"/>
          <p:cNvSpPr txBox="1">
            <a:spLocks noChangeArrowheads="1"/>
          </p:cNvSpPr>
          <p:nvPr/>
        </p:nvSpPr>
        <p:spPr bwMode="auto">
          <a:xfrm>
            <a:off x="2890899" y="3611282"/>
            <a:ext cx="3650233" cy="1061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68288" indent="-268288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 marL="0" indent="0">
              <a:lnSpc>
                <a:spcPct val="150000"/>
              </a:lnSpc>
            </a:pP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三个进程分别操作的都是自己进程里面的全局变量</a:t>
            </a:r>
            <a:r>
              <a:rPr lang="en-US" altLang="zh-CN" sz="1050" dirty="0" err="1">
                <a:solidFill>
                  <a:srgbClr val="262626"/>
                </a:solidFill>
                <a:latin typeface="微软雅黑" charset="-122"/>
                <a:ea typeface="微软雅黑" charset="-122"/>
              </a:rPr>
              <a:t>my_list</a:t>
            </a:r>
            <a:r>
              <a:rPr lang="en-US" altLang="zh-CN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,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 不会对其它进程里面的全局变量产生影响，所以</a:t>
            </a:r>
            <a:r>
              <a:rPr lang="zh-CN" altLang="en-US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进程之间不共享全局变量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，只不过进程之间的全局变量名字相同而已，但是</a:t>
            </a:r>
            <a:r>
              <a:rPr lang="zh-CN" altLang="en-US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操作的不是同一个进程里面的全局变量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。</a:t>
            </a:r>
            <a:endParaRPr lang="en-US" altLang="zh-CN" sz="1050" dirty="0">
              <a:solidFill>
                <a:srgbClr val="262626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22" name="TextBox 15"/>
          <p:cNvSpPr txBox="1">
            <a:spLocks noChangeArrowheads="1"/>
          </p:cNvSpPr>
          <p:nvPr/>
        </p:nvSpPr>
        <p:spPr bwMode="auto">
          <a:xfrm>
            <a:off x="2510982" y="2836701"/>
            <a:ext cx="894482" cy="3347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68288" indent="-268288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 marL="0" indent="0">
              <a:lnSpc>
                <a:spcPct val="150000"/>
              </a:lnSpc>
            </a:pP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创建子进程</a:t>
            </a:r>
            <a:endParaRPr lang="en-US" altLang="zh-CN" sz="1050" dirty="0">
              <a:solidFill>
                <a:srgbClr val="262626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23" name="TextBox 15"/>
          <p:cNvSpPr txBox="1">
            <a:spLocks noChangeArrowheads="1"/>
          </p:cNvSpPr>
          <p:nvPr/>
        </p:nvSpPr>
        <p:spPr bwMode="auto">
          <a:xfrm>
            <a:off x="6044729" y="2839459"/>
            <a:ext cx="894482" cy="3347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68288" indent="-268288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 marL="0" indent="0">
              <a:lnSpc>
                <a:spcPct val="150000"/>
              </a:lnSpc>
            </a:pP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创建子进程</a:t>
            </a:r>
            <a:endParaRPr lang="en-US" altLang="zh-CN" sz="1050" dirty="0">
              <a:solidFill>
                <a:srgbClr val="262626"/>
              </a:solidFill>
              <a:latin typeface="微软雅黑" charset="-122"/>
              <a:ea typeface="微软雅黑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1714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" grpId="0" animBg="1"/>
      <p:bldP spid="16" grpId="0" animBg="1"/>
      <p:bldP spid="17" grpId="0" animBg="1"/>
      <p:bldP spid="18" grpId="0"/>
      <p:bldP spid="22" grpId="0"/>
      <p:bldP spid="2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5"/>
          <p:cNvSpPr txBox="1">
            <a:spLocks noChangeArrowheads="1"/>
          </p:cNvSpPr>
          <p:nvPr/>
        </p:nvSpPr>
        <p:spPr bwMode="auto">
          <a:xfrm>
            <a:off x="993775" y="1923678"/>
            <a:ext cx="7034609" cy="5770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68288" indent="-268288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 marL="0" indent="0">
              <a:lnSpc>
                <a:spcPct val="150000"/>
              </a:lnSpc>
            </a:pP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创建子进程会对主进程资源进行拷贝，也就是说子进程是主进程的一个副本，好比是一对双胞胎，之所以进程之间不共享全局变量，是因为操作的不是同一个进程里面的全局变量，只不过不同进程里面的全局变量名字相同而已。</a:t>
            </a:r>
            <a:endParaRPr lang="en-US" altLang="zh-CN" sz="1050" dirty="0">
              <a:solidFill>
                <a:srgbClr val="262626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5" name="TextBox 6"/>
          <p:cNvSpPr txBox="1">
            <a:spLocks noChangeArrowheads="1"/>
          </p:cNvSpPr>
          <p:nvPr/>
        </p:nvSpPr>
        <p:spPr bwMode="auto">
          <a:xfrm>
            <a:off x="841375" y="1131888"/>
            <a:ext cx="3514725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5.2</a:t>
            </a:r>
            <a:r>
              <a:rPr lang="zh-CN" altLang="en-US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 知识要点</a:t>
            </a:r>
          </a:p>
        </p:txBody>
      </p:sp>
      <p:sp>
        <p:nvSpPr>
          <p:cNvPr id="9" name="标题占位符 1"/>
          <p:cNvSpPr txBox="1">
            <a:spLocks noChangeArrowheads="1"/>
          </p:cNvSpPr>
          <p:nvPr/>
        </p:nvSpPr>
        <p:spPr bwMode="auto">
          <a:xfrm>
            <a:off x="628650" y="-19050"/>
            <a:ext cx="5383213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CN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5. </a:t>
            </a:r>
            <a:r>
              <a:rPr lang="zh-CN" altLang="en-US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进程的注意点</a:t>
            </a:r>
            <a:endParaRPr lang="zh-TW" altLang="zh-CN" sz="2400" b="1" dirty="0">
              <a:solidFill>
                <a:srgbClr val="595959"/>
              </a:solidFill>
              <a:latin typeface="微软雅黑" charset="-122"/>
              <a:ea typeface="微软雅黑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44719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标题占位符 1"/>
          <p:cNvSpPr txBox="1">
            <a:spLocks noChangeArrowheads="1"/>
          </p:cNvSpPr>
          <p:nvPr/>
        </p:nvSpPr>
        <p:spPr bwMode="auto">
          <a:xfrm>
            <a:off x="628650" y="-19050"/>
            <a:ext cx="5383213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CN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5. </a:t>
            </a:r>
            <a:r>
              <a:rPr lang="zh-CN" altLang="en-US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进程的注意点</a:t>
            </a:r>
            <a:endParaRPr lang="zh-TW" altLang="zh-CN" sz="2400" b="1" dirty="0">
              <a:solidFill>
                <a:srgbClr val="595959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841375" y="1131888"/>
            <a:ext cx="5242794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5.3</a:t>
            </a:r>
            <a:r>
              <a:rPr lang="zh-CN" altLang="en-US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 主进程不会等待所有的子进程执行结束再结束</a:t>
            </a:r>
          </a:p>
        </p:txBody>
      </p:sp>
      <p:sp>
        <p:nvSpPr>
          <p:cNvPr id="6" name="矩形 5"/>
          <p:cNvSpPr/>
          <p:nvPr/>
        </p:nvSpPr>
        <p:spPr>
          <a:xfrm>
            <a:off x="1295400" y="1657901"/>
            <a:ext cx="6121400" cy="3276600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574800" y="1802363"/>
            <a:ext cx="5707063" cy="3093154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mr-IN" altLang="zh-CN" sz="1000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def</a:t>
            </a:r>
            <a:r>
              <a:rPr lang="mr-IN" altLang="zh-CN" sz="1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mr-IN" altLang="zh-CN" sz="1000" dirty="0" err="1">
                <a:latin typeface="Courier" charset="0"/>
                <a:ea typeface="Courier" charset="0"/>
                <a:cs typeface="Courier" charset="0"/>
              </a:rPr>
              <a:t>work</a:t>
            </a:r>
            <a:r>
              <a:rPr lang="mr-IN" altLang="zh-CN" sz="1000" dirty="0">
                <a:latin typeface="Courier" charset="0"/>
                <a:ea typeface="Courier" charset="0"/>
                <a:cs typeface="Courier" charset="0"/>
              </a:rPr>
              <a:t>():</a:t>
            </a:r>
            <a:br>
              <a:rPr lang="mr-IN" altLang="zh-CN" sz="1000" dirty="0"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sz="1000" dirty="0"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mr-IN" altLang="zh-CN" sz="1000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for</a:t>
            </a:r>
            <a:r>
              <a:rPr lang="mr-IN" altLang="zh-CN" sz="1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mr-IN" altLang="zh-CN" sz="1000" dirty="0" err="1">
                <a:latin typeface="Courier" charset="0"/>
                <a:ea typeface="Courier" charset="0"/>
                <a:cs typeface="Courier" charset="0"/>
              </a:rPr>
              <a:t>i</a:t>
            </a:r>
            <a:r>
              <a:rPr lang="mr-IN" altLang="zh-CN" sz="10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mr-IN" altLang="zh-CN" sz="1000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in</a:t>
            </a:r>
            <a:r>
              <a:rPr lang="mr-IN" altLang="zh-CN" sz="1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mr-IN" altLang="zh-CN" sz="1000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range</a:t>
            </a:r>
            <a:r>
              <a:rPr lang="mr-IN" altLang="zh-CN" sz="1000" dirty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mr-IN" altLang="zh-CN" sz="1000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10</a:t>
            </a:r>
            <a:r>
              <a:rPr lang="mr-IN" altLang="zh-CN" sz="1000" dirty="0">
                <a:latin typeface="Courier" charset="0"/>
                <a:ea typeface="Courier" charset="0"/>
                <a:cs typeface="Courier" charset="0"/>
              </a:rPr>
              <a:t>):</a:t>
            </a:r>
            <a:br>
              <a:rPr lang="mr-IN" altLang="zh-CN" sz="1000" dirty="0"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sz="1000" dirty="0">
                <a:latin typeface="Courier" charset="0"/>
                <a:ea typeface="Courier" charset="0"/>
                <a:cs typeface="Courier" charset="0"/>
              </a:rPr>
              <a:t>        </a:t>
            </a:r>
            <a:r>
              <a:rPr lang="mr-IN" altLang="zh-CN" sz="1000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print</a:t>
            </a:r>
            <a:r>
              <a:rPr lang="mr-IN" altLang="zh-CN" sz="1000" dirty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mr-IN" altLang="zh-CN" sz="1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“</a:t>
            </a:r>
            <a:r>
              <a:rPr lang="zh-CN" altLang="mr-IN" sz="1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工作中</a:t>
            </a:r>
            <a:r>
              <a:rPr lang="mr-IN" altLang="zh-CN" sz="1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...”</a:t>
            </a:r>
            <a:r>
              <a:rPr lang="mr-IN" altLang="zh-CN" sz="1000" dirty="0">
                <a:latin typeface="Courier" charset="0"/>
                <a:ea typeface="Courier" charset="0"/>
                <a:cs typeface="Courier" charset="0"/>
              </a:rPr>
              <a:t>)</a:t>
            </a:r>
            <a:br>
              <a:rPr lang="mr-IN" altLang="zh-CN" sz="1000" dirty="0"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sz="1000" dirty="0">
                <a:latin typeface="Courier" charset="0"/>
                <a:ea typeface="Courier" charset="0"/>
                <a:cs typeface="Courier" charset="0"/>
              </a:rPr>
              <a:t>        </a:t>
            </a:r>
            <a:r>
              <a:rPr lang="mr-IN" altLang="zh-CN" sz="1000" dirty="0" err="1">
                <a:latin typeface="Courier" charset="0"/>
                <a:ea typeface="Courier" charset="0"/>
                <a:cs typeface="Courier" charset="0"/>
              </a:rPr>
              <a:t>time.sleep</a:t>
            </a:r>
            <a:r>
              <a:rPr lang="mr-IN" altLang="zh-CN" sz="1000" dirty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mr-IN" altLang="zh-CN" sz="1000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0.2</a:t>
            </a:r>
            <a:r>
              <a:rPr lang="mr-IN" altLang="zh-CN" sz="1000" dirty="0">
                <a:latin typeface="Courier" charset="0"/>
                <a:ea typeface="Courier" charset="0"/>
                <a:cs typeface="Courier" charset="0"/>
              </a:rPr>
              <a:t>)</a:t>
            </a:r>
            <a:br>
              <a:rPr lang="mr-IN" altLang="zh-CN" sz="1000" dirty="0">
                <a:latin typeface="Courier" charset="0"/>
                <a:ea typeface="Courier" charset="0"/>
                <a:cs typeface="Courier" charset="0"/>
              </a:rPr>
            </a:br>
            <a:br>
              <a:rPr lang="mr-IN" altLang="zh-CN" sz="1000" dirty="0"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sz="1000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if</a:t>
            </a:r>
            <a:r>
              <a:rPr lang="mr-IN" altLang="zh-CN" sz="1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mr-IN" altLang="zh-CN" sz="1000" dirty="0">
                <a:latin typeface="Courier" charset="0"/>
                <a:ea typeface="Courier" charset="0"/>
                <a:cs typeface="Courier" charset="0"/>
              </a:rPr>
              <a:t>__</a:t>
            </a:r>
            <a:r>
              <a:rPr lang="mr-IN" altLang="zh-CN" sz="1000" dirty="0" err="1">
                <a:latin typeface="Courier" charset="0"/>
                <a:ea typeface="Courier" charset="0"/>
                <a:cs typeface="Courier" charset="0"/>
              </a:rPr>
              <a:t>name</a:t>
            </a:r>
            <a:r>
              <a:rPr lang="mr-IN" altLang="zh-CN" sz="1000" dirty="0">
                <a:latin typeface="Courier" charset="0"/>
                <a:ea typeface="Courier" charset="0"/>
                <a:cs typeface="Courier" charset="0"/>
              </a:rPr>
              <a:t>__ == </a:t>
            </a:r>
            <a:r>
              <a:rPr lang="mr-IN" altLang="zh-CN" sz="1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‘__</a:t>
            </a:r>
            <a:r>
              <a:rPr lang="mr-IN" altLang="zh-CN" sz="1000" b="1" dirty="0" err="1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main</a:t>
            </a:r>
            <a:r>
              <a:rPr lang="mr-IN" altLang="zh-CN" sz="1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__’</a:t>
            </a:r>
            <a:r>
              <a:rPr lang="mr-IN" altLang="zh-CN" sz="1000" dirty="0">
                <a:latin typeface="Courier" charset="0"/>
                <a:ea typeface="Courier" charset="0"/>
                <a:cs typeface="Courier" charset="0"/>
              </a:rPr>
              <a:t>:</a:t>
            </a:r>
            <a:br>
              <a:rPr lang="mr-IN" altLang="zh-CN" sz="1000" dirty="0"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sz="1000" dirty="0">
                <a:latin typeface="Courier" charset="0"/>
                <a:ea typeface="Courier" charset="0"/>
                <a:cs typeface="Courier" charset="0"/>
              </a:rPr>
              <a:t>  </a:t>
            </a:r>
            <a:r>
              <a:rPr lang="mr-IN" altLang="zh-CN" sz="1000" i="1" dirty="0">
                <a:solidFill>
                  <a:srgbClr val="808080"/>
                </a:solidFill>
                <a:latin typeface="Courier" charset="0"/>
                <a:ea typeface="Courier" charset="0"/>
                <a:cs typeface="Courier" charset="0"/>
              </a:rPr>
              <a:t># </a:t>
            </a:r>
            <a:r>
              <a:rPr lang="zh-CN" altLang="mr-IN" sz="1000" i="1" dirty="0">
                <a:solidFill>
                  <a:srgbClr val="808080"/>
                </a:solidFill>
                <a:latin typeface="Courier" charset="0"/>
                <a:ea typeface="Courier" charset="0"/>
                <a:cs typeface="Courier" charset="0"/>
              </a:rPr>
              <a:t>创建子进程</a:t>
            </a:r>
            <a:br>
              <a:rPr lang="zh-CN" altLang="mr-IN" sz="1000" i="1" dirty="0">
                <a:solidFill>
                  <a:srgbClr val="808080"/>
                </a:solidFill>
                <a:latin typeface="Courier" charset="0"/>
                <a:ea typeface="Courier" charset="0"/>
                <a:cs typeface="Courier" charset="0"/>
              </a:rPr>
            </a:br>
            <a:r>
              <a:rPr lang="zh-CN" altLang="mr-IN" sz="1000" i="1" dirty="0">
                <a:solidFill>
                  <a:srgbClr val="808080"/>
                </a:solidFill>
                <a:latin typeface="Courier" charset="0"/>
                <a:ea typeface="Courier" charset="0"/>
                <a:cs typeface="Courier" charset="0"/>
              </a:rPr>
              <a:t>  </a:t>
            </a:r>
            <a:r>
              <a:rPr lang="mr-IN" altLang="zh-CN" sz="1000" dirty="0" err="1">
                <a:latin typeface="Courier" charset="0"/>
                <a:ea typeface="Courier" charset="0"/>
                <a:cs typeface="Courier" charset="0"/>
              </a:rPr>
              <a:t>work_process</a:t>
            </a:r>
            <a:r>
              <a:rPr lang="mr-IN" altLang="zh-CN" sz="1000" dirty="0">
                <a:latin typeface="Courier" charset="0"/>
                <a:ea typeface="Courier" charset="0"/>
                <a:cs typeface="Courier" charset="0"/>
              </a:rPr>
              <a:t> = </a:t>
            </a:r>
            <a:r>
              <a:rPr lang="mr-IN" altLang="zh-CN" sz="1000" dirty="0" err="1">
                <a:latin typeface="Courier" charset="0"/>
                <a:ea typeface="Courier" charset="0"/>
                <a:cs typeface="Courier" charset="0"/>
              </a:rPr>
              <a:t>multiprocessing.Process</a:t>
            </a:r>
            <a:r>
              <a:rPr lang="mr-IN" altLang="zh-CN" sz="1000" dirty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mr-IN" altLang="zh-CN" sz="1000" dirty="0" err="1">
                <a:solidFill>
                  <a:srgbClr val="660099"/>
                </a:solidFill>
                <a:latin typeface="Courier" charset="0"/>
                <a:ea typeface="Courier" charset="0"/>
                <a:cs typeface="Courier" charset="0"/>
              </a:rPr>
              <a:t>target</a:t>
            </a:r>
            <a:r>
              <a:rPr lang="mr-IN" altLang="zh-CN" sz="1000" dirty="0"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mr-IN" altLang="zh-CN" sz="1000" dirty="0" err="1">
                <a:latin typeface="Courier" charset="0"/>
                <a:ea typeface="Courier" charset="0"/>
                <a:cs typeface="Courier" charset="0"/>
              </a:rPr>
              <a:t>work</a:t>
            </a:r>
            <a:r>
              <a:rPr lang="mr-IN" altLang="zh-CN" sz="1000" dirty="0">
                <a:latin typeface="Courier" charset="0"/>
                <a:ea typeface="Courier" charset="0"/>
                <a:cs typeface="Courier" charset="0"/>
              </a:rPr>
              <a:t>)</a:t>
            </a:r>
            <a:br>
              <a:rPr lang="mr-IN" altLang="zh-CN" sz="1000" dirty="0"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sz="1000" dirty="0">
                <a:latin typeface="Courier" charset="0"/>
                <a:ea typeface="Courier" charset="0"/>
                <a:cs typeface="Courier" charset="0"/>
              </a:rPr>
              <a:t>  </a:t>
            </a:r>
            <a:r>
              <a:rPr lang="mr-IN" altLang="zh-CN" sz="1000" dirty="0" err="1">
                <a:latin typeface="Courier" charset="0"/>
                <a:ea typeface="Courier" charset="0"/>
                <a:cs typeface="Courier" charset="0"/>
              </a:rPr>
              <a:t>work_process.start</a:t>
            </a:r>
            <a:r>
              <a:rPr lang="mr-IN" altLang="zh-CN" sz="1000" dirty="0">
                <a:latin typeface="Courier" charset="0"/>
                <a:ea typeface="Courier" charset="0"/>
                <a:cs typeface="Courier" charset="0"/>
              </a:rPr>
              <a:t>()</a:t>
            </a:r>
            <a:br>
              <a:rPr lang="mr-IN" altLang="zh-CN" sz="1000" dirty="0"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sz="1000" dirty="0">
                <a:latin typeface="Courier" charset="0"/>
                <a:ea typeface="Courier" charset="0"/>
                <a:cs typeface="Courier" charset="0"/>
              </a:rPr>
              <a:t>  </a:t>
            </a:r>
            <a:r>
              <a:rPr lang="mr-IN" altLang="zh-CN" sz="1000" i="1" dirty="0">
                <a:solidFill>
                  <a:srgbClr val="808080"/>
                </a:solidFill>
                <a:latin typeface="Courier" charset="0"/>
                <a:ea typeface="Courier" charset="0"/>
                <a:cs typeface="Courier" charset="0"/>
              </a:rPr>
              <a:t># </a:t>
            </a:r>
            <a:r>
              <a:rPr lang="zh-CN" altLang="mr-IN" sz="1000" i="1" dirty="0">
                <a:solidFill>
                  <a:srgbClr val="808080"/>
                </a:solidFill>
                <a:latin typeface="Courier" charset="0"/>
                <a:ea typeface="Courier" charset="0"/>
                <a:cs typeface="Courier" charset="0"/>
              </a:rPr>
              <a:t>让主进程等待</a:t>
            </a:r>
            <a:r>
              <a:rPr lang="mr-IN" altLang="zh-CN" sz="1000" i="1" dirty="0">
                <a:solidFill>
                  <a:srgbClr val="808080"/>
                </a:solidFill>
                <a:latin typeface="Courier" charset="0"/>
                <a:ea typeface="Courier" charset="0"/>
                <a:cs typeface="Courier" charset="0"/>
              </a:rPr>
              <a:t>1</a:t>
            </a:r>
            <a:r>
              <a:rPr lang="zh-CN" altLang="mr-IN" sz="1000" i="1" dirty="0">
                <a:solidFill>
                  <a:srgbClr val="808080"/>
                </a:solidFill>
                <a:latin typeface="Courier" charset="0"/>
                <a:ea typeface="Courier" charset="0"/>
                <a:cs typeface="Courier" charset="0"/>
              </a:rPr>
              <a:t>秒钟</a:t>
            </a:r>
            <a:br>
              <a:rPr lang="zh-CN" altLang="mr-IN" sz="1000" i="1" dirty="0">
                <a:solidFill>
                  <a:srgbClr val="808080"/>
                </a:solidFill>
                <a:latin typeface="Courier" charset="0"/>
                <a:ea typeface="Courier" charset="0"/>
                <a:cs typeface="Courier" charset="0"/>
              </a:rPr>
            </a:br>
            <a:r>
              <a:rPr lang="zh-CN" altLang="mr-IN" sz="1000" i="1" dirty="0">
                <a:solidFill>
                  <a:srgbClr val="808080"/>
                </a:solidFill>
                <a:latin typeface="Courier" charset="0"/>
                <a:ea typeface="Courier" charset="0"/>
                <a:cs typeface="Courier" charset="0"/>
              </a:rPr>
              <a:t>  </a:t>
            </a:r>
            <a:r>
              <a:rPr lang="mr-IN" altLang="zh-CN" sz="1000" dirty="0" err="1">
                <a:latin typeface="Courier" charset="0"/>
                <a:ea typeface="Courier" charset="0"/>
                <a:cs typeface="Courier" charset="0"/>
              </a:rPr>
              <a:t>time.sleep</a:t>
            </a:r>
            <a:r>
              <a:rPr lang="mr-IN" altLang="zh-CN" sz="1000" dirty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mr-IN" altLang="zh-CN" sz="1000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1</a:t>
            </a:r>
            <a:r>
              <a:rPr lang="mr-IN" altLang="zh-CN" sz="1000" dirty="0">
                <a:latin typeface="Courier" charset="0"/>
                <a:ea typeface="Courier" charset="0"/>
                <a:cs typeface="Courier" charset="0"/>
              </a:rPr>
              <a:t>)</a:t>
            </a:r>
            <a:br>
              <a:rPr lang="mr-IN" altLang="zh-CN" sz="1000" dirty="0"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sz="1000" dirty="0">
                <a:latin typeface="Courier" charset="0"/>
                <a:ea typeface="Courier" charset="0"/>
                <a:cs typeface="Courier" charset="0"/>
              </a:rPr>
              <a:t>  </a:t>
            </a:r>
            <a:r>
              <a:rPr lang="mr-IN" altLang="zh-CN" sz="1000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print</a:t>
            </a:r>
            <a:r>
              <a:rPr lang="mr-IN" altLang="zh-CN" sz="1000" dirty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mr-IN" altLang="zh-CN" sz="1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"</a:t>
            </a:r>
            <a:r>
              <a:rPr lang="zh-CN" altLang="mr-IN" sz="1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主进程执行完成了啦</a:t>
            </a:r>
            <a:r>
              <a:rPr lang="mr-IN" altLang="zh-CN" sz="1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"</a:t>
            </a:r>
            <a:r>
              <a:rPr lang="mr-IN" altLang="zh-CN" sz="1000" dirty="0">
                <a:latin typeface="Courier" charset="0"/>
                <a:ea typeface="Courier" charset="0"/>
                <a:cs typeface="Courier" charset="0"/>
              </a:rPr>
              <a:t>)</a:t>
            </a:r>
            <a:br>
              <a:rPr lang="mr-IN" altLang="zh-CN" sz="1000" dirty="0"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sz="1000" dirty="0">
                <a:latin typeface="Courier" charset="0"/>
                <a:ea typeface="Courier" charset="0"/>
                <a:cs typeface="Courier" charset="0"/>
              </a:rPr>
              <a:t>  </a:t>
            </a:r>
            <a:r>
              <a:rPr lang="mr-IN" altLang="zh-CN" sz="1000" i="1" dirty="0">
                <a:solidFill>
                  <a:srgbClr val="808080"/>
                </a:solidFill>
                <a:latin typeface="Courier" charset="0"/>
                <a:ea typeface="Courier" charset="0"/>
                <a:cs typeface="Courier" charset="0"/>
              </a:rPr>
              <a:t># </a:t>
            </a:r>
            <a:r>
              <a:rPr lang="zh-CN" altLang="mr-IN" sz="1000" i="1" dirty="0">
                <a:solidFill>
                  <a:srgbClr val="808080"/>
                </a:solidFill>
                <a:latin typeface="Courier" charset="0"/>
                <a:ea typeface="Courier" charset="0"/>
                <a:cs typeface="Courier" charset="0"/>
              </a:rPr>
              <a:t>总结： 主进程会等待所有的子进程执行完成以后程序再退出</a:t>
            </a:r>
            <a:endParaRPr lang="zh-CN" altLang="en-US" sz="1000" dirty="0"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7318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  <p:bldP spid="7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标题占位符 1"/>
          <p:cNvSpPr txBox="1">
            <a:spLocks noChangeArrowheads="1"/>
          </p:cNvSpPr>
          <p:nvPr/>
        </p:nvSpPr>
        <p:spPr bwMode="auto">
          <a:xfrm>
            <a:off x="628650" y="-19050"/>
            <a:ext cx="5383213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CN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5. </a:t>
            </a:r>
            <a:r>
              <a:rPr lang="zh-CN" altLang="en-US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进程的注意点</a:t>
            </a:r>
            <a:endParaRPr lang="zh-TW" altLang="zh-CN" sz="2400" b="1" dirty="0">
              <a:solidFill>
                <a:srgbClr val="595959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841375" y="1131888"/>
            <a:ext cx="3514725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5.4</a:t>
            </a:r>
            <a:r>
              <a:rPr lang="zh-CN" altLang="en-US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 设置守护主进程</a:t>
            </a:r>
          </a:p>
        </p:txBody>
      </p:sp>
      <p:sp>
        <p:nvSpPr>
          <p:cNvPr id="5" name="矩形 4"/>
          <p:cNvSpPr/>
          <p:nvPr/>
        </p:nvSpPr>
        <p:spPr>
          <a:xfrm>
            <a:off x="1295400" y="1657901"/>
            <a:ext cx="6121400" cy="3276600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574800" y="1802363"/>
            <a:ext cx="5707063" cy="3093154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mr-IN" altLang="zh-CN" sz="1000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def</a:t>
            </a:r>
            <a:r>
              <a:rPr lang="mr-IN" altLang="zh-CN" sz="1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mr-IN" altLang="zh-CN" sz="1000" dirty="0" err="1">
                <a:latin typeface="Courier" charset="0"/>
                <a:ea typeface="Courier" charset="0"/>
                <a:cs typeface="Courier" charset="0"/>
              </a:rPr>
              <a:t>work</a:t>
            </a:r>
            <a:r>
              <a:rPr lang="mr-IN" altLang="zh-CN" sz="1000" dirty="0">
                <a:latin typeface="Courier" charset="0"/>
                <a:ea typeface="Courier" charset="0"/>
                <a:cs typeface="Courier" charset="0"/>
              </a:rPr>
              <a:t>():</a:t>
            </a:r>
            <a:br>
              <a:rPr lang="mr-IN" altLang="zh-CN" sz="1000" dirty="0"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sz="1000" dirty="0"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mr-IN" altLang="zh-CN" sz="1000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for</a:t>
            </a:r>
            <a:r>
              <a:rPr lang="mr-IN" altLang="zh-CN" sz="1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mr-IN" altLang="zh-CN" sz="1000" dirty="0" err="1">
                <a:latin typeface="Courier" charset="0"/>
                <a:ea typeface="Courier" charset="0"/>
                <a:cs typeface="Courier" charset="0"/>
              </a:rPr>
              <a:t>i</a:t>
            </a:r>
            <a:r>
              <a:rPr lang="mr-IN" altLang="zh-CN" sz="10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mr-IN" altLang="zh-CN" sz="1000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in</a:t>
            </a:r>
            <a:r>
              <a:rPr lang="mr-IN" altLang="zh-CN" sz="1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mr-IN" altLang="zh-CN" sz="1000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range</a:t>
            </a:r>
            <a:r>
              <a:rPr lang="mr-IN" altLang="zh-CN" sz="1000" dirty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mr-IN" altLang="zh-CN" sz="1000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10</a:t>
            </a:r>
            <a:r>
              <a:rPr lang="mr-IN" altLang="zh-CN" sz="1000" dirty="0">
                <a:latin typeface="Courier" charset="0"/>
                <a:ea typeface="Courier" charset="0"/>
                <a:cs typeface="Courier" charset="0"/>
              </a:rPr>
              <a:t>):</a:t>
            </a:r>
            <a:br>
              <a:rPr lang="mr-IN" altLang="zh-CN" sz="1000" dirty="0"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sz="1000" dirty="0">
                <a:latin typeface="Courier" charset="0"/>
                <a:ea typeface="Courier" charset="0"/>
                <a:cs typeface="Courier" charset="0"/>
              </a:rPr>
              <a:t>        </a:t>
            </a:r>
            <a:r>
              <a:rPr lang="mr-IN" altLang="zh-CN" sz="1000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print</a:t>
            </a:r>
            <a:r>
              <a:rPr lang="mr-IN" altLang="zh-CN" sz="1000" dirty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mr-IN" altLang="zh-CN" sz="1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“</a:t>
            </a:r>
            <a:r>
              <a:rPr lang="zh-CN" altLang="mr-IN" sz="1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工作中</a:t>
            </a:r>
            <a:r>
              <a:rPr lang="mr-IN" altLang="zh-CN" sz="1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...”</a:t>
            </a:r>
            <a:r>
              <a:rPr lang="mr-IN" altLang="zh-CN" sz="1000" dirty="0">
                <a:latin typeface="Courier" charset="0"/>
                <a:ea typeface="Courier" charset="0"/>
                <a:cs typeface="Courier" charset="0"/>
              </a:rPr>
              <a:t>)</a:t>
            </a:r>
            <a:br>
              <a:rPr lang="mr-IN" altLang="zh-CN" sz="1000" dirty="0"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sz="1000" dirty="0">
                <a:latin typeface="Courier" charset="0"/>
                <a:ea typeface="Courier" charset="0"/>
                <a:cs typeface="Courier" charset="0"/>
              </a:rPr>
              <a:t>        </a:t>
            </a:r>
            <a:r>
              <a:rPr lang="mr-IN" altLang="zh-CN" sz="1000" dirty="0" err="1">
                <a:latin typeface="Courier" charset="0"/>
                <a:ea typeface="Courier" charset="0"/>
                <a:cs typeface="Courier" charset="0"/>
              </a:rPr>
              <a:t>time.sleep</a:t>
            </a:r>
            <a:r>
              <a:rPr lang="mr-IN" altLang="zh-CN" sz="1000" dirty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mr-IN" altLang="zh-CN" sz="1000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0.2</a:t>
            </a:r>
            <a:r>
              <a:rPr lang="mr-IN" altLang="zh-CN" sz="1000" dirty="0">
                <a:latin typeface="Courier" charset="0"/>
                <a:ea typeface="Courier" charset="0"/>
                <a:cs typeface="Courier" charset="0"/>
              </a:rPr>
              <a:t>)</a:t>
            </a:r>
            <a:br>
              <a:rPr lang="mr-IN" altLang="zh-CN" sz="1000" dirty="0"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sz="1000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if</a:t>
            </a:r>
            <a:r>
              <a:rPr lang="mr-IN" altLang="zh-CN" sz="1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mr-IN" altLang="zh-CN" sz="1000" dirty="0">
                <a:latin typeface="Courier" charset="0"/>
                <a:ea typeface="Courier" charset="0"/>
                <a:cs typeface="Courier" charset="0"/>
              </a:rPr>
              <a:t>__</a:t>
            </a:r>
            <a:r>
              <a:rPr lang="mr-IN" altLang="zh-CN" sz="1000" dirty="0" err="1">
                <a:latin typeface="Courier" charset="0"/>
                <a:ea typeface="Courier" charset="0"/>
                <a:cs typeface="Courier" charset="0"/>
              </a:rPr>
              <a:t>name</a:t>
            </a:r>
            <a:r>
              <a:rPr lang="mr-IN" altLang="zh-CN" sz="1000" dirty="0">
                <a:latin typeface="Courier" charset="0"/>
                <a:ea typeface="Courier" charset="0"/>
                <a:cs typeface="Courier" charset="0"/>
              </a:rPr>
              <a:t>__ == </a:t>
            </a:r>
            <a:r>
              <a:rPr lang="mr-IN" altLang="zh-CN" sz="1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‘__</a:t>
            </a:r>
            <a:r>
              <a:rPr lang="mr-IN" altLang="zh-CN" sz="1000" b="1" dirty="0" err="1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main</a:t>
            </a:r>
            <a:r>
              <a:rPr lang="mr-IN" altLang="zh-CN" sz="1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__’</a:t>
            </a:r>
            <a:r>
              <a:rPr lang="mr-IN" altLang="zh-CN" sz="1000" dirty="0">
                <a:latin typeface="Courier" charset="0"/>
                <a:ea typeface="Courier" charset="0"/>
                <a:cs typeface="Courier" charset="0"/>
              </a:rPr>
              <a:t>:</a:t>
            </a:r>
            <a:br>
              <a:rPr lang="mr-IN" altLang="zh-CN" sz="1000" dirty="0"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sz="1000" dirty="0"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mr-IN" altLang="zh-CN" sz="1000" i="1" dirty="0">
                <a:solidFill>
                  <a:srgbClr val="808080"/>
                </a:solidFill>
                <a:latin typeface="Courier" charset="0"/>
                <a:ea typeface="Courier" charset="0"/>
                <a:cs typeface="Courier" charset="0"/>
              </a:rPr>
              <a:t># </a:t>
            </a:r>
            <a:r>
              <a:rPr lang="zh-CN" altLang="mr-IN" sz="1000" i="1" dirty="0">
                <a:solidFill>
                  <a:srgbClr val="808080"/>
                </a:solidFill>
                <a:latin typeface="Courier" charset="0"/>
                <a:ea typeface="Courier" charset="0"/>
                <a:cs typeface="Courier" charset="0"/>
              </a:rPr>
              <a:t>创建子进程</a:t>
            </a:r>
            <a:br>
              <a:rPr lang="zh-CN" altLang="mr-IN" sz="1000" i="1" dirty="0">
                <a:solidFill>
                  <a:srgbClr val="808080"/>
                </a:solidFill>
                <a:latin typeface="Courier" charset="0"/>
                <a:ea typeface="Courier" charset="0"/>
                <a:cs typeface="Courier" charset="0"/>
              </a:rPr>
            </a:br>
            <a:r>
              <a:rPr lang="zh-CN" altLang="mr-IN" sz="1000" i="1" dirty="0">
                <a:solidFill>
                  <a:srgbClr val="808080"/>
                </a:solidFill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mr-IN" altLang="zh-CN" sz="1000" dirty="0" err="1">
                <a:latin typeface="Courier" charset="0"/>
                <a:ea typeface="Courier" charset="0"/>
                <a:cs typeface="Courier" charset="0"/>
              </a:rPr>
              <a:t>work_process</a:t>
            </a:r>
            <a:r>
              <a:rPr lang="mr-IN" altLang="zh-CN" sz="1000" dirty="0">
                <a:latin typeface="Courier" charset="0"/>
                <a:ea typeface="Courier" charset="0"/>
                <a:cs typeface="Courier" charset="0"/>
              </a:rPr>
              <a:t> = </a:t>
            </a:r>
            <a:r>
              <a:rPr lang="mr-IN" altLang="zh-CN" sz="1000" dirty="0" err="1">
                <a:latin typeface="Courier" charset="0"/>
                <a:ea typeface="Courier" charset="0"/>
                <a:cs typeface="Courier" charset="0"/>
              </a:rPr>
              <a:t>multiprocessing.Process</a:t>
            </a:r>
            <a:r>
              <a:rPr lang="mr-IN" altLang="zh-CN" sz="1000" dirty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mr-IN" altLang="zh-CN" sz="1000" dirty="0" err="1">
                <a:solidFill>
                  <a:srgbClr val="660099"/>
                </a:solidFill>
                <a:latin typeface="Courier" charset="0"/>
                <a:ea typeface="Courier" charset="0"/>
                <a:cs typeface="Courier" charset="0"/>
              </a:rPr>
              <a:t>target</a:t>
            </a:r>
            <a:r>
              <a:rPr lang="mr-IN" altLang="zh-CN" sz="1000" dirty="0"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mr-IN" altLang="zh-CN" sz="1000" dirty="0" err="1">
                <a:latin typeface="Courier" charset="0"/>
                <a:ea typeface="Courier" charset="0"/>
                <a:cs typeface="Courier" charset="0"/>
              </a:rPr>
              <a:t>work</a:t>
            </a:r>
            <a:r>
              <a:rPr lang="mr-IN" altLang="zh-CN" sz="1000" dirty="0">
                <a:latin typeface="Courier" charset="0"/>
                <a:ea typeface="Courier" charset="0"/>
                <a:cs typeface="Courier" charset="0"/>
              </a:rPr>
              <a:t>)</a:t>
            </a:r>
            <a:br>
              <a:rPr lang="mr-IN" altLang="zh-CN" sz="1000" dirty="0"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sz="1000" dirty="0"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mr-IN" altLang="zh-CN" sz="1000" i="1" dirty="0">
                <a:solidFill>
                  <a:srgbClr val="808080"/>
                </a:solidFill>
                <a:latin typeface="Courier" charset="0"/>
                <a:ea typeface="Courier" charset="0"/>
                <a:cs typeface="Courier" charset="0"/>
              </a:rPr>
              <a:t># </a:t>
            </a:r>
            <a:r>
              <a:rPr lang="zh-CN" altLang="mr-IN" sz="1000" i="1" dirty="0">
                <a:solidFill>
                  <a:srgbClr val="808080"/>
                </a:solidFill>
                <a:latin typeface="Courier" charset="0"/>
                <a:ea typeface="Courier" charset="0"/>
                <a:cs typeface="Courier" charset="0"/>
              </a:rPr>
              <a:t>设置守护主进程，主进程退出后子进程直接销毁，不再执行子进程中的代码</a:t>
            </a:r>
            <a:br>
              <a:rPr lang="zh-CN" altLang="mr-IN" sz="1000" i="1" dirty="0">
                <a:solidFill>
                  <a:srgbClr val="808080"/>
                </a:solidFill>
                <a:latin typeface="Courier" charset="0"/>
                <a:ea typeface="Courier" charset="0"/>
                <a:cs typeface="Courier" charset="0"/>
              </a:rPr>
            </a:br>
            <a:r>
              <a:rPr lang="zh-CN" altLang="mr-IN" sz="1000" i="1" dirty="0">
                <a:solidFill>
                  <a:srgbClr val="808080"/>
                </a:solidFill>
                <a:latin typeface="Courier" charset="0"/>
                <a:ea typeface="Courier" charset="0"/>
                <a:cs typeface="Courier" charset="0"/>
              </a:rPr>
              <a:t>   </a:t>
            </a:r>
            <a:r>
              <a:rPr lang="zh-CN" altLang="en-US" sz="1000" i="1" dirty="0">
                <a:solidFill>
                  <a:srgbClr val="80808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mr-IN" altLang="zh-CN" sz="1000" dirty="0" err="1">
                <a:latin typeface="Courier" charset="0"/>
                <a:ea typeface="Courier" charset="0"/>
                <a:cs typeface="Courier" charset="0"/>
              </a:rPr>
              <a:t>work_process.daemon</a:t>
            </a:r>
            <a:r>
              <a:rPr lang="mr-IN" altLang="zh-CN" sz="1000" dirty="0">
                <a:latin typeface="Courier" charset="0"/>
                <a:ea typeface="Courier" charset="0"/>
                <a:cs typeface="Courier" charset="0"/>
              </a:rPr>
              <a:t> = </a:t>
            </a:r>
            <a:r>
              <a:rPr lang="mr-IN" altLang="zh-CN" sz="1000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True</a:t>
            </a:r>
            <a:br>
              <a:rPr lang="mr-IN" altLang="zh-CN" sz="1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sz="1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mr-IN" altLang="zh-CN" sz="1000" dirty="0" err="1">
                <a:latin typeface="Courier" charset="0"/>
                <a:ea typeface="Courier" charset="0"/>
                <a:cs typeface="Courier" charset="0"/>
              </a:rPr>
              <a:t>work_process.start</a:t>
            </a:r>
            <a:r>
              <a:rPr lang="mr-IN" altLang="zh-CN" sz="1000" dirty="0">
                <a:latin typeface="Courier" charset="0"/>
                <a:ea typeface="Courier" charset="0"/>
                <a:cs typeface="Courier" charset="0"/>
              </a:rPr>
              <a:t>()</a:t>
            </a:r>
            <a:br>
              <a:rPr lang="mr-IN" altLang="zh-CN" sz="1000" dirty="0"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sz="1000" dirty="0"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mr-IN" altLang="zh-CN" sz="1000" i="1" dirty="0">
                <a:solidFill>
                  <a:srgbClr val="808080"/>
                </a:solidFill>
                <a:latin typeface="Courier" charset="0"/>
                <a:ea typeface="Courier" charset="0"/>
                <a:cs typeface="Courier" charset="0"/>
              </a:rPr>
              <a:t># </a:t>
            </a:r>
            <a:r>
              <a:rPr lang="zh-CN" altLang="mr-IN" sz="1000" i="1" dirty="0">
                <a:solidFill>
                  <a:srgbClr val="808080"/>
                </a:solidFill>
                <a:latin typeface="Courier" charset="0"/>
                <a:ea typeface="Courier" charset="0"/>
                <a:cs typeface="Courier" charset="0"/>
              </a:rPr>
              <a:t>让主进程等待</a:t>
            </a:r>
            <a:r>
              <a:rPr lang="mr-IN" altLang="zh-CN" sz="1000" i="1" dirty="0">
                <a:solidFill>
                  <a:srgbClr val="808080"/>
                </a:solidFill>
                <a:latin typeface="Courier" charset="0"/>
                <a:ea typeface="Courier" charset="0"/>
                <a:cs typeface="Courier" charset="0"/>
              </a:rPr>
              <a:t>1</a:t>
            </a:r>
            <a:r>
              <a:rPr lang="zh-CN" altLang="mr-IN" sz="1000" i="1" dirty="0">
                <a:solidFill>
                  <a:srgbClr val="808080"/>
                </a:solidFill>
                <a:latin typeface="Courier" charset="0"/>
                <a:ea typeface="Courier" charset="0"/>
                <a:cs typeface="Courier" charset="0"/>
              </a:rPr>
              <a:t>秒钟</a:t>
            </a:r>
            <a:br>
              <a:rPr lang="zh-CN" altLang="mr-IN" sz="1000" i="1" dirty="0">
                <a:solidFill>
                  <a:srgbClr val="808080"/>
                </a:solidFill>
                <a:latin typeface="Courier" charset="0"/>
                <a:ea typeface="Courier" charset="0"/>
                <a:cs typeface="Courier" charset="0"/>
              </a:rPr>
            </a:br>
            <a:r>
              <a:rPr lang="zh-CN" altLang="mr-IN" sz="1000" i="1" dirty="0">
                <a:solidFill>
                  <a:srgbClr val="808080"/>
                </a:solidFill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mr-IN" altLang="zh-CN" sz="1000" dirty="0" err="1">
                <a:latin typeface="Courier" charset="0"/>
                <a:ea typeface="Courier" charset="0"/>
                <a:cs typeface="Courier" charset="0"/>
              </a:rPr>
              <a:t>time.sleep</a:t>
            </a:r>
            <a:r>
              <a:rPr lang="mr-IN" altLang="zh-CN" sz="1000" dirty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mr-IN" altLang="zh-CN" sz="1000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1</a:t>
            </a:r>
            <a:r>
              <a:rPr lang="mr-IN" altLang="zh-CN" sz="1000" dirty="0">
                <a:latin typeface="Courier" charset="0"/>
                <a:ea typeface="Courier" charset="0"/>
                <a:cs typeface="Courier" charset="0"/>
              </a:rPr>
              <a:t>)</a:t>
            </a:r>
            <a:br>
              <a:rPr lang="mr-IN" altLang="zh-CN" sz="1000" dirty="0"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sz="1000" dirty="0"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mr-IN" altLang="zh-CN" sz="1000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print</a:t>
            </a:r>
            <a:r>
              <a:rPr lang="mr-IN" altLang="zh-CN" sz="1000" dirty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mr-IN" altLang="zh-CN" sz="1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"</a:t>
            </a:r>
            <a:r>
              <a:rPr lang="zh-CN" altLang="mr-IN" sz="1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主进程执行完成了啦</a:t>
            </a:r>
            <a:r>
              <a:rPr lang="mr-IN" altLang="zh-CN" sz="1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"</a:t>
            </a:r>
            <a:r>
              <a:rPr lang="mr-IN" altLang="zh-CN" sz="1000" dirty="0">
                <a:latin typeface="Courier" charset="0"/>
                <a:ea typeface="Courier" charset="0"/>
                <a:cs typeface="Courier" charset="0"/>
              </a:rPr>
              <a:t>)</a:t>
            </a:r>
            <a:endParaRPr lang="zh-CN" altLang="en-US" sz="1000" dirty="0"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614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标题占位符 1"/>
          <p:cNvSpPr txBox="1">
            <a:spLocks noChangeArrowheads="1"/>
          </p:cNvSpPr>
          <p:nvPr/>
        </p:nvSpPr>
        <p:spPr bwMode="auto">
          <a:xfrm>
            <a:off x="628650" y="-19050"/>
            <a:ext cx="5383213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CN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5. </a:t>
            </a:r>
            <a:r>
              <a:rPr lang="zh-CN" altLang="en-US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进程的注意点</a:t>
            </a:r>
            <a:endParaRPr lang="zh-TW" altLang="zh-CN" sz="2400" b="1" dirty="0">
              <a:solidFill>
                <a:srgbClr val="595959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841375" y="1131888"/>
            <a:ext cx="3514725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5.5</a:t>
            </a:r>
            <a:r>
              <a:rPr lang="zh-CN" altLang="en-US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 销毁子进程</a:t>
            </a:r>
          </a:p>
        </p:txBody>
      </p:sp>
      <p:sp>
        <p:nvSpPr>
          <p:cNvPr id="5" name="矩形 4"/>
          <p:cNvSpPr/>
          <p:nvPr/>
        </p:nvSpPr>
        <p:spPr>
          <a:xfrm>
            <a:off x="1331640" y="1639719"/>
            <a:ext cx="6328072" cy="3276600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471340" y="1781413"/>
            <a:ext cx="6116364" cy="309315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mr-IN" altLang="zh-CN" sz="1000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def</a:t>
            </a:r>
            <a:r>
              <a:rPr lang="mr-IN" altLang="zh-CN" sz="1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mr-IN" altLang="zh-CN" sz="1000" dirty="0" err="1">
                <a:latin typeface="Courier" charset="0"/>
                <a:ea typeface="Courier" charset="0"/>
                <a:cs typeface="Courier" charset="0"/>
              </a:rPr>
              <a:t>work</a:t>
            </a:r>
            <a:r>
              <a:rPr lang="mr-IN" altLang="zh-CN" sz="1000" dirty="0">
                <a:latin typeface="Courier" charset="0"/>
                <a:ea typeface="Courier" charset="0"/>
                <a:cs typeface="Courier" charset="0"/>
              </a:rPr>
              <a:t>():</a:t>
            </a:r>
            <a:br>
              <a:rPr lang="mr-IN" altLang="zh-CN" sz="1000" dirty="0"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sz="1000" dirty="0"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mr-IN" altLang="zh-CN" sz="1000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for</a:t>
            </a:r>
            <a:r>
              <a:rPr lang="mr-IN" altLang="zh-CN" sz="1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mr-IN" altLang="zh-CN" sz="1000" dirty="0" err="1">
                <a:latin typeface="Courier" charset="0"/>
                <a:ea typeface="Courier" charset="0"/>
                <a:cs typeface="Courier" charset="0"/>
              </a:rPr>
              <a:t>i</a:t>
            </a:r>
            <a:r>
              <a:rPr lang="mr-IN" altLang="zh-CN" sz="10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mr-IN" altLang="zh-CN" sz="1000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in</a:t>
            </a:r>
            <a:r>
              <a:rPr lang="mr-IN" altLang="zh-CN" sz="1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mr-IN" altLang="zh-CN" sz="1000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range</a:t>
            </a:r>
            <a:r>
              <a:rPr lang="mr-IN" altLang="zh-CN" sz="1000" dirty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mr-IN" altLang="zh-CN" sz="1000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10</a:t>
            </a:r>
            <a:r>
              <a:rPr lang="mr-IN" altLang="zh-CN" sz="1000" dirty="0">
                <a:latin typeface="Courier" charset="0"/>
                <a:ea typeface="Courier" charset="0"/>
                <a:cs typeface="Courier" charset="0"/>
              </a:rPr>
              <a:t>):</a:t>
            </a:r>
            <a:br>
              <a:rPr lang="mr-IN" altLang="zh-CN" sz="1000" dirty="0"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sz="1000" dirty="0">
                <a:latin typeface="Courier" charset="0"/>
                <a:ea typeface="Courier" charset="0"/>
                <a:cs typeface="Courier" charset="0"/>
              </a:rPr>
              <a:t>        </a:t>
            </a:r>
            <a:r>
              <a:rPr lang="mr-IN" altLang="zh-CN" sz="1000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print</a:t>
            </a:r>
            <a:r>
              <a:rPr lang="mr-IN" altLang="zh-CN" sz="1000" dirty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mr-IN" altLang="zh-CN" sz="1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“</a:t>
            </a:r>
            <a:r>
              <a:rPr lang="zh-CN" altLang="mr-IN" sz="1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工作中</a:t>
            </a:r>
            <a:r>
              <a:rPr lang="mr-IN" altLang="zh-CN" sz="1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...”</a:t>
            </a:r>
            <a:r>
              <a:rPr lang="mr-IN" altLang="zh-CN" sz="1000" dirty="0">
                <a:latin typeface="Courier" charset="0"/>
                <a:ea typeface="Courier" charset="0"/>
                <a:cs typeface="Courier" charset="0"/>
              </a:rPr>
              <a:t>)</a:t>
            </a:r>
            <a:br>
              <a:rPr lang="mr-IN" altLang="zh-CN" sz="1000" dirty="0"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sz="1000" dirty="0">
                <a:latin typeface="Courier" charset="0"/>
                <a:ea typeface="Courier" charset="0"/>
                <a:cs typeface="Courier" charset="0"/>
              </a:rPr>
              <a:t>        </a:t>
            </a:r>
            <a:r>
              <a:rPr lang="mr-IN" altLang="zh-CN" sz="1000" dirty="0" err="1">
                <a:latin typeface="Courier" charset="0"/>
                <a:ea typeface="Courier" charset="0"/>
                <a:cs typeface="Courier" charset="0"/>
              </a:rPr>
              <a:t>time.sleep</a:t>
            </a:r>
            <a:r>
              <a:rPr lang="mr-IN" altLang="zh-CN" sz="1000" dirty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mr-IN" altLang="zh-CN" sz="1000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0.2</a:t>
            </a:r>
            <a:r>
              <a:rPr lang="mr-IN" altLang="zh-CN" sz="1000" dirty="0">
                <a:latin typeface="Courier" charset="0"/>
                <a:ea typeface="Courier" charset="0"/>
                <a:cs typeface="Courier" charset="0"/>
              </a:rPr>
              <a:t>)</a:t>
            </a:r>
            <a:br>
              <a:rPr lang="mr-IN" altLang="zh-CN" sz="1000" dirty="0"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sz="1000" b="1" dirty="0" err="1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if</a:t>
            </a:r>
            <a:r>
              <a:rPr lang="mr-IN" altLang="zh-CN" sz="1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mr-IN" altLang="zh-CN" sz="1000" dirty="0">
                <a:latin typeface="Courier" charset="0"/>
                <a:ea typeface="Courier" charset="0"/>
                <a:cs typeface="Courier" charset="0"/>
              </a:rPr>
              <a:t>__</a:t>
            </a:r>
            <a:r>
              <a:rPr lang="mr-IN" altLang="zh-CN" sz="1000" dirty="0" err="1">
                <a:latin typeface="Courier" charset="0"/>
                <a:ea typeface="Courier" charset="0"/>
                <a:cs typeface="Courier" charset="0"/>
              </a:rPr>
              <a:t>name</a:t>
            </a:r>
            <a:r>
              <a:rPr lang="mr-IN" altLang="zh-CN" sz="1000" dirty="0">
                <a:latin typeface="Courier" charset="0"/>
                <a:ea typeface="Courier" charset="0"/>
                <a:cs typeface="Courier" charset="0"/>
              </a:rPr>
              <a:t>__ == </a:t>
            </a:r>
            <a:r>
              <a:rPr lang="mr-IN" altLang="zh-CN" sz="1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‘__</a:t>
            </a:r>
            <a:r>
              <a:rPr lang="mr-IN" altLang="zh-CN" sz="1000" b="1" dirty="0" err="1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main</a:t>
            </a:r>
            <a:r>
              <a:rPr lang="mr-IN" altLang="zh-CN" sz="1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__’</a:t>
            </a:r>
            <a:r>
              <a:rPr lang="mr-IN" altLang="zh-CN" sz="1000" dirty="0">
                <a:latin typeface="Courier" charset="0"/>
                <a:ea typeface="Courier" charset="0"/>
                <a:cs typeface="Courier" charset="0"/>
              </a:rPr>
              <a:t>:</a:t>
            </a:r>
            <a:br>
              <a:rPr lang="mr-IN" altLang="zh-CN" sz="1000" dirty="0"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sz="1000" dirty="0"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mr-IN" altLang="zh-CN" sz="1000" i="1" dirty="0">
                <a:solidFill>
                  <a:srgbClr val="808080"/>
                </a:solidFill>
                <a:latin typeface="Courier" charset="0"/>
                <a:ea typeface="Courier" charset="0"/>
                <a:cs typeface="Courier" charset="0"/>
              </a:rPr>
              <a:t># </a:t>
            </a:r>
            <a:r>
              <a:rPr lang="zh-CN" altLang="mr-IN" sz="1000" i="1" dirty="0">
                <a:solidFill>
                  <a:srgbClr val="808080"/>
                </a:solidFill>
                <a:latin typeface="Courier" charset="0"/>
                <a:ea typeface="Courier" charset="0"/>
                <a:cs typeface="Courier" charset="0"/>
              </a:rPr>
              <a:t>创建子进程</a:t>
            </a:r>
            <a:br>
              <a:rPr lang="zh-CN" altLang="mr-IN" sz="1000" i="1" dirty="0">
                <a:solidFill>
                  <a:srgbClr val="808080"/>
                </a:solidFill>
                <a:latin typeface="Courier" charset="0"/>
                <a:ea typeface="Courier" charset="0"/>
                <a:cs typeface="Courier" charset="0"/>
              </a:rPr>
            </a:br>
            <a:r>
              <a:rPr lang="zh-CN" altLang="mr-IN" sz="1000" i="1" dirty="0">
                <a:solidFill>
                  <a:srgbClr val="808080"/>
                </a:solidFill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mr-IN" altLang="zh-CN" sz="1000" dirty="0" err="1">
                <a:latin typeface="Courier" charset="0"/>
                <a:ea typeface="Courier" charset="0"/>
                <a:cs typeface="Courier" charset="0"/>
              </a:rPr>
              <a:t>work_process</a:t>
            </a:r>
            <a:r>
              <a:rPr lang="mr-IN" altLang="zh-CN" sz="1000" dirty="0">
                <a:latin typeface="Courier" charset="0"/>
                <a:ea typeface="Courier" charset="0"/>
                <a:cs typeface="Courier" charset="0"/>
              </a:rPr>
              <a:t> = </a:t>
            </a:r>
            <a:r>
              <a:rPr lang="mr-IN" altLang="zh-CN" sz="1000" dirty="0" err="1">
                <a:latin typeface="Courier" charset="0"/>
                <a:ea typeface="Courier" charset="0"/>
                <a:cs typeface="Courier" charset="0"/>
              </a:rPr>
              <a:t>multiprocessing.Process</a:t>
            </a:r>
            <a:r>
              <a:rPr lang="mr-IN" altLang="zh-CN" sz="1000" dirty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mr-IN" altLang="zh-CN" sz="1000" dirty="0" err="1">
                <a:solidFill>
                  <a:srgbClr val="660099"/>
                </a:solidFill>
                <a:latin typeface="Courier" charset="0"/>
                <a:ea typeface="Courier" charset="0"/>
                <a:cs typeface="Courier" charset="0"/>
              </a:rPr>
              <a:t>target</a:t>
            </a:r>
            <a:r>
              <a:rPr lang="mr-IN" altLang="zh-CN" sz="1000" dirty="0"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mr-IN" altLang="zh-CN" sz="1000" dirty="0" err="1">
                <a:latin typeface="Courier" charset="0"/>
                <a:ea typeface="Courier" charset="0"/>
                <a:cs typeface="Courier" charset="0"/>
              </a:rPr>
              <a:t>work</a:t>
            </a:r>
            <a:r>
              <a:rPr lang="mr-IN" altLang="zh-CN" sz="1000" dirty="0">
                <a:latin typeface="Courier" charset="0"/>
                <a:ea typeface="Courier" charset="0"/>
                <a:cs typeface="Courier" charset="0"/>
              </a:rPr>
              <a:t>)</a:t>
            </a:r>
            <a:br>
              <a:rPr lang="mr-IN" altLang="zh-CN" sz="1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sz="1000" b="1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mr-IN" altLang="zh-CN" sz="1000" dirty="0" err="1">
                <a:latin typeface="Courier" charset="0"/>
                <a:ea typeface="Courier" charset="0"/>
                <a:cs typeface="Courier" charset="0"/>
              </a:rPr>
              <a:t>work_process.start</a:t>
            </a:r>
            <a:r>
              <a:rPr lang="mr-IN" altLang="zh-CN" sz="1000" dirty="0">
                <a:latin typeface="Courier" charset="0"/>
                <a:ea typeface="Courier" charset="0"/>
                <a:cs typeface="Courier" charset="0"/>
              </a:rPr>
              <a:t>()</a:t>
            </a:r>
            <a:br>
              <a:rPr lang="mr-IN" altLang="zh-CN" sz="1000" dirty="0">
                <a:latin typeface="Courier" charset="0"/>
                <a:ea typeface="Courier" charset="0"/>
                <a:cs typeface="Courier" charset="0"/>
              </a:rPr>
            </a:br>
            <a:r>
              <a:rPr lang="mr-IN" altLang="zh-CN" sz="1000" dirty="0"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sz="1000" i="1" dirty="0">
                <a:solidFill>
                  <a:srgbClr val="808080"/>
                </a:solidFill>
                <a:latin typeface="Courier" charset="0"/>
                <a:ea typeface="Courier" charset="0"/>
                <a:cs typeface="Courier" charset="0"/>
              </a:rPr>
              <a:t># </a:t>
            </a:r>
            <a:r>
              <a:rPr lang="zh-CN" altLang="en-US" sz="1000" i="1" dirty="0">
                <a:solidFill>
                  <a:srgbClr val="808080"/>
                </a:solidFill>
                <a:latin typeface="Courier" charset="0"/>
                <a:ea typeface="Courier" charset="0"/>
                <a:cs typeface="Courier" charset="0"/>
              </a:rPr>
              <a:t>让主进程等待</a:t>
            </a:r>
            <a:r>
              <a:rPr lang="en-US" altLang="zh-CN" sz="1000" i="1" dirty="0">
                <a:solidFill>
                  <a:srgbClr val="808080"/>
                </a:solidFill>
                <a:latin typeface="Courier" charset="0"/>
                <a:ea typeface="Courier" charset="0"/>
                <a:cs typeface="Courier" charset="0"/>
              </a:rPr>
              <a:t>1</a:t>
            </a:r>
            <a:r>
              <a:rPr lang="zh-CN" altLang="en-US" sz="1000" i="1" dirty="0">
                <a:solidFill>
                  <a:srgbClr val="808080"/>
                </a:solidFill>
                <a:latin typeface="Courier" charset="0"/>
                <a:ea typeface="Courier" charset="0"/>
                <a:cs typeface="Courier" charset="0"/>
              </a:rPr>
              <a:t>秒钟</a:t>
            </a:r>
            <a:br>
              <a:rPr lang="zh-CN" altLang="en-US" sz="1000" i="1" dirty="0">
                <a:solidFill>
                  <a:srgbClr val="808080"/>
                </a:solidFill>
                <a:latin typeface="Courier" charset="0"/>
                <a:ea typeface="Courier" charset="0"/>
                <a:cs typeface="Courier" charset="0"/>
              </a:rPr>
            </a:br>
            <a:r>
              <a:rPr lang="zh-CN" altLang="en-US" sz="1000" i="1" dirty="0">
                <a:solidFill>
                  <a:srgbClr val="808080"/>
                </a:solidFill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sz="1000" dirty="0" err="1">
                <a:latin typeface="Courier" charset="0"/>
                <a:ea typeface="Courier" charset="0"/>
                <a:cs typeface="Courier" charset="0"/>
              </a:rPr>
              <a:t>time.sleep</a:t>
            </a:r>
            <a:r>
              <a:rPr lang="en-US" altLang="zh-CN" sz="1000" dirty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1000" dirty="0">
                <a:solidFill>
                  <a:srgbClr val="0000FF"/>
                </a:solidFill>
                <a:latin typeface="Courier" charset="0"/>
                <a:ea typeface="Courier" charset="0"/>
                <a:cs typeface="Courier" charset="0"/>
              </a:rPr>
              <a:t>1</a:t>
            </a:r>
            <a:r>
              <a:rPr lang="en-US" altLang="zh-CN" sz="1000" dirty="0">
                <a:latin typeface="Courier" charset="0"/>
                <a:ea typeface="Courier" charset="0"/>
                <a:cs typeface="Courier" charset="0"/>
              </a:rPr>
              <a:t>)</a:t>
            </a:r>
            <a:br>
              <a:rPr lang="en-US" altLang="zh-CN" sz="1000" dirty="0">
                <a:latin typeface="Courier" charset="0"/>
                <a:ea typeface="Courier" charset="0"/>
                <a:cs typeface="Courier" charset="0"/>
              </a:rPr>
            </a:br>
            <a:r>
              <a:rPr lang="zh-CN" altLang="en-US" sz="1000" dirty="0"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sz="1000" i="1" dirty="0">
                <a:solidFill>
                  <a:srgbClr val="808080"/>
                </a:solidFill>
                <a:latin typeface="Courier" charset="0"/>
                <a:ea typeface="Courier" charset="0"/>
                <a:cs typeface="Courier" charset="0"/>
              </a:rPr>
              <a:t># </a:t>
            </a:r>
            <a:r>
              <a:rPr lang="zh-CN" altLang="en-US" sz="1000" i="1" dirty="0">
                <a:solidFill>
                  <a:srgbClr val="808080"/>
                </a:solidFill>
                <a:latin typeface="Courier" charset="0"/>
                <a:ea typeface="Courier" charset="0"/>
                <a:cs typeface="Courier" charset="0"/>
              </a:rPr>
              <a:t>让子进程直接销毁，表示终止执行， 主进程退出之前，把所有的子进程直接销毁就可以了</a:t>
            </a:r>
            <a:br>
              <a:rPr lang="zh-CN" altLang="en-US" sz="1000" i="1" dirty="0">
                <a:solidFill>
                  <a:srgbClr val="808080"/>
                </a:solidFill>
                <a:latin typeface="Courier" charset="0"/>
                <a:ea typeface="Courier" charset="0"/>
                <a:cs typeface="Courier" charset="0"/>
              </a:rPr>
            </a:br>
            <a:r>
              <a:rPr lang="zh-CN" altLang="en-US" sz="1000" i="1" dirty="0">
                <a:solidFill>
                  <a:srgbClr val="808080"/>
                </a:solidFill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sz="1000" dirty="0" err="1">
                <a:latin typeface="Courier" charset="0"/>
                <a:ea typeface="Courier" charset="0"/>
                <a:cs typeface="Courier" charset="0"/>
              </a:rPr>
              <a:t>work_process.terminate</a:t>
            </a:r>
            <a:r>
              <a:rPr lang="en-US" altLang="zh-CN" sz="1000" dirty="0">
                <a:latin typeface="Courier" charset="0"/>
                <a:ea typeface="Courier" charset="0"/>
                <a:cs typeface="Courier" charset="0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zh-CN" altLang="en-US" sz="1000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sz="1000" dirty="0">
                <a:solidFill>
                  <a:srgbClr val="000080"/>
                </a:solidFill>
                <a:latin typeface="Courier" charset="0"/>
                <a:ea typeface="Courier" charset="0"/>
                <a:cs typeface="Courier" charset="0"/>
              </a:rPr>
              <a:t>print</a:t>
            </a:r>
            <a:r>
              <a:rPr lang="en-US" altLang="zh-CN" sz="1000" dirty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1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“</a:t>
            </a:r>
            <a:r>
              <a:rPr lang="zh-CN" altLang="en-US" sz="1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主进程执行完成了啦</a:t>
            </a:r>
            <a:r>
              <a:rPr lang="en-US" altLang="zh-CN" sz="1000" b="1" dirty="0">
                <a:solidFill>
                  <a:srgbClr val="008080"/>
                </a:solidFill>
                <a:latin typeface="Courier" charset="0"/>
                <a:ea typeface="Courier" charset="0"/>
                <a:cs typeface="Courier" charset="0"/>
              </a:rPr>
              <a:t>”</a:t>
            </a:r>
            <a:r>
              <a:rPr lang="en-US" altLang="zh-CN" sz="1000" dirty="0">
                <a:latin typeface="Courier" charset="0"/>
                <a:ea typeface="Courier" charset="0"/>
                <a:cs typeface="Courier" charset="0"/>
              </a:rPr>
              <a:t>)</a:t>
            </a:r>
            <a:endParaRPr lang="zh-CN" altLang="en-US" sz="1000" dirty="0"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167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6"/>
          <p:cNvSpPr txBox="1">
            <a:spLocks noChangeArrowheads="1"/>
          </p:cNvSpPr>
          <p:nvPr/>
        </p:nvSpPr>
        <p:spPr bwMode="auto">
          <a:xfrm>
            <a:off x="841375" y="1131888"/>
            <a:ext cx="3514725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5.6</a:t>
            </a:r>
            <a:r>
              <a:rPr lang="zh-CN" altLang="en-US" b="1" dirty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 知识要点</a:t>
            </a:r>
          </a:p>
        </p:txBody>
      </p:sp>
      <p:sp>
        <p:nvSpPr>
          <p:cNvPr id="9" name="标题占位符 1"/>
          <p:cNvSpPr txBox="1">
            <a:spLocks noChangeArrowheads="1"/>
          </p:cNvSpPr>
          <p:nvPr/>
        </p:nvSpPr>
        <p:spPr bwMode="auto">
          <a:xfrm>
            <a:off x="628650" y="-19050"/>
            <a:ext cx="5383213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CN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5. </a:t>
            </a:r>
            <a:r>
              <a:rPr lang="zh-CN" altLang="en-US" sz="2400" b="1" dirty="0">
                <a:solidFill>
                  <a:srgbClr val="595959"/>
                </a:solidFill>
                <a:latin typeface="微软雅黑" charset="-122"/>
                <a:ea typeface="微软雅黑" charset="-122"/>
              </a:rPr>
              <a:t>进程的注意点</a:t>
            </a:r>
            <a:endParaRPr lang="zh-TW" altLang="zh-CN" sz="2400" b="1" dirty="0">
              <a:solidFill>
                <a:srgbClr val="595959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7" name="TextBox 15"/>
          <p:cNvSpPr txBox="1">
            <a:spLocks noChangeArrowheads="1"/>
          </p:cNvSpPr>
          <p:nvPr/>
        </p:nvSpPr>
        <p:spPr bwMode="auto">
          <a:xfrm>
            <a:off x="971600" y="1981032"/>
            <a:ext cx="7538665" cy="1788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68288" indent="-268288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 marL="0" indent="0">
              <a:lnSpc>
                <a:spcPct val="150000"/>
              </a:lnSpc>
            </a:pP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为了保证子进程能够正常的运行，主进程会等所有的子进程执行完成以后再销毁，设置守护主进程的目的是</a:t>
            </a:r>
            <a:r>
              <a:rPr lang="zh-CN" altLang="en-US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主进程退出子进程销毁</a:t>
            </a: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，不让主进程再等待子进程去执行。</a:t>
            </a:r>
            <a:endParaRPr lang="en-US" altLang="zh-CN" sz="1050" dirty="0">
              <a:solidFill>
                <a:srgbClr val="262626"/>
              </a:solidFill>
              <a:latin typeface="微软雅黑" charset="-122"/>
              <a:ea typeface="微软雅黑" charset="-122"/>
            </a:endParaRPr>
          </a:p>
          <a:p>
            <a:pPr marL="0" indent="0">
              <a:lnSpc>
                <a:spcPct val="150000"/>
              </a:lnSpc>
            </a:pPr>
            <a:endParaRPr lang="en-US" altLang="zh-CN" sz="1050" dirty="0">
              <a:solidFill>
                <a:srgbClr val="262626"/>
              </a:solidFill>
              <a:latin typeface="微软雅黑" charset="-122"/>
              <a:ea typeface="微软雅黑" charset="-122"/>
            </a:endParaRPr>
          </a:p>
          <a:p>
            <a:pPr marL="0" indent="0">
              <a:lnSpc>
                <a:spcPct val="150000"/>
              </a:lnSpc>
            </a:pP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设置守护主进程方式：</a:t>
            </a:r>
            <a:r>
              <a:rPr lang="en-US" altLang="zh-CN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 </a:t>
            </a:r>
            <a:r>
              <a:rPr lang="zh-CN" altLang="en-US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子进程对象</a:t>
            </a:r>
            <a:r>
              <a:rPr lang="en-US" altLang="zh-CN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.daemon = True</a:t>
            </a:r>
          </a:p>
          <a:p>
            <a:pPr marL="0" indent="0">
              <a:lnSpc>
                <a:spcPct val="150000"/>
              </a:lnSpc>
            </a:pPr>
            <a:r>
              <a:rPr lang="zh-CN" altLang="en-US" sz="1050" dirty="0">
                <a:solidFill>
                  <a:srgbClr val="262626"/>
                </a:solidFill>
                <a:latin typeface="微软雅黑" charset="-122"/>
                <a:ea typeface="微软雅黑" charset="-122"/>
              </a:rPr>
              <a:t>销毁子进程方式： </a:t>
            </a:r>
            <a:r>
              <a:rPr lang="zh-CN" altLang="en-US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子进程对象</a:t>
            </a:r>
            <a:r>
              <a:rPr lang="en-US" altLang="zh-CN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.terminate()</a:t>
            </a:r>
          </a:p>
          <a:p>
            <a:pPr marL="0" indent="0">
              <a:lnSpc>
                <a:spcPct val="150000"/>
              </a:lnSpc>
            </a:pPr>
            <a:endParaRPr lang="en-US" altLang="zh-CN" sz="1050" b="1" dirty="0">
              <a:solidFill>
                <a:srgbClr val="FF0000"/>
              </a:solidFill>
              <a:latin typeface="微软雅黑" charset="-122"/>
              <a:ea typeface="微软雅黑" charset="-122"/>
            </a:endParaRPr>
          </a:p>
          <a:p>
            <a:pPr marL="0" indent="0">
              <a:lnSpc>
                <a:spcPct val="150000"/>
              </a:lnSpc>
            </a:pPr>
            <a:r>
              <a:rPr lang="zh-CN" altLang="en-US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提示</a:t>
            </a:r>
            <a:r>
              <a:rPr lang="en-US" altLang="zh-CN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:</a:t>
            </a:r>
            <a:r>
              <a:rPr lang="zh-CN" altLang="en-US" sz="1050" b="1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 以上两种方式都能保证主进程退出子进程销毁</a:t>
            </a:r>
            <a:endParaRPr lang="en-US" altLang="zh-CN" sz="1050" b="1" dirty="0">
              <a:solidFill>
                <a:srgbClr val="FF0000"/>
              </a:solidFill>
              <a:latin typeface="微软雅黑" charset="-122"/>
              <a:ea typeface="微软雅黑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40486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629005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905155037"/>
  <p:tag name="MH_LIBRARY" val="CONTENTS"/>
  <p:tag name="MH_TYPE" val="OTHERS"/>
  <p:tag name="ID" val="54583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905155037"/>
  <p:tag name="MH_LIBRARY" val="CONTENTS"/>
  <p:tag name="MH_TYPE" val="OTHERS"/>
  <p:tag name="ID" val="54583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905155037"/>
  <p:tag name="MH_LIBRARY" val="CONTENTS"/>
  <p:tag name="MH_TYPE" val="OTHERS"/>
  <p:tag name="ID" val="54583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905155037"/>
  <p:tag name="MH_LIBRARY" val="CONTENTS"/>
  <p:tag name="MH_TYPE" val="OTHERS"/>
  <p:tag name="ID" val="54583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905155037"/>
  <p:tag name="MH_LIBRARY" val="CONTENTS"/>
  <p:tag name="MH_TYPE" val="OTHERS"/>
  <p:tag name="ID" val="54583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905155037"/>
  <p:tag name="MH_LIBRARY" val="CONTENTS"/>
  <p:tag name="MH_TYPE" val="OTHERS"/>
  <p:tag name="ID" val="54583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905155037"/>
  <p:tag name="MH_LIBRARY" val="CONTENTS"/>
  <p:tag name="MH_TYPE" val="OTHERS"/>
  <p:tag name="ID" val="54583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905155037"/>
  <p:tag name="MH_LIBRARY" val="CONTENTS"/>
  <p:tag name="MH_TYPE" val="OTHERS"/>
  <p:tag name="ID" val="545836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905155037"/>
  <p:tag name="MH_LIBRARY" val="CONTENTS"/>
  <p:tag name="MH_TYPE" val="OTHERS"/>
  <p:tag name="ID" val="54583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905155037"/>
  <p:tag name="MH_LIBRARY" val="CONTENTS"/>
  <p:tag name="MH_TYPE" val="OTHERS"/>
  <p:tag name="ID" val="545836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905155037"/>
  <p:tag name="MH_LIBRARY" val="CONTENTS"/>
  <p:tag name="MH_TYPE" val="OTHERS"/>
  <p:tag name="ID" val="545836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905155037"/>
  <p:tag name="MH_LIBRARY" val="CONTENTS"/>
  <p:tag name="MH_TYPE" val="OTHERS"/>
  <p:tag name="ID" val="545836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905155037"/>
  <p:tag name="MH_LIBRARY" val="CONTENTS"/>
  <p:tag name="MH_TYPE" val="OTHERS"/>
  <p:tag name="ID" val="545836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905155037"/>
  <p:tag name="MH_LIBRARY" val="CONTENTS"/>
  <p:tag name="MH_TYPE" val="OTHERS"/>
  <p:tag name="ID" val="545836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905155037"/>
  <p:tag name="MH_LIBRARY" val="CONTENTS"/>
  <p:tag name="MH_TYPE" val="OTHERS"/>
  <p:tag name="ID" val="545836"/>
</p:tagLst>
</file>

<file path=ppt/theme/theme1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88900"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</a:theme>
</file>

<file path=ppt/theme/theme4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25045</TotalTime>
  <Words>2386</Words>
  <Application>Microsoft Office PowerPoint</Application>
  <PresentationFormat>全屏显示(16:9)</PresentationFormat>
  <Paragraphs>242</Paragraphs>
  <Slides>41</Slides>
  <Notes>0</Notes>
  <HiddenSlides>3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41</vt:i4>
      </vt:variant>
    </vt:vector>
  </HeadingPairs>
  <TitlesOfParts>
    <vt:vector size="54" baseType="lpstr">
      <vt:lpstr>Courier</vt:lpstr>
      <vt:lpstr>黑体</vt:lpstr>
      <vt:lpstr>微软雅黑</vt:lpstr>
      <vt:lpstr>微软雅黑</vt:lpstr>
      <vt:lpstr>Arial</vt:lpstr>
      <vt:lpstr>Calibri</vt:lpstr>
      <vt:lpstr>Segoe UI</vt:lpstr>
      <vt:lpstr>Times New Roman</vt:lpstr>
      <vt:lpstr>Wingdings</vt:lpstr>
      <vt:lpstr>1_自定义设计方案</vt:lpstr>
      <vt:lpstr>自定义设计方案</vt:lpstr>
      <vt:lpstr>3_自定义设计方案</vt:lpstr>
      <vt:lpstr>2_自定义设计方案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</dc:creator>
  <cp:lastModifiedBy>任 逍遥</cp:lastModifiedBy>
  <cp:revision>836</cp:revision>
  <dcterms:created xsi:type="dcterms:W3CDTF">2015-06-29T07:19:00Z</dcterms:created>
  <dcterms:modified xsi:type="dcterms:W3CDTF">2021-11-26T07:12:16Z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2052-10.1.0.5777</vt:lpwstr>
  </property>
</Properties>
</file>