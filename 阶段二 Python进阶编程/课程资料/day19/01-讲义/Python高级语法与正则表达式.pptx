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slideLayouts/slideLayout5.xml" ContentType="application/vnd.openxmlformats-officedocument.presentationml.slideLayout+xml"/>
  <Override PartName="/ppt/theme/theme5.xml" ContentType="application/vnd.openxmlformats-officedocument.theme+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6.xml" ContentType="application/vnd.openxmlformats-officedocument.theme+xml"/>
  <Override PartName="/ppt/slideLayouts/slideLayout21.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 id="2147483665" r:id="rId2"/>
    <p:sldMasterId id="2147483707" r:id="rId3"/>
    <p:sldMasterId id="2147483700" r:id="rId4"/>
    <p:sldMasterId id="2147483698" r:id="rId5"/>
    <p:sldMasterId id="2147483668" r:id="rId6"/>
    <p:sldMasterId id="2147483672" r:id="rId7"/>
  </p:sldMasterIdLst>
  <p:notesMasterIdLst>
    <p:notesMasterId r:id="rId55"/>
  </p:notesMasterIdLst>
  <p:handoutMasterIdLst>
    <p:handoutMasterId r:id="rId56"/>
  </p:handoutMasterIdLst>
  <p:sldIdLst>
    <p:sldId id="462" r:id="rId8"/>
    <p:sldId id="463" r:id="rId9"/>
    <p:sldId id="464" r:id="rId10"/>
    <p:sldId id="681" r:id="rId11"/>
    <p:sldId id="675" r:id="rId12"/>
    <p:sldId id="677" r:id="rId13"/>
    <p:sldId id="676" r:id="rId14"/>
    <p:sldId id="678" r:id="rId15"/>
    <p:sldId id="682" r:id="rId16"/>
    <p:sldId id="683" r:id="rId17"/>
    <p:sldId id="684" r:id="rId18"/>
    <p:sldId id="685" r:id="rId19"/>
    <p:sldId id="686" r:id="rId20"/>
    <p:sldId id="687" r:id="rId21"/>
    <p:sldId id="688" r:id="rId22"/>
    <p:sldId id="689" r:id="rId23"/>
    <p:sldId id="690" r:id="rId24"/>
    <p:sldId id="691" r:id="rId25"/>
    <p:sldId id="692" r:id="rId26"/>
    <p:sldId id="693" r:id="rId27"/>
    <p:sldId id="694" r:id="rId28"/>
    <p:sldId id="695" r:id="rId29"/>
    <p:sldId id="696" r:id="rId30"/>
    <p:sldId id="697" r:id="rId31"/>
    <p:sldId id="466" r:id="rId32"/>
    <p:sldId id="639" r:id="rId33"/>
    <p:sldId id="640" r:id="rId34"/>
    <p:sldId id="641" r:id="rId35"/>
    <p:sldId id="642" r:id="rId36"/>
    <p:sldId id="643" r:id="rId37"/>
    <p:sldId id="644" r:id="rId38"/>
    <p:sldId id="647" r:id="rId39"/>
    <p:sldId id="703" r:id="rId40"/>
    <p:sldId id="700" r:id="rId41"/>
    <p:sldId id="701" r:id="rId42"/>
    <p:sldId id="702" r:id="rId43"/>
    <p:sldId id="704" r:id="rId44"/>
    <p:sldId id="705" r:id="rId45"/>
    <p:sldId id="706" r:id="rId46"/>
    <p:sldId id="707" r:id="rId47"/>
    <p:sldId id="708" r:id="rId48"/>
    <p:sldId id="709" r:id="rId49"/>
    <p:sldId id="710" r:id="rId50"/>
    <p:sldId id="711" r:id="rId51"/>
    <p:sldId id="712" r:id="rId52"/>
    <p:sldId id="713" r:id="rId53"/>
    <p:sldId id="264" r:id="rId5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FFFE4"/>
    <a:srgbClr val="B60206"/>
    <a:srgbClr val="AD2B26"/>
    <a:srgbClr val="49504F"/>
    <a:srgbClr val="B70006"/>
    <a:srgbClr val="919191"/>
    <a:srgbClr val="333333"/>
    <a:srgbClr val="D9D9D9"/>
    <a:srgbClr val="51515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652" autoAdjust="0"/>
    <p:restoredTop sz="95852" autoAdjust="0"/>
  </p:normalViewPr>
  <p:slideViewPr>
    <p:cSldViewPr snapToGrid="0">
      <p:cViewPr varScale="1">
        <p:scale>
          <a:sx n="94" d="100"/>
          <a:sy n="94" d="100"/>
        </p:scale>
        <p:origin x="106" y="91"/>
      </p:cViewPr>
      <p:guideLst/>
    </p:cSldViewPr>
  </p:slideViewPr>
  <p:notesTextViewPr>
    <p:cViewPr>
      <p:scale>
        <a:sx n="1" d="1"/>
        <a:sy n="1" d="1"/>
      </p:scale>
      <p:origin x="0" y="0"/>
    </p:cViewPr>
  </p:notesTextViewPr>
  <p:notesViewPr>
    <p:cSldViewPr snapToGrid="0" showGuides="1">
      <p:cViewPr varScale="1">
        <p:scale>
          <a:sx n="97" d="100"/>
          <a:sy n="97" d="100"/>
        </p:scale>
        <p:origin x="3416" y="19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slide" Target="slides/slide35.xml"/><Relationship Id="rId47" Type="http://schemas.openxmlformats.org/officeDocument/2006/relationships/slide" Target="slides/slide40.xml"/><Relationship Id="rId50" Type="http://schemas.openxmlformats.org/officeDocument/2006/relationships/slide" Target="slides/slide43.xml"/><Relationship Id="rId55" Type="http://schemas.openxmlformats.org/officeDocument/2006/relationships/notesMaster" Target="notesMasters/notesMaster1.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openxmlformats.org/officeDocument/2006/relationships/slide" Target="slides/slide46.xml"/><Relationship Id="rId58" Type="http://schemas.openxmlformats.org/officeDocument/2006/relationships/viewProps" Target="viewProps.xml"/><Relationship Id="rId5" Type="http://schemas.openxmlformats.org/officeDocument/2006/relationships/slideMaster" Target="slideMasters/slideMaster5.xml"/><Relationship Id="rId19" Type="http://schemas.openxmlformats.org/officeDocument/2006/relationships/slide" Target="slides/slide12.xml"/><Relationship Id="rId4" Type="http://schemas.openxmlformats.org/officeDocument/2006/relationships/slideMaster" Target="slideMasters/slideMaster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slide" Target="slides/slide41.xml"/><Relationship Id="rId56" Type="http://schemas.openxmlformats.org/officeDocument/2006/relationships/handoutMaster" Target="handoutMasters/handoutMaster1.xml"/><Relationship Id="rId8" Type="http://schemas.openxmlformats.org/officeDocument/2006/relationships/slide" Target="slides/slide1.xml"/><Relationship Id="rId51" Type="http://schemas.openxmlformats.org/officeDocument/2006/relationships/slide" Target="slides/slide44.xml"/><Relationship Id="rId3" Type="http://schemas.openxmlformats.org/officeDocument/2006/relationships/slideMaster" Target="slideMasters/slideMaster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59" Type="http://schemas.openxmlformats.org/officeDocument/2006/relationships/theme" Target="theme/theme1.xml"/><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slide" Target="slides/slide47.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openxmlformats.org/officeDocument/2006/relationships/presProps" Target="presProps.xml"/><Relationship Id="rId10" Type="http://schemas.openxmlformats.org/officeDocument/2006/relationships/slide" Target="slides/slide3.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slide" Target="slides/slide45.xml"/><Relationship Id="rId6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75BAB8F7-26C7-2345-A2F0-4C70E8EFA84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a:extLst>
              <a:ext uri="{FF2B5EF4-FFF2-40B4-BE49-F238E27FC236}">
                <a16:creationId xmlns:a16="http://schemas.microsoft.com/office/drawing/2014/main" id="{1EB0FE49-C86E-0B42-8C7E-921C60B5AAA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93DFD10-C36A-A44C-AC52-E91D9A58CF7E}" type="datetimeFigureOut">
              <a:rPr kumimoji="1" lang="zh-CN" altLang="en-US" smtClean="0"/>
              <a:t>2021/11/28</a:t>
            </a:fld>
            <a:endParaRPr kumimoji="1" lang="zh-CN" altLang="en-US"/>
          </a:p>
        </p:txBody>
      </p:sp>
      <p:sp>
        <p:nvSpPr>
          <p:cNvPr id="4" name="页脚占位符 3">
            <a:extLst>
              <a:ext uri="{FF2B5EF4-FFF2-40B4-BE49-F238E27FC236}">
                <a16:creationId xmlns:a16="http://schemas.microsoft.com/office/drawing/2014/main" id="{9E928822-8127-CD43-9156-5BB443851DB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5" name="灯片编号占位符 4">
            <a:extLst>
              <a:ext uri="{FF2B5EF4-FFF2-40B4-BE49-F238E27FC236}">
                <a16:creationId xmlns:a16="http://schemas.microsoft.com/office/drawing/2014/main" id="{4FC3EF7F-6078-7249-A167-F5C06879924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3F0B397-CD8F-1C4C-97BB-ADF18DDD1C00}" type="slidenum">
              <a:rPr kumimoji="1" lang="zh-CN" altLang="en-US" smtClean="0"/>
              <a:t>‹#›</a:t>
            </a:fld>
            <a:endParaRPr kumimoji="1" lang="zh-CN" altLang="en-US"/>
          </a:p>
        </p:txBody>
      </p:sp>
    </p:spTree>
    <p:extLst>
      <p:ext uri="{BB962C8B-B14F-4D97-AF65-F5344CB8AC3E}">
        <p14:creationId xmlns:p14="http://schemas.microsoft.com/office/powerpoint/2010/main" val="27626559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EE7ACF5-0677-4CC5-89ED-AE83D3F5859D}" type="datetimeFigureOut">
              <a:rPr lang="zh-CN" altLang="en-US" smtClean="0"/>
              <a:t>2021/11/28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C63F50-FC71-46DD-9BDC-11F985EF414C}" type="slidenum">
              <a:rPr lang="zh-CN" altLang="en-US" smtClean="0"/>
              <a:t>‹#›</a:t>
            </a:fld>
            <a:endParaRPr lang="zh-CN" altLang="en-US"/>
          </a:p>
        </p:txBody>
      </p:sp>
    </p:spTree>
    <p:extLst>
      <p:ext uri="{BB962C8B-B14F-4D97-AF65-F5344CB8AC3E}">
        <p14:creationId xmlns:p14="http://schemas.microsoft.com/office/powerpoint/2010/main" val="30855948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zh-CN" altLang="en-US" b="0" i="0" dirty="0">
              <a:solidFill>
                <a:srgbClr val="333333"/>
              </a:solidFill>
              <a:effectLst/>
              <a:latin typeface="Helvetica Neue"/>
            </a:endParaRPr>
          </a:p>
        </p:txBody>
      </p:sp>
      <p:sp>
        <p:nvSpPr>
          <p:cNvPr id="4" name="灯片编号占位符 3"/>
          <p:cNvSpPr>
            <a:spLocks noGrp="1"/>
          </p:cNvSpPr>
          <p:nvPr>
            <p:ph type="sldNum" sz="quarter" idx="5"/>
          </p:nvPr>
        </p:nvSpPr>
        <p:spPr/>
        <p:txBody>
          <a:bodyPr/>
          <a:lstStyle/>
          <a:p>
            <a:fld id="{3CC63F50-FC71-46DD-9BDC-11F985EF414C}" type="slidenum">
              <a:rPr lang="zh-CN" altLang="en-US" smtClean="0"/>
              <a:t>5</a:t>
            </a:fld>
            <a:endParaRPr lang="zh-CN" altLang="en-US"/>
          </a:p>
        </p:txBody>
      </p:sp>
    </p:spTree>
    <p:extLst>
      <p:ext uri="{BB962C8B-B14F-4D97-AF65-F5344CB8AC3E}">
        <p14:creationId xmlns:p14="http://schemas.microsoft.com/office/powerpoint/2010/main" val="32917344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zh-CN" altLang="en-US" b="0" i="0" dirty="0">
              <a:solidFill>
                <a:srgbClr val="333333"/>
              </a:solidFill>
              <a:effectLst/>
              <a:latin typeface="Helvetica Neue"/>
            </a:endParaRPr>
          </a:p>
        </p:txBody>
      </p:sp>
      <p:sp>
        <p:nvSpPr>
          <p:cNvPr id="4" name="灯片编号占位符 3"/>
          <p:cNvSpPr>
            <a:spLocks noGrp="1"/>
          </p:cNvSpPr>
          <p:nvPr>
            <p:ph type="sldNum" sz="quarter" idx="5"/>
          </p:nvPr>
        </p:nvSpPr>
        <p:spPr/>
        <p:txBody>
          <a:bodyPr/>
          <a:lstStyle/>
          <a:p>
            <a:fld id="{3CC63F50-FC71-46DD-9BDC-11F985EF414C}" type="slidenum">
              <a:rPr lang="zh-CN" altLang="en-US" smtClean="0"/>
              <a:t>6</a:t>
            </a:fld>
            <a:endParaRPr lang="zh-CN" altLang="en-US"/>
          </a:p>
        </p:txBody>
      </p:sp>
    </p:spTree>
    <p:extLst>
      <p:ext uri="{BB962C8B-B14F-4D97-AF65-F5344CB8AC3E}">
        <p14:creationId xmlns:p14="http://schemas.microsoft.com/office/powerpoint/2010/main" val="237718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zh-CN" altLang="en-US" b="0" i="0" dirty="0">
              <a:solidFill>
                <a:srgbClr val="333333"/>
              </a:solidFill>
              <a:effectLst/>
              <a:latin typeface="Helvetica Neue"/>
            </a:endParaRPr>
          </a:p>
        </p:txBody>
      </p:sp>
      <p:sp>
        <p:nvSpPr>
          <p:cNvPr id="4" name="灯片编号占位符 3"/>
          <p:cNvSpPr>
            <a:spLocks noGrp="1"/>
          </p:cNvSpPr>
          <p:nvPr>
            <p:ph type="sldNum" sz="quarter" idx="5"/>
          </p:nvPr>
        </p:nvSpPr>
        <p:spPr/>
        <p:txBody>
          <a:bodyPr/>
          <a:lstStyle/>
          <a:p>
            <a:fld id="{3CC63F50-FC71-46DD-9BDC-11F985EF414C}" type="slidenum">
              <a:rPr lang="zh-CN" altLang="en-US" smtClean="0"/>
              <a:t>7</a:t>
            </a:fld>
            <a:endParaRPr lang="zh-CN" altLang="en-US"/>
          </a:p>
        </p:txBody>
      </p:sp>
    </p:spTree>
    <p:extLst>
      <p:ext uri="{BB962C8B-B14F-4D97-AF65-F5344CB8AC3E}">
        <p14:creationId xmlns:p14="http://schemas.microsoft.com/office/powerpoint/2010/main" val="7048517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zh-CN" altLang="en-US" b="0" i="0" dirty="0">
              <a:solidFill>
                <a:srgbClr val="333333"/>
              </a:solidFill>
              <a:effectLst/>
              <a:latin typeface="Helvetica Neue"/>
            </a:endParaRPr>
          </a:p>
        </p:txBody>
      </p:sp>
      <p:sp>
        <p:nvSpPr>
          <p:cNvPr id="4" name="灯片编号占位符 3"/>
          <p:cNvSpPr>
            <a:spLocks noGrp="1"/>
          </p:cNvSpPr>
          <p:nvPr>
            <p:ph type="sldNum" sz="quarter" idx="5"/>
          </p:nvPr>
        </p:nvSpPr>
        <p:spPr/>
        <p:txBody>
          <a:bodyPr/>
          <a:lstStyle/>
          <a:p>
            <a:fld id="{3CC63F50-FC71-46DD-9BDC-11F985EF414C}" type="slidenum">
              <a:rPr lang="zh-CN" altLang="en-US" smtClean="0"/>
              <a:t>8</a:t>
            </a:fld>
            <a:endParaRPr lang="zh-CN" altLang="en-US"/>
          </a:p>
        </p:txBody>
      </p:sp>
    </p:spTree>
    <p:extLst>
      <p:ext uri="{BB962C8B-B14F-4D97-AF65-F5344CB8AC3E}">
        <p14:creationId xmlns:p14="http://schemas.microsoft.com/office/powerpoint/2010/main" val="25879448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zh-CN" altLang="en-US" b="0" i="0" dirty="0">
              <a:solidFill>
                <a:srgbClr val="333333"/>
              </a:solidFill>
              <a:effectLst/>
              <a:latin typeface="Helvetica Neue"/>
            </a:endParaRPr>
          </a:p>
        </p:txBody>
      </p:sp>
      <p:sp>
        <p:nvSpPr>
          <p:cNvPr id="4" name="灯片编号占位符 3"/>
          <p:cNvSpPr>
            <a:spLocks noGrp="1"/>
          </p:cNvSpPr>
          <p:nvPr>
            <p:ph type="sldNum" sz="quarter" idx="5"/>
          </p:nvPr>
        </p:nvSpPr>
        <p:spPr/>
        <p:txBody>
          <a:bodyPr/>
          <a:lstStyle/>
          <a:p>
            <a:fld id="{3CC63F50-FC71-46DD-9BDC-11F985EF414C}" type="slidenum">
              <a:rPr lang="zh-CN" altLang="en-US" smtClean="0"/>
              <a:t>10</a:t>
            </a:fld>
            <a:endParaRPr lang="zh-CN" altLang="en-US"/>
          </a:p>
        </p:txBody>
      </p:sp>
    </p:spTree>
    <p:extLst>
      <p:ext uri="{BB962C8B-B14F-4D97-AF65-F5344CB8AC3E}">
        <p14:creationId xmlns:p14="http://schemas.microsoft.com/office/powerpoint/2010/main" val="14476247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zh-CN" altLang="en-US" b="0" i="0" dirty="0">
              <a:solidFill>
                <a:srgbClr val="333333"/>
              </a:solidFill>
              <a:effectLst/>
              <a:latin typeface="Helvetica Neue"/>
            </a:endParaRPr>
          </a:p>
        </p:txBody>
      </p:sp>
      <p:sp>
        <p:nvSpPr>
          <p:cNvPr id="4" name="灯片编号占位符 3"/>
          <p:cNvSpPr>
            <a:spLocks noGrp="1"/>
          </p:cNvSpPr>
          <p:nvPr>
            <p:ph type="sldNum" sz="quarter" idx="5"/>
          </p:nvPr>
        </p:nvSpPr>
        <p:spPr/>
        <p:txBody>
          <a:bodyPr/>
          <a:lstStyle/>
          <a:p>
            <a:fld id="{3CC63F50-FC71-46DD-9BDC-11F985EF414C}" type="slidenum">
              <a:rPr lang="zh-CN" altLang="en-US" smtClean="0"/>
              <a:t>11</a:t>
            </a:fld>
            <a:endParaRPr lang="zh-CN" altLang="en-US"/>
          </a:p>
        </p:txBody>
      </p:sp>
    </p:spTree>
    <p:extLst>
      <p:ext uri="{BB962C8B-B14F-4D97-AF65-F5344CB8AC3E}">
        <p14:creationId xmlns:p14="http://schemas.microsoft.com/office/powerpoint/2010/main" val="4613074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1" i="0" dirty="0">
                <a:solidFill>
                  <a:srgbClr val="333333"/>
                </a:solidFill>
                <a:effectLst/>
                <a:latin typeface="Helvetica Neue"/>
              </a:rPr>
              <a:t>代码说明</a:t>
            </a:r>
            <a:r>
              <a:rPr lang="en-US" altLang="zh-CN" b="1" i="0" dirty="0">
                <a:solidFill>
                  <a:srgbClr val="333333"/>
                </a:solidFill>
                <a:effectLst/>
                <a:latin typeface="Helvetica Neue"/>
              </a:rPr>
              <a:t>:</a:t>
            </a:r>
            <a:endParaRPr lang="zh-CN" altLang="en-US" b="0" i="0" dirty="0">
              <a:solidFill>
                <a:srgbClr val="333333"/>
              </a:solidFill>
              <a:effectLst/>
              <a:latin typeface="Helvetica Neue"/>
            </a:endParaRPr>
          </a:p>
          <a:p>
            <a:pPr algn="l">
              <a:buFont typeface="Arial" panose="020B0604020202020204" pitchFamily="34" charset="0"/>
              <a:buNone/>
            </a:pPr>
            <a:r>
              <a:rPr lang="zh-CN" altLang="en-US" b="0" i="0" dirty="0">
                <a:solidFill>
                  <a:srgbClr val="333333"/>
                </a:solidFill>
                <a:effectLst/>
                <a:latin typeface="Helvetica Neue"/>
              </a:rPr>
              <a:t>① 代码执行到 </a:t>
            </a:r>
            <a:r>
              <a:rPr lang="en-US" altLang="zh-CN" b="0" i="0" dirty="0">
                <a:solidFill>
                  <a:srgbClr val="333333"/>
                </a:solidFill>
                <a:effectLst/>
                <a:latin typeface="Helvetica Neue"/>
              </a:rPr>
              <a:t>yield </a:t>
            </a:r>
            <a:r>
              <a:rPr lang="zh-CN" altLang="en-US" b="0" i="0" dirty="0">
                <a:solidFill>
                  <a:srgbClr val="333333"/>
                </a:solidFill>
                <a:effectLst/>
                <a:latin typeface="Helvetica Neue"/>
              </a:rPr>
              <a:t>会暂停，然后把结果返回出去，下次启动生成器会在暂停的位置继续往下执行</a:t>
            </a:r>
          </a:p>
          <a:p>
            <a:pPr algn="l">
              <a:buFont typeface="Arial" panose="020B0604020202020204" pitchFamily="34" charset="0"/>
              <a:buNone/>
            </a:pPr>
            <a:r>
              <a:rPr lang="zh-CN" altLang="en-US" b="0" i="0" dirty="0">
                <a:solidFill>
                  <a:srgbClr val="333333"/>
                </a:solidFill>
                <a:effectLst/>
                <a:latin typeface="Helvetica Neue"/>
              </a:rPr>
              <a:t>② 生成器如果把数据生成完成，再次获取生成器中的下一个数据会抛出一个</a:t>
            </a:r>
            <a:r>
              <a:rPr lang="en-US" altLang="zh-CN" b="0" i="0" dirty="0" err="1">
                <a:solidFill>
                  <a:srgbClr val="333333"/>
                </a:solidFill>
                <a:effectLst/>
                <a:latin typeface="Helvetica Neue"/>
              </a:rPr>
              <a:t>StopIteration</a:t>
            </a:r>
            <a:r>
              <a:rPr lang="en-US" altLang="zh-CN" b="0" i="0" dirty="0">
                <a:solidFill>
                  <a:srgbClr val="333333"/>
                </a:solidFill>
                <a:effectLst/>
                <a:latin typeface="Helvetica Neue"/>
              </a:rPr>
              <a:t> </a:t>
            </a:r>
            <a:r>
              <a:rPr lang="zh-CN" altLang="en-US" b="0" i="0" dirty="0">
                <a:solidFill>
                  <a:srgbClr val="333333"/>
                </a:solidFill>
                <a:effectLst/>
                <a:latin typeface="Helvetica Neue"/>
              </a:rPr>
              <a:t>异常，表示停止迭代异常</a:t>
            </a:r>
          </a:p>
          <a:p>
            <a:pPr algn="l">
              <a:buFont typeface="Arial" panose="020B0604020202020204" pitchFamily="34" charset="0"/>
              <a:buNone/>
            </a:pPr>
            <a:r>
              <a:rPr lang="zh-CN" altLang="en-US" b="0" i="0" dirty="0">
                <a:solidFill>
                  <a:srgbClr val="333333"/>
                </a:solidFill>
                <a:effectLst/>
                <a:latin typeface="Helvetica Neue"/>
              </a:rPr>
              <a:t>③ </a:t>
            </a:r>
            <a:r>
              <a:rPr lang="en-US" altLang="zh-CN" b="0" i="0" dirty="0">
                <a:solidFill>
                  <a:srgbClr val="333333"/>
                </a:solidFill>
                <a:effectLst/>
                <a:latin typeface="Helvetica Neue"/>
              </a:rPr>
              <a:t>while </a:t>
            </a:r>
            <a:r>
              <a:rPr lang="zh-CN" altLang="en-US" b="0" i="0" dirty="0">
                <a:solidFill>
                  <a:srgbClr val="333333"/>
                </a:solidFill>
                <a:effectLst/>
                <a:latin typeface="Helvetica Neue"/>
              </a:rPr>
              <a:t>循环内部没有处理异常操作，需要手动添加处理异常操作</a:t>
            </a:r>
          </a:p>
          <a:p>
            <a:pPr algn="l">
              <a:buFont typeface="Arial" panose="020B0604020202020204" pitchFamily="34" charset="0"/>
              <a:buNone/>
            </a:pPr>
            <a:r>
              <a:rPr lang="zh-CN" altLang="en-US" b="0" i="0" dirty="0">
                <a:solidFill>
                  <a:srgbClr val="333333"/>
                </a:solidFill>
                <a:effectLst/>
                <a:latin typeface="Helvetica Neue"/>
              </a:rPr>
              <a:t>④ </a:t>
            </a:r>
            <a:r>
              <a:rPr lang="en-US" altLang="zh-CN" b="0" i="0" dirty="0">
                <a:solidFill>
                  <a:srgbClr val="333333"/>
                </a:solidFill>
                <a:effectLst/>
                <a:latin typeface="Helvetica Neue"/>
              </a:rPr>
              <a:t>for </a:t>
            </a:r>
            <a:r>
              <a:rPr lang="zh-CN" altLang="en-US" b="0" i="0" dirty="0">
                <a:solidFill>
                  <a:srgbClr val="333333"/>
                </a:solidFill>
                <a:effectLst/>
                <a:latin typeface="Helvetica Neue"/>
              </a:rPr>
              <a:t>循环内部自动处理了停止迭代异常，使用起来更加方便，推荐大家使用。</a:t>
            </a:r>
          </a:p>
          <a:p>
            <a:pPr algn="l"/>
            <a:endParaRPr lang="zh-CN" altLang="en-US" b="0" i="0" dirty="0">
              <a:solidFill>
                <a:srgbClr val="333333"/>
              </a:solidFill>
              <a:effectLst/>
              <a:latin typeface="Helvetica Neue"/>
            </a:endParaRPr>
          </a:p>
        </p:txBody>
      </p:sp>
      <p:sp>
        <p:nvSpPr>
          <p:cNvPr id="4" name="灯片编号占位符 3"/>
          <p:cNvSpPr>
            <a:spLocks noGrp="1"/>
          </p:cNvSpPr>
          <p:nvPr>
            <p:ph type="sldNum" sz="quarter" idx="5"/>
          </p:nvPr>
        </p:nvSpPr>
        <p:spPr/>
        <p:txBody>
          <a:bodyPr/>
          <a:lstStyle/>
          <a:p>
            <a:fld id="{3CC63F50-FC71-46DD-9BDC-11F985EF414C}" type="slidenum">
              <a:rPr lang="zh-CN" altLang="en-US" smtClean="0"/>
              <a:t>12</a:t>
            </a:fld>
            <a:endParaRPr lang="zh-CN" altLang="en-US"/>
          </a:p>
        </p:txBody>
      </p:sp>
    </p:spTree>
    <p:extLst>
      <p:ext uri="{BB962C8B-B14F-4D97-AF65-F5344CB8AC3E}">
        <p14:creationId xmlns:p14="http://schemas.microsoft.com/office/powerpoint/2010/main" val="14723345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zh-CN" altLang="en-US" b="0" i="0" dirty="0">
              <a:solidFill>
                <a:srgbClr val="333333"/>
              </a:solidFill>
              <a:effectLst/>
              <a:latin typeface="Helvetica Neue"/>
            </a:endParaRPr>
          </a:p>
        </p:txBody>
      </p:sp>
      <p:sp>
        <p:nvSpPr>
          <p:cNvPr id="4" name="灯片编号占位符 3"/>
          <p:cNvSpPr>
            <a:spLocks noGrp="1"/>
          </p:cNvSpPr>
          <p:nvPr>
            <p:ph type="sldNum" sz="quarter" idx="5"/>
          </p:nvPr>
        </p:nvSpPr>
        <p:spPr/>
        <p:txBody>
          <a:bodyPr/>
          <a:lstStyle/>
          <a:p>
            <a:fld id="{3CC63F50-FC71-46DD-9BDC-11F985EF414C}" type="slidenum">
              <a:rPr lang="zh-CN" altLang="en-US" smtClean="0"/>
              <a:t>13</a:t>
            </a:fld>
            <a:endParaRPr lang="zh-CN" altLang="en-US"/>
          </a:p>
        </p:txBody>
      </p:sp>
    </p:spTree>
    <p:extLst>
      <p:ext uri="{BB962C8B-B14F-4D97-AF65-F5344CB8AC3E}">
        <p14:creationId xmlns:p14="http://schemas.microsoft.com/office/powerpoint/2010/main" val="16415783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zh-CN" altLang="en-US" b="0" i="0" dirty="0">
              <a:solidFill>
                <a:srgbClr val="333333"/>
              </a:solidFill>
              <a:effectLst/>
              <a:latin typeface="Helvetica Neue"/>
            </a:endParaRPr>
          </a:p>
        </p:txBody>
      </p:sp>
      <p:sp>
        <p:nvSpPr>
          <p:cNvPr id="4" name="灯片编号占位符 3"/>
          <p:cNvSpPr>
            <a:spLocks noGrp="1"/>
          </p:cNvSpPr>
          <p:nvPr>
            <p:ph type="sldNum" sz="quarter" idx="5"/>
          </p:nvPr>
        </p:nvSpPr>
        <p:spPr/>
        <p:txBody>
          <a:bodyPr/>
          <a:lstStyle/>
          <a:p>
            <a:fld id="{3CC63F50-FC71-46DD-9BDC-11F985EF414C}" type="slidenum">
              <a:rPr lang="zh-CN" altLang="en-US" smtClean="0"/>
              <a:t>14</a:t>
            </a:fld>
            <a:endParaRPr lang="zh-CN" altLang="en-US"/>
          </a:p>
        </p:txBody>
      </p:sp>
    </p:spTree>
    <p:extLst>
      <p:ext uri="{BB962C8B-B14F-4D97-AF65-F5344CB8AC3E}">
        <p14:creationId xmlns:p14="http://schemas.microsoft.com/office/powerpoint/2010/main" val="36041812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zh-CN" altLang="en-US" b="0" i="0" dirty="0">
              <a:solidFill>
                <a:srgbClr val="333333"/>
              </a:solidFill>
              <a:effectLst/>
              <a:latin typeface="Helvetica Neue"/>
            </a:endParaRPr>
          </a:p>
        </p:txBody>
      </p:sp>
      <p:sp>
        <p:nvSpPr>
          <p:cNvPr id="4" name="灯片编号占位符 3"/>
          <p:cNvSpPr>
            <a:spLocks noGrp="1"/>
          </p:cNvSpPr>
          <p:nvPr>
            <p:ph type="sldNum" sz="quarter" idx="5"/>
          </p:nvPr>
        </p:nvSpPr>
        <p:spPr/>
        <p:txBody>
          <a:bodyPr/>
          <a:lstStyle/>
          <a:p>
            <a:fld id="{3CC63F50-FC71-46DD-9BDC-11F985EF414C}" type="slidenum">
              <a:rPr lang="zh-CN" altLang="en-US" smtClean="0"/>
              <a:t>16</a:t>
            </a:fld>
            <a:endParaRPr lang="zh-CN" altLang="en-US"/>
          </a:p>
        </p:txBody>
      </p:sp>
    </p:spTree>
    <p:extLst>
      <p:ext uri="{BB962C8B-B14F-4D97-AF65-F5344CB8AC3E}">
        <p14:creationId xmlns:p14="http://schemas.microsoft.com/office/powerpoint/2010/main" val="13865467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zh-CN" altLang="en-US" b="0" i="0" dirty="0">
              <a:solidFill>
                <a:srgbClr val="333333"/>
              </a:solidFill>
              <a:effectLst/>
              <a:latin typeface="Helvetica Neue"/>
            </a:endParaRPr>
          </a:p>
        </p:txBody>
      </p:sp>
      <p:sp>
        <p:nvSpPr>
          <p:cNvPr id="4" name="灯片编号占位符 3"/>
          <p:cNvSpPr>
            <a:spLocks noGrp="1"/>
          </p:cNvSpPr>
          <p:nvPr>
            <p:ph type="sldNum" sz="quarter" idx="5"/>
          </p:nvPr>
        </p:nvSpPr>
        <p:spPr/>
        <p:txBody>
          <a:bodyPr/>
          <a:lstStyle/>
          <a:p>
            <a:fld id="{3CC63F50-FC71-46DD-9BDC-11F985EF414C}" type="slidenum">
              <a:rPr lang="zh-CN" altLang="en-US" smtClean="0"/>
              <a:t>17</a:t>
            </a:fld>
            <a:endParaRPr lang="zh-CN" altLang="en-US"/>
          </a:p>
        </p:txBody>
      </p:sp>
    </p:spTree>
    <p:extLst>
      <p:ext uri="{BB962C8B-B14F-4D97-AF65-F5344CB8AC3E}">
        <p14:creationId xmlns:p14="http://schemas.microsoft.com/office/powerpoint/2010/main" val="8638050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zh-CN" altLang="en-US" b="0" i="0" dirty="0">
              <a:solidFill>
                <a:srgbClr val="333333"/>
              </a:solidFill>
              <a:effectLst/>
              <a:latin typeface="Helvetica Neue"/>
            </a:endParaRPr>
          </a:p>
        </p:txBody>
      </p:sp>
      <p:sp>
        <p:nvSpPr>
          <p:cNvPr id="4" name="灯片编号占位符 3"/>
          <p:cNvSpPr>
            <a:spLocks noGrp="1"/>
          </p:cNvSpPr>
          <p:nvPr>
            <p:ph type="sldNum" sz="quarter" idx="5"/>
          </p:nvPr>
        </p:nvSpPr>
        <p:spPr/>
        <p:txBody>
          <a:bodyPr/>
          <a:lstStyle/>
          <a:p>
            <a:fld id="{3CC63F50-FC71-46DD-9BDC-11F985EF414C}" type="slidenum">
              <a:rPr lang="zh-CN" altLang="en-US" smtClean="0"/>
              <a:t>18</a:t>
            </a:fld>
            <a:endParaRPr lang="zh-CN" altLang="en-US"/>
          </a:p>
        </p:txBody>
      </p:sp>
    </p:spTree>
    <p:extLst>
      <p:ext uri="{BB962C8B-B14F-4D97-AF65-F5344CB8AC3E}">
        <p14:creationId xmlns:p14="http://schemas.microsoft.com/office/powerpoint/2010/main" val="29666583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333333"/>
                </a:solidFill>
                <a:effectLst/>
                <a:latin typeface="Helvetica Neue"/>
              </a:rPr>
              <a:t>注：不可变类型进行浅拷贝不会给拷贝的对象开辟新的内存空间，而只是拷贝了这个对象的引用</a:t>
            </a:r>
          </a:p>
        </p:txBody>
      </p:sp>
      <p:sp>
        <p:nvSpPr>
          <p:cNvPr id="4" name="灯片编号占位符 3"/>
          <p:cNvSpPr>
            <a:spLocks noGrp="1"/>
          </p:cNvSpPr>
          <p:nvPr>
            <p:ph type="sldNum" sz="quarter" idx="5"/>
          </p:nvPr>
        </p:nvSpPr>
        <p:spPr/>
        <p:txBody>
          <a:bodyPr/>
          <a:lstStyle/>
          <a:p>
            <a:fld id="{3CC63F50-FC71-46DD-9BDC-11F985EF414C}" type="slidenum">
              <a:rPr lang="zh-CN" altLang="en-US" smtClean="0"/>
              <a:t>19</a:t>
            </a:fld>
            <a:endParaRPr lang="zh-CN" altLang="en-US"/>
          </a:p>
        </p:txBody>
      </p:sp>
    </p:spTree>
    <p:extLst>
      <p:ext uri="{BB962C8B-B14F-4D97-AF65-F5344CB8AC3E}">
        <p14:creationId xmlns:p14="http://schemas.microsoft.com/office/powerpoint/2010/main" val="20444508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zh-CN" altLang="en-US" b="0" i="0" dirty="0">
              <a:solidFill>
                <a:srgbClr val="333333"/>
              </a:solidFill>
              <a:effectLst/>
              <a:latin typeface="Helvetica Neue"/>
            </a:endParaRPr>
          </a:p>
        </p:txBody>
      </p:sp>
      <p:sp>
        <p:nvSpPr>
          <p:cNvPr id="4" name="灯片编号占位符 3"/>
          <p:cNvSpPr>
            <a:spLocks noGrp="1"/>
          </p:cNvSpPr>
          <p:nvPr>
            <p:ph type="sldNum" sz="quarter" idx="5"/>
          </p:nvPr>
        </p:nvSpPr>
        <p:spPr/>
        <p:txBody>
          <a:bodyPr/>
          <a:lstStyle/>
          <a:p>
            <a:fld id="{3CC63F50-FC71-46DD-9BDC-11F985EF414C}" type="slidenum">
              <a:rPr lang="zh-CN" altLang="en-US" smtClean="0"/>
              <a:t>20</a:t>
            </a:fld>
            <a:endParaRPr lang="zh-CN" altLang="en-US"/>
          </a:p>
        </p:txBody>
      </p:sp>
    </p:spTree>
    <p:extLst>
      <p:ext uri="{BB962C8B-B14F-4D97-AF65-F5344CB8AC3E}">
        <p14:creationId xmlns:p14="http://schemas.microsoft.com/office/powerpoint/2010/main" val="340710346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zh-CN" altLang="en-US" b="0" i="0" dirty="0">
              <a:solidFill>
                <a:srgbClr val="333333"/>
              </a:solidFill>
              <a:effectLst/>
              <a:latin typeface="Helvetica Neue"/>
            </a:endParaRPr>
          </a:p>
        </p:txBody>
      </p:sp>
      <p:sp>
        <p:nvSpPr>
          <p:cNvPr id="4" name="灯片编号占位符 3"/>
          <p:cNvSpPr>
            <a:spLocks noGrp="1"/>
          </p:cNvSpPr>
          <p:nvPr>
            <p:ph type="sldNum" sz="quarter" idx="5"/>
          </p:nvPr>
        </p:nvSpPr>
        <p:spPr/>
        <p:txBody>
          <a:bodyPr/>
          <a:lstStyle/>
          <a:p>
            <a:fld id="{3CC63F50-FC71-46DD-9BDC-11F985EF414C}" type="slidenum">
              <a:rPr lang="zh-CN" altLang="en-US" smtClean="0"/>
              <a:t>21</a:t>
            </a:fld>
            <a:endParaRPr lang="zh-CN" altLang="en-US"/>
          </a:p>
        </p:txBody>
      </p:sp>
    </p:spTree>
    <p:extLst>
      <p:ext uri="{BB962C8B-B14F-4D97-AF65-F5344CB8AC3E}">
        <p14:creationId xmlns:p14="http://schemas.microsoft.com/office/powerpoint/2010/main" val="31379586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zh-CN" altLang="en-US" b="0" i="0" dirty="0">
              <a:solidFill>
                <a:srgbClr val="333333"/>
              </a:solidFill>
              <a:effectLst/>
              <a:latin typeface="Helvetica Neue"/>
            </a:endParaRPr>
          </a:p>
        </p:txBody>
      </p:sp>
      <p:sp>
        <p:nvSpPr>
          <p:cNvPr id="4" name="灯片编号占位符 3"/>
          <p:cNvSpPr>
            <a:spLocks noGrp="1"/>
          </p:cNvSpPr>
          <p:nvPr>
            <p:ph type="sldNum" sz="quarter" idx="5"/>
          </p:nvPr>
        </p:nvSpPr>
        <p:spPr/>
        <p:txBody>
          <a:bodyPr/>
          <a:lstStyle/>
          <a:p>
            <a:fld id="{3CC63F50-FC71-46DD-9BDC-11F985EF414C}" type="slidenum">
              <a:rPr lang="zh-CN" altLang="en-US" smtClean="0"/>
              <a:t>22</a:t>
            </a:fld>
            <a:endParaRPr lang="zh-CN" altLang="en-US"/>
          </a:p>
        </p:txBody>
      </p:sp>
    </p:spTree>
    <p:extLst>
      <p:ext uri="{BB962C8B-B14F-4D97-AF65-F5344CB8AC3E}">
        <p14:creationId xmlns:p14="http://schemas.microsoft.com/office/powerpoint/2010/main" val="6330039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zh-CN" altLang="en-US" b="0" i="0" dirty="0">
              <a:solidFill>
                <a:srgbClr val="333333"/>
              </a:solidFill>
              <a:effectLst/>
              <a:latin typeface="Helvetica Neue"/>
            </a:endParaRPr>
          </a:p>
        </p:txBody>
      </p:sp>
      <p:sp>
        <p:nvSpPr>
          <p:cNvPr id="4" name="灯片编号占位符 3"/>
          <p:cNvSpPr>
            <a:spLocks noGrp="1"/>
          </p:cNvSpPr>
          <p:nvPr>
            <p:ph type="sldNum" sz="quarter" idx="5"/>
          </p:nvPr>
        </p:nvSpPr>
        <p:spPr/>
        <p:txBody>
          <a:bodyPr/>
          <a:lstStyle/>
          <a:p>
            <a:fld id="{3CC63F50-FC71-46DD-9BDC-11F985EF414C}" type="slidenum">
              <a:rPr lang="zh-CN" altLang="en-US" smtClean="0"/>
              <a:t>23</a:t>
            </a:fld>
            <a:endParaRPr lang="zh-CN" altLang="en-US"/>
          </a:p>
        </p:txBody>
      </p:sp>
    </p:spTree>
    <p:extLst>
      <p:ext uri="{BB962C8B-B14F-4D97-AF65-F5344CB8AC3E}">
        <p14:creationId xmlns:p14="http://schemas.microsoft.com/office/powerpoint/2010/main" val="371660877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zh-CN" altLang="en-US" b="0" i="0" dirty="0">
              <a:solidFill>
                <a:srgbClr val="333333"/>
              </a:solidFill>
              <a:effectLst/>
              <a:latin typeface="Helvetica Neue"/>
            </a:endParaRPr>
          </a:p>
        </p:txBody>
      </p:sp>
      <p:sp>
        <p:nvSpPr>
          <p:cNvPr id="4" name="灯片编号占位符 3"/>
          <p:cNvSpPr>
            <a:spLocks noGrp="1"/>
          </p:cNvSpPr>
          <p:nvPr>
            <p:ph type="sldNum" sz="quarter" idx="5"/>
          </p:nvPr>
        </p:nvSpPr>
        <p:spPr/>
        <p:txBody>
          <a:bodyPr/>
          <a:lstStyle/>
          <a:p>
            <a:fld id="{3CC63F50-FC71-46DD-9BDC-11F985EF414C}" type="slidenum">
              <a:rPr lang="zh-CN" altLang="en-US" smtClean="0"/>
              <a:t>24</a:t>
            </a:fld>
            <a:endParaRPr lang="zh-CN" altLang="en-US"/>
          </a:p>
        </p:txBody>
      </p:sp>
    </p:spTree>
    <p:extLst>
      <p:ext uri="{BB962C8B-B14F-4D97-AF65-F5344CB8AC3E}">
        <p14:creationId xmlns:p14="http://schemas.microsoft.com/office/powerpoint/2010/main" val="241455929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buFont typeface="Arial" panose="020B0604020202020204" pitchFamily="34" charset="0"/>
              <a:buNone/>
            </a:pPr>
            <a:endParaRPr lang="zh-CN" altLang="en-US" b="0" i="0" dirty="0">
              <a:solidFill>
                <a:srgbClr val="333333"/>
              </a:solidFill>
              <a:effectLst/>
              <a:latin typeface="Helvetica Neue"/>
            </a:endParaRPr>
          </a:p>
        </p:txBody>
      </p:sp>
      <p:sp>
        <p:nvSpPr>
          <p:cNvPr id="4" name="灯片编号占位符 3"/>
          <p:cNvSpPr>
            <a:spLocks noGrp="1"/>
          </p:cNvSpPr>
          <p:nvPr>
            <p:ph type="sldNum" sz="quarter" idx="5"/>
          </p:nvPr>
        </p:nvSpPr>
        <p:spPr/>
        <p:txBody>
          <a:bodyPr/>
          <a:lstStyle/>
          <a:p>
            <a:fld id="{3CC63F50-FC71-46DD-9BDC-11F985EF414C}" type="slidenum">
              <a:rPr lang="zh-CN" altLang="en-US" smtClean="0"/>
              <a:t>26</a:t>
            </a:fld>
            <a:endParaRPr lang="zh-CN" altLang="en-US"/>
          </a:p>
        </p:txBody>
      </p:sp>
    </p:spTree>
    <p:extLst>
      <p:ext uri="{BB962C8B-B14F-4D97-AF65-F5344CB8AC3E}">
        <p14:creationId xmlns:p14="http://schemas.microsoft.com/office/powerpoint/2010/main" val="37945582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buFont typeface="Arial" panose="020B0604020202020204" pitchFamily="34" charset="0"/>
              <a:buNone/>
            </a:pPr>
            <a:endParaRPr lang="zh-CN" altLang="en-US" b="0" i="0" dirty="0">
              <a:solidFill>
                <a:srgbClr val="333333"/>
              </a:solidFill>
              <a:effectLst/>
              <a:latin typeface="Helvetica Neue"/>
            </a:endParaRPr>
          </a:p>
        </p:txBody>
      </p:sp>
      <p:sp>
        <p:nvSpPr>
          <p:cNvPr id="4" name="灯片编号占位符 3"/>
          <p:cNvSpPr>
            <a:spLocks noGrp="1"/>
          </p:cNvSpPr>
          <p:nvPr>
            <p:ph type="sldNum" sz="quarter" idx="5"/>
          </p:nvPr>
        </p:nvSpPr>
        <p:spPr/>
        <p:txBody>
          <a:bodyPr/>
          <a:lstStyle/>
          <a:p>
            <a:fld id="{3CC63F50-FC71-46DD-9BDC-11F985EF414C}" type="slidenum">
              <a:rPr lang="zh-CN" altLang="en-US" smtClean="0"/>
              <a:t>27</a:t>
            </a:fld>
            <a:endParaRPr lang="zh-CN" altLang="en-US"/>
          </a:p>
        </p:txBody>
      </p:sp>
    </p:spTree>
    <p:extLst>
      <p:ext uri="{BB962C8B-B14F-4D97-AF65-F5344CB8AC3E}">
        <p14:creationId xmlns:p14="http://schemas.microsoft.com/office/powerpoint/2010/main" val="40735648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buFont typeface="Arial" panose="020B0604020202020204" pitchFamily="34" charset="0"/>
              <a:buNone/>
            </a:pPr>
            <a:endParaRPr lang="zh-CN" altLang="en-US" b="0" i="0" dirty="0">
              <a:solidFill>
                <a:srgbClr val="333333"/>
              </a:solidFill>
              <a:effectLst/>
              <a:latin typeface="Helvetica Neue"/>
            </a:endParaRPr>
          </a:p>
        </p:txBody>
      </p:sp>
      <p:sp>
        <p:nvSpPr>
          <p:cNvPr id="4" name="灯片编号占位符 3"/>
          <p:cNvSpPr>
            <a:spLocks noGrp="1"/>
          </p:cNvSpPr>
          <p:nvPr>
            <p:ph type="sldNum" sz="quarter" idx="5"/>
          </p:nvPr>
        </p:nvSpPr>
        <p:spPr/>
        <p:txBody>
          <a:bodyPr/>
          <a:lstStyle/>
          <a:p>
            <a:fld id="{3CC63F50-FC71-46DD-9BDC-11F985EF414C}" type="slidenum">
              <a:rPr lang="zh-CN" altLang="en-US" smtClean="0"/>
              <a:t>28</a:t>
            </a:fld>
            <a:endParaRPr lang="zh-CN" altLang="en-US"/>
          </a:p>
        </p:txBody>
      </p:sp>
    </p:spTree>
    <p:extLst>
      <p:ext uri="{BB962C8B-B14F-4D97-AF65-F5344CB8AC3E}">
        <p14:creationId xmlns:p14="http://schemas.microsoft.com/office/powerpoint/2010/main" val="158379520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buFont typeface="Arial" panose="020B0604020202020204" pitchFamily="34" charset="0"/>
              <a:buNone/>
            </a:pPr>
            <a:endParaRPr lang="zh-CN" altLang="en-US" b="0" i="0" dirty="0">
              <a:solidFill>
                <a:srgbClr val="333333"/>
              </a:solidFill>
              <a:effectLst/>
              <a:latin typeface="Helvetica Neue"/>
            </a:endParaRPr>
          </a:p>
        </p:txBody>
      </p:sp>
      <p:sp>
        <p:nvSpPr>
          <p:cNvPr id="4" name="灯片编号占位符 3"/>
          <p:cNvSpPr>
            <a:spLocks noGrp="1"/>
          </p:cNvSpPr>
          <p:nvPr>
            <p:ph type="sldNum" sz="quarter" idx="5"/>
          </p:nvPr>
        </p:nvSpPr>
        <p:spPr/>
        <p:txBody>
          <a:bodyPr/>
          <a:lstStyle/>
          <a:p>
            <a:fld id="{3CC63F50-FC71-46DD-9BDC-11F985EF414C}" type="slidenum">
              <a:rPr lang="zh-CN" altLang="en-US" smtClean="0"/>
              <a:t>30</a:t>
            </a:fld>
            <a:endParaRPr lang="zh-CN" altLang="en-US"/>
          </a:p>
        </p:txBody>
      </p:sp>
    </p:spTree>
    <p:extLst>
      <p:ext uri="{BB962C8B-B14F-4D97-AF65-F5344CB8AC3E}">
        <p14:creationId xmlns:p14="http://schemas.microsoft.com/office/powerpoint/2010/main" val="297239257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buFont typeface="Arial" panose="020B0604020202020204" pitchFamily="34" charset="0"/>
              <a:buNone/>
            </a:pPr>
            <a:endParaRPr lang="zh-CN" altLang="en-US" b="0" i="0" dirty="0">
              <a:solidFill>
                <a:srgbClr val="333333"/>
              </a:solidFill>
              <a:effectLst/>
              <a:latin typeface="Helvetica Neue"/>
            </a:endParaRPr>
          </a:p>
        </p:txBody>
      </p:sp>
      <p:sp>
        <p:nvSpPr>
          <p:cNvPr id="4" name="灯片编号占位符 3"/>
          <p:cNvSpPr>
            <a:spLocks noGrp="1"/>
          </p:cNvSpPr>
          <p:nvPr>
            <p:ph type="sldNum" sz="quarter" idx="5"/>
          </p:nvPr>
        </p:nvSpPr>
        <p:spPr/>
        <p:txBody>
          <a:bodyPr/>
          <a:lstStyle/>
          <a:p>
            <a:fld id="{3CC63F50-FC71-46DD-9BDC-11F985EF414C}" type="slidenum">
              <a:rPr lang="zh-CN" altLang="en-US" smtClean="0"/>
              <a:t>31</a:t>
            </a:fld>
            <a:endParaRPr lang="zh-CN" altLang="en-US"/>
          </a:p>
        </p:txBody>
      </p:sp>
    </p:spTree>
    <p:extLst>
      <p:ext uri="{BB962C8B-B14F-4D97-AF65-F5344CB8AC3E}">
        <p14:creationId xmlns:p14="http://schemas.microsoft.com/office/powerpoint/2010/main" val="189591920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buFont typeface="Arial" panose="020B0604020202020204" pitchFamily="34" charset="0"/>
              <a:buNone/>
            </a:pPr>
            <a:endParaRPr lang="zh-CN" altLang="en-US" b="0" i="0" dirty="0">
              <a:solidFill>
                <a:srgbClr val="333333"/>
              </a:solidFill>
              <a:effectLst/>
              <a:latin typeface="Helvetica Neue"/>
            </a:endParaRPr>
          </a:p>
        </p:txBody>
      </p:sp>
      <p:sp>
        <p:nvSpPr>
          <p:cNvPr id="4" name="灯片编号占位符 3"/>
          <p:cNvSpPr>
            <a:spLocks noGrp="1"/>
          </p:cNvSpPr>
          <p:nvPr>
            <p:ph type="sldNum" sz="quarter" idx="5"/>
          </p:nvPr>
        </p:nvSpPr>
        <p:spPr/>
        <p:txBody>
          <a:bodyPr/>
          <a:lstStyle/>
          <a:p>
            <a:fld id="{3CC63F50-FC71-46DD-9BDC-11F985EF414C}" type="slidenum">
              <a:rPr lang="zh-CN" altLang="en-US" smtClean="0"/>
              <a:t>34</a:t>
            </a:fld>
            <a:endParaRPr lang="zh-CN" altLang="en-US"/>
          </a:p>
        </p:txBody>
      </p:sp>
    </p:spTree>
    <p:extLst>
      <p:ext uri="{BB962C8B-B14F-4D97-AF65-F5344CB8AC3E}">
        <p14:creationId xmlns:p14="http://schemas.microsoft.com/office/powerpoint/2010/main" val="221436073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buFont typeface="Arial" panose="020B0604020202020204" pitchFamily="34" charset="0"/>
              <a:buNone/>
            </a:pPr>
            <a:endParaRPr lang="zh-CN" altLang="en-US" b="0" i="0" dirty="0">
              <a:solidFill>
                <a:srgbClr val="333333"/>
              </a:solidFill>
              <a:effectLst/>
              <a:latin typeface="Helvetica Neue"/>
            </a:endParaRPr>
          </a:p>
        </p:txBody>
      </p:sp>
      <p:sp>
        <p:nvSpPr>
          <p:cNvPr id="4" name="灯片编号占位符 3"/>
          <p:cNvSpPr>
            <a:spLocks noGrp="1"/>
          </p:cNvSpPr>
          <p:nvPr>
            <p:ph type="sldNum" sz="quarter" idx="5"/>
          </p:nvPr>
        </p:nvSpPr>
        <p:spPr/>
        <p:txBody>
          <a:bodyPr/>
          <a:lstStyle/>
          <a:p>
            <a:fld id="{3CC63F50-FC71-46DD-9BDC-11F985EF414C}" type="slidenum">
              <a:rPr lang="zh-CN" altLang="en-US" smtClean="0"/>
              <a:t>35</a:t>
            </a:fld>
            <a:endParaRPr lang="zh-CN" altLang="en-US"/>
          </a:p>
        </p:txBody>
      </p:sp>
    </p:spTree>
    <p:extLst>
      <p:ext uri="{BB962C8B-B14F-4D97-AF65-F5344CB8AC3E}">
        <p14:creationId xmlns:p14="http://schemas.microsoft.com/office/powerpoint/2010/main" val="24665026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buFont typeface="Arial" panose="020B0604020202020204" pitchFamily="34" charset="0"/>
              <a:buNone/>
            </a:pPr>
            <a:endParaRPr lang="zh-CN" altLang="en-US" b="0" i="0" dirty="0">
              <a:solidFill>
                <a:srgbClr val="333333"/>
              </a:solidFill>
              <a:effectLst/>
              <a:latin typeface="Helvetica Neue"/>
            </a:endParaRPr>
          </a:p>
        </p:txBody>
      </p:sp>
      <p:sp>
        <p:nvSpPr>
          <p:cNvPr id="4" name="灯片编号占位符 3"/>
          <p:cNvSpPr>
            <a:spLocks noGrp="1"/>
          </p:cNvSpPr>
          <p:nvPr>
            <p:ph type="sldNum" sz="quarter" idx="5"/>
          </p:nvPr>
        </p:nvSpPr>
        <p:spPr/>
        <p:txBody>
          <a:bodyPr/>
          <a:lstStyle/>
          <a:p>
            <a:fld id="{3CC63F50-FC71-46DD-9BDC-11F985EF414C}" type="slidenum">
              <a:rPr lang="zh-CN" altLang="en-US" smtClean="0"/>
              <a:t>36</a:t>
            </a:fld>
            <a:endParaRPr lang="zh-CN" altLang="en-US"/>
          </a:p>
        </p:txBody>
      </p:sp>
    </p:spTree>
    <p:extLst>
      <p:ext uri="{BB962C8B-B14F-4D97-AF65-F5344CB8AC3E}">
        <p14:creationId xmlns:p14="http://schemas.microsoft.com/office/powerpoint/2010/main" val="381437733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buFont typeface="Arial" panose="020B0604020202020204" pitchFamily="34" charset="0"/>
              <a:buNone/>
            </a:pPr>
            <a:endParaRPr lang="zh-CN" altLang="en-US" b="0" i="0" dirty="0">
              <a:solidFill>
                <a:srgbClr val="333333"/>
              </a:solidFill>
              <a:effectLst/>
              <a:latin typeface="Helvetica Neue"/>
            </a:endParaRPr>
          </a:p>
        </p:txBody>
      </p:sp>
      <p:sp>
        <p:nvSpPr>
          <p:cNvPr id="4" name="灯片编号占位符 3"/>
          <p:cNvSpPr>
            <a:spLocks noGrp="1"/>
          </p:cNvSpPr>
          <p:nvPr>
            <p:ph type="sldNum" sz="quarter" idx="5"/>
          </p:nvPr>
        </p:nvSpPr>
        <p:spPr/>
        <p:txBody>
          <a:bodyPr/>
          <a:lstStyle/>
          <a:p>
            <a:fld id="{3CC63F50-FC71-46DD-9BDC-11F985EF414C}" type="slidenum">
              <a:rPr lang="zh-CN" altLang="en-US" smtClean="0"/>
              <a:t>38</a:t>
            </a:fld>
            <a:endParaRPr lang="zh-CN" altLang="en-US"/>
          </a:p>
        </p:txBody>
      </p:sp>
    </p:spTree>
    <p:extLst>
      <p:ext uri="{BB962C8B-B14F-4D97-AF65-F5344CB8AC3E}">
        <p14:creationId xmlns:p14="http://schemas.microsoft.com/office/powerpoint/2010/main" val="87613161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buFont typeface="Arial" panose="020B0604020202020204" pitchFamily="34" charset="0"/>
              <a:buNone/>
            </a:pPr>
            <a:endParaRPr lang="zh-CN" altLang="en-US" b="0" i="0" dirty="0">
              <a:solidFill>
                <a:srgbClr val="333333"/>
              </a:solidFill>
              <a:effectLst/>
              <a:latin typeface="Helvetica Neue"/>
            </a:endParaRPr>
          </a:p>
        </p:txBody>
      </p:sp>
      <p:sp>
        <p:nvSpPr>
          <p:cNvPr id="4" name="灯片编号占位符 3"/>
          <p:cNvSpPr>
            <a:spLocks noGrp="1"/>
          </p:cNvSpPr>
          <p:nvPr>
            <p:ph type="sldNum" sz="quarter" idx="5"/>
          </p:nvPr>
        </p:nvSpPr>
        <p:spPr/>
        <p:txBody>
          <a:bodyPr/>
          <a:lstStyle/>
          <a:p>
            <a:fld id="{3CC63F50-FC71-46DD-9BDC-11F985EF414C}" type="slidenum">
              <a:rPr lang="zh-CN" altLang="en-US" smtClean="0"/>
              <a:t>39</a:t>
            </a:fld>
            <a:endParaRPr lang="zh-CN" altLang="en-US"/>
          </a:p>
        </p:txBody>
      </p:sp>
    </p:spTree>
    <p:extLst>
      <p:ext uri="{BB962C8B-B14F-4D97-AF65-F5344CB8AC3E}">
        <p14:creationId xmlns:p14="http://schemas.microsoft.com/office/powerpoint/2010/main" val="224176153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buFont typeface="Arial" panose="020B0604020202020204" pitchFamily="34" charset="0"/>
              <a:buNone/>
            </a:pPr>
            <a:endParaRPr lang="zh-CN" altLang="en-US" b="0" i="0" dirty="0">
              <a:solidFill>
                <a:srgbClr val="333333"/>
              </a:solidFill>
              <a:effectLst/>
              <a:latin typeface="Helvetica Neue"/>
            </a:endParaRPr>
          </a:p>
        </p:txBody>
      </p:sp>
      <p:sp>
        <p:nvSpPr>
          <p:cNvPr id="4" name="灯片编号占位符 3"/>
          <p:cNvSpPr>
            <a:spLocks noGrp="1"/>
          </p:cNvSpPr>
          <p:nvPr>
            <p:ph type="sldNum" sz="quarter" idx="5"/>
          </p:nvPr>
        </p:nvSpPr>
        <p:spPr/>
        <p:txBody>
          <a:bodyPr/>
          <a:lstStyle/>
          <a:p>
            <a:fld id="{3CC63F50-FC71-46DD-9BDC-11F985EF414C}" type="slidenum">
              <a:rPr lang="zh-CN" altLang="en-US" smtClean="0"/>
              <a:t>41</a:t>
            </a:fld>
            <a:endParaRPr lang="zh-CN" altLang="en-US"/>
          </a:p>
        </p:txBody>
      </p:sp>
    </p:spTree>
    <p:extLst>
      <p:ext uri="{BB962C8B-B14F-4D97-AF65-F5344CB8AC3E}">
        <p14:creationId xmlns:p14="http://schemas.microsoft.com/office/powerpoint/2010/main" val="414758066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buFont typeface="Arial" panose="020B0604020202020204" pitchFamily="34" charset="0"/>
              <a:buNone/>
            </a:pPr>
            <a:endParaRPr lang="zh-CN" altLang="en-US" b="0" i="0" dirty="0">
              <a:solidFill>
                <a:srgbClr val="333333"/>
              </a:solidFill>
              <a:effectLst/>
              <a:latin typeface="Helvetica Neue"/>
            </a:endParaRPr>
          </a:p>
        </p:txBody>
      </p:sp>
      <p:sp>
        <p:nvSpPr>
          <p:cNvPr id="4" name="灯片编号占位符 3"/>
          <p:cNvSpPr>
            <a:spLocks noGrp="1"/>
          </p:cNvSpPr>
          <p:nvPr>
            <p:ph type="sldNum" sz="quarter" idx="5"/>
          </p:nvPr>
        </p:nvSpPr>
        <p:spPr/>
        <p:txBody>
          <a:bodyPr/>
          <a:lstStyle/>
          <a:p>
            <a:fld id="{3CC63F50-FC71-46DD-9BDC-11F985EF414C}" type="slidenum">
              <a:rPr lang="zh-CN" altLang="en-US" smtClean="0"/>
              <a:t>42</a:t>
            </a:fld>
            <a:endParaRPr lang="zh-CN" altLang="en-US"/>
          </a:p>
        </p:txBody>
      </p:sp>
    </p:spTree>
    <p:extLst>
      <p:ext uri="{BB962C8B-B14F-4D97-AF65-F5344CB8AC3E}">
        <p14:creationId xmlns:p14="http://schemas.microsoft.com/office/powerpoint/2010/main" val="16830471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版式2">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4469F54-72BF-044A-89E7-CDAF75E947E3}"/>
              </a:ext>
            </a:extLst>
          </p:cNvPr>
          <p:cNvSpPr>
            <a:spLocks noGrp="1"/>
          </p:cNvSpPr>
          <p:nvPr>
            <p:ph type="title" hasCustomPrompt="1"/>
          </p:nvPr>
        </p:nvSpPr>
        <p:spPr>
          <a:xfrm>
            <a:off x="838200" y="2244725"/>
            <a:ext cx="10541000" cy="1158875"/>
          </a:xfrm>
          <a:prstGeom prst="rect">
            <a:avLst/>
          </a:prstGeom>
        </p:spPr>
        <p:txBody>
          <a:bodyPr anchor="ctr"/>
          <a:lstStyle>
            <a:lvl1pPr>
              <a:defRPr sz="7200" b="0" i="0">
                <a:solidFill>
                  <a:schemeClr val="tx1">
                    <a:lumMod val="85000"/>
                    <a:lumOff val="15000"/>
                  </a:schemeClr>
                </a:solidFill>
                <a:latin typeface="Alibaba PuHuiTi B" pitchFamily="18" charset="-122"/>
                <a:ea typeface="Alibaba PuHuiTi B" pitchFamily="18" charset="-122"/>
                <a:cs typeface="Alibaba PuHuiTi B" pitchFamily="18" charset="-122"/>
              </a:defRPr>
            </a:lvl1pPr>
          </a:lstStyle>
          <a:p>
            <a:r>
              <a:rPr kumimoji="1" lang="zh-CN" altLang="en-US" dirty="0"/>
              <a:t>主标题</a:t>
            </a:r>
          </a:p>
        </p:txBody>
      </p:sp>
      <p:sp>
        <p:nvSpPr>
          <p:cNvPr id="3" name="文本占位符 3">
            <a:extLst>
              <a:ext uri="{FF2B5EF4-FFF2-40B4-BE49-F238E27FC236}">
                <a16:creationId xmlns:a16="http://schemas.microsoft.com/office/drawing/2014/main" id="{FE68CD30-ECD6-A642-8C7F-BA42D1249DFD}"/>
              </a:ext>
            </a:extLst>
          </p:cNvPr>
          <p:cNvSpPr>
            <a:spLocks noGrp="1"/>
          </p:cNvSpPr>
          <p:nvPr>
            <p:ph type="body" sz="quarter" idx="10" hasCustomPrompt="1"/>
          </p:nvPr>
        </p:nvSpPr>
        <p:spPr>
          <a:xfrm>
            <a:off x="838200" y="3454401"/>
            <a:ext cx="10540999" cy="630237"/>
          </a:xfrm>
          <a:prstGeom prst="rect">
            <a:avLst/>
          </a:prstGeom>
        </p:spPr>
        <p:txBody>
          <a:bodyPr anchor="ctr"/>
          <a:lstStyle>
            <a:lvl1pPr algn="ctr">
              <a:buNone/>
              <a:defRPr sz="2400" b="0" i="0">
                <a:solidFill>
                  <a:schemeClr val="tx1">
                    <a:lumMod val="65000"/>
                    <a:lumOff val="35000"/>
                  </a:schemeClr>
                </a:solidFill>
                <a:latin typeface="Alibaba PuHuiTi R" pitchFamily="18" charset="-122"/>
                <a:ea typeface="Alibaba PuHuiTi R" pitchFamily="18" charset="-122"/>
                <a:cs typeface="Alibaba PuHuiTi R" pitchFamily="18" charset="-122"/>
              </a:defRPr>
            </a:lvl1pPr>
          </a:lstStyle>
          <a:p>
            <a:pPr lvl="0"/>
            <a:r>
              <a:rPr kumimoji="1" lang="zh-CN" altLang="en-US" dirty="0"/>
              <a:t>副标题内容，如若没有可以删除</a:t>
            </a:r>
          </a:p>
        </p:txBody>
      </p:sp>
    </p:spTree>
    <p:extLst>
      <p:ext uri="{BB962C8B-B14F-4D97-AF65-F5344CB8AC3E}">
        <p14:creationId xmlns:p14="http://schemas.microsoft.com/office/powerpoint/2010/main" val="5887210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版式">
    <p:spTree>
      <p:nvGrpSpPr>
        <p:cNvPr id="1" name=""/>
        <p:cNvGrpSpPr/>
        <p:nvPr/>
      </p:nvGrpSpPr>
      <p:grpSpPr>
        <a:xfrm>
          <a:off x="0" y="0"/>
          <a:ext cx="0" cy="0"/>
          <a:chOff x="0" y="0"/>
          <a:chExt cx="0" cy="0"/>
        </a:xfrm>
      </p:grpSpPr>
      <p:sp>
        <p:nvSpPr>
          <p:cNvPr id="8" name="文本占位符 7">
            <a:extLst>
              <a:ext uri="{FF2B5EF4-FFF2-40B4-BE49-F238E27FC236}">
                <a16:creationId xmlns:a16="http://schemas.microsoft.com/office/drawing/2014/main" id="{81B62E64-63F1-3949-8E18-11A80E8D9F0D}"/>
              </a:ext>
            </a:extLst>
          </p:cNvPr>
          <p:cNvSpPr>
            <a:spLocks noGrp="1"/>
          </p:cNvSpPr>
          <p:nvPr>
            <p:ph type="body" sz="quarter" idx="10"/>
          </p:nvPr>
        </p:nvSpPr>
        <p:spPr>
          <a:xfrm>
            <a:off x="5019358" y="1006475"/>
            <a:ext cx="5973761" cy="4256405"/>
          </a:xfrm>
          <a:prstGeom prst="rect">
            <a:avLst/>
          </a:prstGeom>
        </p:spPr>
        <p:txBody>
          <a:bodyPr anchor="ctr"/>
          <a:lstStyle>
            <a:lvl1pPr marL="457189" marR="0" indent="-457189" algn="l" defTabSz="914400" rtl="0" eaLnBrk="0" fontAlgn="base" latinLnBrk="0" hangingPunct="0">
              <a:lnSpc>
                <a:spcPct val="200000"/>
              </a:lnSpc>
              <a:spcBef>
                <a:spcPct val="20000"/>
              </a:spcBef>
              <a:spcAft>
                <a:spcPct val="0"/>
              </a:spcAft>
              <a:buClrTx/>
              <a:buSzTx/>
              <a:buFont typeface="Wingdings" pitchFamily="2" charset="2"/>
              <a:buChar char="u"/>
              <a:tabLst/>
              <a:defRPr sz="1800">
                <a:solidFill>
                  <a:schemeClr val="tx1">
                    <a:lumMod val="75000"/>
                    <a:lumOff val="25000"/>
                  </a:schemeClr>
                </a:solidFill>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marL="457189" marR="0" lvl="0" indent="-457189" algn="l" defTabSz="914400" rtl="0" eaLnBrk="0" fontAlgn="base" latinLnBrk="0" hangingPunct="0">
              <a:lnSpc>
                <a:spcPct val="200000"/>
              </a:lnSpc>
              <a:spcBef>
                <a:spcPct val="20000"/>
              </a:spcBef>
              <a:spcAft>
                <a:spcPct val="0"/>
              </a:spcAft>
              <a:buClrTx/>
              <a:buSzTx/>
              <a:buFont typeface="Wingdings" pitchFamily="2" charset="2"/>
              <a:buChar char="u"/>
              <a:tabLst/>
              <a:defRPr/>
            </a:pPr>
            <a:r>
              <a:rPr kumimoji="1" lang="zh-CN" altLang="en-US" dirty="0"/>
              <a:t>此内容上下居中对齐，可根据实际情况微调位置和字体大小</a:t>
            </a:r>
          </a:p>
          <a:p>
            <a:pPr lvl="0"/>
            <a:endParaRPr kumimoji="1" lang="zh-CN" altLang="en-US" dirty="0"/>
          </a:p>
        </p:txBody>
      </p:sp>
    </p:spTree>
    <p:extLst>
      <p:ext uri="{BB962C8B-B14F-4D97-AF65-F5344CB8AC3E}">
        <p14:creationId xmlns:p14="http://schemas.microsoft.com/office/powerpoint/2010/main" val="35646942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学习目标">
    <p:spTree>
      <p:nvGrpSpPr>
        <p:cNvPr id="1" name=""/>
        <p:cNvGrpSpPr/>
        <p:nvPr/>
      </p:nvGrpSpPr>
      <p:grpSpPr>
        <a:xfrm>
          <a:off x="0" y="0"/>
          <a:ext cx="0" cy="0"/>
          <a:chOff x="0" y="0"/>
          <a:chExt cx="0" cy="0"/>
        </a:xfrm>
      </p:grpSpPr>
      <p:sp>
        <p:nvSpPr>
          <p:cNvPr id="8" name="文本占位符 7">
            <a:extLst>
              <a:ext uri="{FF2B5EF4-FFF2-40B4-BE49-F238E27FC236}">
                <a16:creationId xmlns:a16="http://schemas.microsoft.com/office/drawing/2014/main" id="{81B62E64-63F1-3949-8E18-11A80E8D9F0D}"/>
              </a:ext>
            </a:extLst>
          </p:cNvPr>
          <p:cNvSpPr>
            <a:spLocks noGrp="1"/>
          </p:cNvSpPr>
          <p:nvPr>
            <p:ph type="body" sz="quarter" idx="10"/>
          </p:nvPr>
        </p:nvSpPr>
        <p:spPr>
          <a:xfrm>
            <a:off x="4866958" y="1087755"/>
            <a:ext cx="6298881" cy="4855845"/>
          </a:xfrm>
          <a:prstGeom prst="rect">
            <a:avLst/>
          </a:prstGeom>
        </p:spPr>
        <p:txBody>
          <a:bodyPr anchor="ctr"/>
          <a:lstStyle>
            <a:lvl1pPr>
              <a:lnSpc>
                <a:spcPct val="200000"/>
              </a:lnSpc>
              <a:buFont typeface="+mj-lt"/>
              <a:buAutoNum type="arabicPeriod"/>
              <a:defRPr sz="1800">
                <a:solidFill>
                  <a:schemeClr val="tx1">
                    <a:lumMod val="75000"/>
                    <a:lumOff val="25000"/>
                  </a:schemeClr>
                </a:solidFill>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lvl="0"/>
            <a:r>
              <a:rPr kumimoji="1" lang="zh-CN" altLang="en-US" dirty="0"/>
              <a:t>此内容上下居中对齐，可根据实际情况微调位置和字体大小</a:t>
            </a:r>
          </a:p>
        </p:txBody>
      </p:sp>
    </p:spTree>
    <p:extLst>
      <p:ext uri="{BB962C8B-B14F-4D97-AF65-F5344CB8AC3E}">
        <p14:creationId xmlns:p14="http://schemas.microsoft.com/office/powerpoint/2010/main" val="21962598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章节页版式（一级+二级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239209-2A8D-D940-8FA0-61988543E499}"/>
              </a:ext>
            </a:extLst>
          </p:cNvPr>
          <p:cNvSpPr>
            <a:spLocks noGrp="1"/>
          </p:cNvSpPr>
          <p:nvPr>
            <p:ph type="ctrTitle" hasCustomPrompt="1"/>
          </p:nvPr>
        </p:nvSpPr>
        <p:spPr>
          <a:xfrm>
            <a:off x="5273040" y="2398078"/>
            <a:ext cx="6725920" cy="548322"/>
          </a:xfrm>
          <a:prstGeom prst="rect">
            <a:avLst/>
          </a:prstGeom>
        </p:spPr>
        <p:txBody>
          <a:bodyPr anchor="t">
            <a:normAutofit/>
          </a:bodyPr>
          <a:lstStyle>
            <a:lvl1pPr algn="l">
              <a:defRPr sz="3600" b="0" i="0">
                <a:solidFill>
                  <a:schemeClr val="tx1">
                    <a:lumMod val="85000"/>
                    <a:lumOff val="15000"/>
                  </a:schemeClr>
                </a:solidFill>
                <a:latin typeface="Alibaba PuHuiTi B" pitchFamily="18" charset="-122"/>
                <a:ea typeface="Alibaba PuHuiTi B" pitchFamily="18" charset="-122"/>
                <a:cs typeface="Alibaba PuHuiTi B" pitchFamily="18" charset="-122"/>
              </a:defRPr>
            </a:lvl1pPr>
          </a:lstStyle>
          <a:p>
            <a:r>
              <a:rPr kumimoji="1" lang="zh-CN" altLang="en-US" dirty="0"/>
              <a:t>标题，右侧章节自行设置，如</a:t>
            </a:r>
            <a:r>
              <a:rPr kumimoji="1" lang="en-US" altLang="zh-CN" dirty="0"/>
              <a:t>01</a:t>
            </a:r>
            <a:endParaRPr kumimoji="1" lang="zh-CN" altLang="en-US" dirty="0"/>
          </a:p>
        </p:txBody>
      </p:sp>
      <p:sp>
        <p:nvSpPr>
          <p:cNvPr id="16" name="文本占位符 15">
            <a:extLst>
              <a:ext uri="{FF2B5EF4-FFF2-40B4-BE49-F238E27FC236}">
                <a16:creationId xmlns:a16="http://schemas.microsoft.com/office/drawing/2014/main" id="{CA56E57C-1F68-E948-87DC-0FF15A8C7DE7}"/>
              </a:ext>
            </a:extLst>
          </p:cNvPr>
          <p:cNvSpPr>
            <a:spLocks noGrp="1"/>
          </p:cNvSpPr>
          <p:nvPr>
            <p:ph type="body" idx="10" hasCustomPrompt="1"/>
          </p:nvPr>
        </p:nvSpPr>
        <p:spPr>
          <a:xfrm>
            <a:off x="5273040" y="3069272"/>
            <a:ext cx="5466080" cy="2031047"/>
          </a:xfrm>
          <a:prstGeom prst="rect">
            <a:avLst/>
          </a:prstGeom>
        </p:spPr>
        <p:txBody>
          <a:bodyPr/>
          <a:lstStyle>
            <a:lvl1pPr>
              <a:lnSpc>
                <a:spcPct val="150000"/>
              </a:lnSpc>
              <a:defRPr sz="1600" b="0" i="0">
                <a:solidFill>
                  <a:schemeClr val="tx1">
                    <a:lumMod val="65000"/>
                    <a:lumOff val="35000"/>
                  </a:schemeClr>
                </a:solidFill>
                <a:latin typeface="Alibaba PuHuiTi R" pitchFamily="18" charset="-122"/>
                <a:ea typeface="Alibaba PuHuiTi R" pitchFamily="18" charset="-122"/>
                <a:cs typeface="Alibaba PuHuiTi R" pitchFamily="18" charset="-122"/>
              </a:defRPr>
            </a:lvl1pPr>
            <a:lvl2pPr>
              <a:buNone/>
              <a:defRPr b="0" i="0">
                <a:latin typeface="Alibaba PuHuiTi R" pitchFamily="18" charset="-122"/>
                <a:ea typeface="Alibaba PuHuiTi R" pitchFamily="18" charset="-122"/>
                <a:cs typeface="Alibaba PuHuiTi R" pitchFamily="18" charset="-122"/>
              </a:defRPr>
            </a:lvl2pPr>
            <a:lvl3pPr>
              <a:defRPr b="0" i="0">
                <a:latin typeface="Alibaba PuHuiTi R" pitchFamily="18" charset="-122"/>
                <a:ea typeface="Alibaba PuHuiTi R" pitchFamily="18" charset="-122"/>
                <a:cs typeface="Alibaba PuHuiTi R" pitchFamily="18" charset="-122"/>
              </a:defRPr>
            </a:lvl3pPr>
            <a:lvl4pPr>
              <a:defRPr b="0" i="0">
                <a:latin typeface="Alibaba PuHuiTi R" pitchFamily="18" charset="-122"/>
                <a:ea typeface="Alibaba PuHuiTi R" pitchFamily="18" charset="-122"/>
                <a:cs typeface="Alibaba PuHuiTi R" pitchFamily="18" charset="-122"/>
              </a:defRPr>
            </a:lvl4pPr>
            <a:lvl5pPr>
              <a:defRPr b="0" i="0">
                <a:latin typeface="Alibaba PuHuiTi R" pitchFamily="18" charset="-122"/>
                <a:ea typeface="Alibaba PuHuiTi R" pitchFamily="18" charset="-122"/>
                <a:cs typeface="Alibaba PuHuiTi R" pitchFamily="18" charset="-122"/>
              </a:defRPr>
            </a:lvl5pPr>
          </a:lstStyle>
          <a:p>
            <a:pPr lvl="0"/>
            <a:r>
              <a:rPr kumimoji="1" lang="zh-CN" altLang="en-US" dirty="0"/>
              <a:t>输入具体主讲内容</a:t>
            </a:r>
            <a:endParaRPr kumimoji="1" lang="en-US" altLang="zh-CN" dirty="0"/>
          </a:p>
          <a:p>
            <a:pPr lvl="0"/>
            <a:r>
              <a:rPr kumimoji="1" lang="zh-CN" altLang="en-US" dirty="0"/>
              <a:t>可根据标题数量调整字体大小</a:t>
            </a:r>
          </a:p>
        </p:txBody>
      </p:sp>
      <p:sp>
        <p:nvSpPr>
          <p:cNvPr id="17" name="文本占位符 13">
            <a:extLst>
              <a:ext uri="{FF2B5EF4-FFF2-40B4-BE49-F238E27FC236}">
                <a16:creationId xmlns:a16="http://schemas.microsoft.com/office/drawing/2014/main" id="{01590D97-7CA9-B247-806A-885950A786CD}"/>
              </a:ext>
            </a:extLst>
          </p:cNvPr>
          <p:cNvSpPr>
            <a:spLocks noGrp="1"/>
          </p:cNvSpPr>
          <p:nvPr>
            <p:ph type="body" sz="quarter" idx="11" hasCustomPrompt="1"/>
          </p:nvPr>
        </p:nvSpPr>
        <p:spPr>
          <a:xfrm>
            <a:off x="3881755" y="2468880"/>
            <a:ext cx="1127125" cy="1148080"/>
          </a:xfrm>
          <a:prstGeom prst="rect">
            <a:avLst/>
          </a:prstGeom>
        </p:spPr>
        <p:txBody>
          <a:bodyPr anchor="ctr"/>
          <a:lstStyle>
            <a:lvl1pPr algn="ctr">
              <a:buNone/>
              <a:defRPr sz="4000" b="1" i="0">
                <a:solidFill>
                  <a:srgbClr val="FFFFFF"/>
                </a:solidFill>
                <a:latin typeface="Alibaba PuHuiTi B" pitchFamily="18" charset="-122"/>
                <a:ea typeface="Alibaba PuHuiTi B" pitchFamily="18" charset="-122"/>
                <a:cs typeface="Alibaba PuHuiTi B" pitchFamily="18" charset="-122"/>
              </a:defRPr>
            </a:lvl1pPr>
            <a:lvl2pPr>
              <a:buNone/>
              <a:defRPr/>
            </a:lvl2pPr>
            <a:lvl3pPr>
              <a:buNone/>
              <a:defRPr/>
            </a:lvl3pPr>
            <a:lvl4pPr>
              <a:buNone/>
              <a:defRPr/>
            </a:lvl4pPr>
            <a:lvl5pPr>
              <a:buNone/>
              <a:defRPr/>
            </a:lvl5pPr>
          </a:lstStyle>
          <a:p>
            <a:pPr lvl="0"/>
            <a:r>
              <a:rPr kumimoji="1" lang="zh-CN" altLang="en-US" dirty="0"/>
              <a:t>章</a:t>
            </a:r>
          </a:p>
        </p:txBody>
      </p:sp>
    </p:spTree>
    <p:extLst>
      <p:ext uri="{BB962C8B-B14F-4D97-AF65-F5344CB8AC3E}">
        <p14:creationId xmlns:p14="http://schemas.microsoft.com/office/powerpoint/2010/main" val="1987603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章节页版式（一级标题）">
    <p:spTree>
      <p:nvGrpSpPr>
        <p:cNvPr id="1" name=""/>
        <p:cNvGrpSpPr/>
        <p:nvPr/>
      </p:nvGrpSpPr>
      <p:grpSpPr>
        <a:xfrm>
          <a:off x="0" y="0"/>
          <a:ext cx="0" cy="0"/>
          <a:chOff x="0" y="0"/>
          <a:chExt cx="0" cy="0"/>
        </a:xfrm>
      </p:grpSpPr>
      <p:sp>
        <p:nvSpPr>
          <p:cNvPr id="12" name="标题 11">
            <a:extLst>
              <a:ext uri="{FF2B5EF4-FFF2-40B4-BE49-F238E27FC236}">
                <a16:creationId xmlns:a16="http://schemas.microsoft.com/office/drawing/2014/main" id="{ED1003EB-0D97-5849-AC50-BFB3EDAA3B2B}"/>
              </a:ext>
            </a:extLst>
          </p:cNvPr>
          <p:cNvSpPr>
            <a:spLocks noGrp="1"/>
          </p:cNvSpPr>
          <p:nvPr>
            <p:ph type="title" hasCustomPrompt="1"/>
          </p:nvPr>
        </p:nvSpPr>
        <p:spPr>
          <a:xfrm>
            <a:off x="5232400" y="2766218"/>
            <a:ext cx="6654800" cy="1325563"/>
          </a:xfrm>
          <a:prstGeom prst="rect">
            <a:avLst/>
          </a:prstGeom>
        </p:spPr>
        <p:txBody>
          <a:bodyPr/>
          <a:lstStyle>
            <a:lvl1pPr>
              <a:defRPr sz="3200" b="0" i="0">
                <a:solidFill>
                  <a:schemeClr val="tx1">
                    <a:lumMod val="85000"/>
                    <a:lumOff val="15000"/>
                  </a:schemeClr>
                </a:solidFill>
                <a:latin typeface="Alibaba PuHuiTi B" pitchFamily="18" charset="-122"/>
                <a:ea typeface="Alibaba PuHuiTi B" pitchFamily="18" charset="-122"/>
                <a:cs typeface="Alibaba PuHuiTi B" pitchFamily="18" charset="-122"/>
              </a:defRPr>
            </a:lvl1pPr>
          </a:lstStyle>
          <a:p>
            <a:r>
              <a:rPr kumimoji="1" lang="zh-CN" altLang="en-US" dirty="0"/>
              <a:t>章节标题，右侧章节数字需自行设置</a:t>
            </a:r>
          </a:p>
        </p:txBody>
      </p:sp>
      <p:sp>
        <p:nvSpPr>
          <p:cNvPr id="14" name="文本占位符 13">
            <a:extLst>
              <a:ext uri="{FF2B5EF4-FFF2-40B4-BE49-F238E27FC236}">
                <a16:creationId xmlns:a16="http://schemas.microsoft.com/office/drawing/2014/main" id="{0C8E5D29-3E75-FC46-80C9-2080D9268EBF}"/>
              </a:ext>
            </a:extLst>
          </p:cNvPr>
          <p:cNvSpPr>
            <a:spLocks noGrp="1"/>
          </p:cNvSpPr>
          <p:nvPr>
            <p:ph type="body" sz="quarter" idx="10" hasCustomPrompt="1"/>
          </p:nvPr>
        </p:nvSpPr>
        <p:spPr>
          <a:xfrm>
            <a:off x="3881755" y="2468880"/>
            <a:ext cx="1127125" cy="1148080"/>
          </a:xfrm>
          <a:prstGeom prst="rect">
            <a:avLst/>
          </a:prstGeom>
        </p:spPr>
        <p:txBody>
          <a:bodyPr anchor="ctr"/>
          <a:lstStyle>
            <a:lvl1pPr algn="ctr">
              <a:buNone/>
              <a:defRPr sz="4000" b="1" i="0">
                <a:solidFill>
                  <a:srgbClr val="FFFFFF"/>
                </a:solidFill>
                <a:latin typeface="Alibaba PuHuiTi B" pitchFamily="18" charset="-122"/>
                <a:ea typeface="Alibaba PuHuiTi B" pitchFamily="18" charset="-122"/>
                <a:cs typeface="Alibaba PuHuiTi B" pitchFamily="18" charset="-122"/>
              </a:defRPr>
            </a:lvl1pPr>
            <a:lvl2pPr>
              <a:buNone/>
              <a:defRPr/>
            </a:lvl2pPr>
            <a:lvl3pPr>
              <a:buNone/>
              <a:defRPr/>
            </a:lvl3pPr>
            <a:lvl4pPr>
              <a:buNone/>
              <a:defRPr/>
            </a:lvl4pPr>
            <a:lvl5pPr>
              <a:buNone/>
              <a:defRPr/>
            </a:lvl5pPr>
          </a:lstStyle>
          <a:p>
            <a:pPr lvl="0"/>
            <a:r>
              <a:rPr kumimoji="1" lang="zh-CN" altLang="en-US" dirty="0"/>
              <a:t>章</a:t>
            </a:r>
          </a:p>
        </p:txBody>
      </p:sp>
    </p:spTree>
    <p:extLst>
      <p:ext uri="{BB962C8B-B14F-4D97-AF65-F5344CB8AC3E}">
        <p14:creationId xmlns:p14="http://schemas.microsoft.com/office/powerpoint/2010/main" val="33153341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二级标题+正文内容（无编号）">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E6C2551-88ED-4239-96A2-7F3C49A205FD}"/>
              </a:ext>
            </a:extLst>
          </p:cNvPr>
          <p:cNvSpPr>
            <a:spLocks noGrp="1"/>
          </p:cNvSpPr>
          <p:nvPr>
            <p:ph type="title" hasCustomPrompt="1"/>
          </p:nvPr>
        </p:nvSpPr>
        <p:spPr>
          <a:xfrm>
            <a:off x="710880" y="234029"/>
            <a:ext cx="8771021" cy="517190"/>
          </a:xfrm>
          <a:prstGeom prst="rect">
            <a:avLst/>
          </a:prstGeom>
        </p:spPr>
        <p:txBody>
          <a:bodyPr anchor="ctr" anchorCtr="0"/>
          <a:lstStyle>
            <a:lvl1pPr>
              <a:defRPr sz="2400" b="1" i="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r>
              <a:rPr lang="zh-CN" altLang="en-US" dirty="0"/>
              <a:t>正文一级标题</a:t>
            </a:r>
            <a:r>
              <a:rPr lang="en-US" altLang="zh-CN" dirty="0"/>
              <a:t>-</a:t>
            </a:r>
            <a:r>
              <a:rPr lang="zh-CN" altLang="en-US" dirty="0"/>
              <a:t>阿里巴巴普惠体</a:t>
            </a:r>
            <a:r>
              <a:rPr lang="en-US" altLang="zh-CN" dirty="0"/>
              <a:t>24</a:t>
            </a:r>
            <a:r>
              <a:rPr lang="zh-CN" altLang="en-US" dirty="0"/>
              <a:t>号</a:t>
            </a:r>
          </a:p>
        </p:txBody>
      </p:sp>
      <p:sp>
        <p:nvSpPr>
          <p:cNvPr id="10" name="文本占位符 9">
            <a:extLst>
              <a:ext uri="{FF2B5EF4-FFF2-40B4-BE49-F238E27FC236}">
                <a16:creationId xmlns:a16="http://schemas.microsoft.com/office/drawing/2014/main" id="{1BE760B7-955D-46DB-9CF6-0F5E75ACEF47}"/>
              </a:ext>
            </a:extLst>
          </p:cNvPr>
          <p:cNvSpPr>
            <a:spLocks noGrp="1"/>
          </p:cNvSpPr>
          <p:nvPr>
            <p:ph type="body" sz="quarter" idx="10" hasCustomPrompt="1"/>
          </p:nvPr>
        </p:nvSpPr>
        <p:spPr>
          <a:xfrm>
            <a:off x="710880" y="940081"/>
            <a:ext cx="10698800" cy="517190"/>
          </a:xfrm>
          <a:prstGeom prst="rect">
            <a:avLst/>
          </a:prstGeom>
        </p:spPr>
        <p:txBody>
          <a:bodyPr anchor="ctr" anchorCtr="0"/>
          <a:lstStyle>
            <a:lvl1pPr marL="0" indent="0">
              <a:buNone/>
              <a:defRPr lang="zh-CN" altLang="en-US" sz="1800" b="1"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正文二级标题</a:t>
            </a:r>
            <a:r>
              <a:rPr lang="en-US" altLang="zh-CN" dirty="0"/>
              <a:t>-</a:t>
            </a:r>
            <a:r>
              <a:rPr lang="zh-CN" altLang="en-US" dirty="0"/>
              <a:t>阿里巴巴普惠体</a:t>
            </a:r>
            <a:r>
              <a:rPr lang="en-US" altLang="zh-CN" dirty="0"/>
              <a:t>18</a:t>
            </a:r>
            <a:r>
              <a:rPr lang="zh-CN" altLang="en-US" dirty="0"/>
              <a:t>号</a:t>
            </a:r>
          </a:p>
        </p:txBody>
      </p:sp>
      <p:sp>
        <p:nvSpPr>
          <p:cNvPr id="12" name="文本占位符 11">
            <a:extLst>
              <a:ext uri="{FF2B5EF4-FFF2-40B4-BE49-F238E27FC236}">
                <a16:creationId xmlns:a16="http://schemas.microsoft.com/office/drawing/2014/main" id="{0F12D90F-BB49-421D-A9D1-C25C2A378E5A}"/>
              </a:ext>
            </a:extLst>
          </p:cNvPr>
          <p:cNvSpPr>
            <a:spLocks noGrp="1"/>
          </p:cNvSpPr>
          <p:nvPr>
            <p:ph type="body" sz="quarter" idx="11" hasCustomPrompt="1"/>
          </p:nvPr>
        </p:nvSpPr>
        <p:spPr>
          <a:xfrm>
            <a:off x="710880" y="1656000"/>
            <a:ext cx="1069880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p>
        </p:txBody>
      </p:sp>
    </p:spTree>
    <p:extLst>
      <p:ext uri="{BB962C8B-B14F-4D97-AF65-F5344CB8AC3E}">
        <p14:creationId xmlns:p14="http://schemas.microsoft.com/office/powerpoint/2010/main" val="1888985133"/>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二级标题+正文内容（项目符号）">
    <p:spTree>
      <p:nvGrpSpPr>
        <p:cNvPr id="1" name=""/>
        <p:cNvGrpSpPr/>
        <p:nvPr/>
      </p:nvGrpSpPr>
      <p:grpSpPr>
        <a:xfrm>
          <a:off x="0" y="0"/>
          <a:ext cx="0" cy="0"/>
          <a:chOff x="0" y="0"/>
          <a:chExt cx="0" cy="0"/>
        </a:xfrm>
      </p:grpSpPr>
      <p:sp>
        <p:nvSpPr>
          <p:cNvPr id="4" name="文本占位符 11">
            <a:extLst>
              <a:ext uri="{FF2B5EF4-FFF2-40B4-BE49-F238E27FC236}">
                <a16:creationId xmlns:a16="http://schemas.microsoft.com/office/drawing/2014/main" id="{052D8D2A-DC76-4246-B7A3-897EC5980424}"/>
              </a:ext>
            </a:extLst>
          </p:cNvPr>
          <p:cNvSpPr>
            <a:spLocks noGrp="1"/>
          </p:cNvSpPr>
          <p:nvPr>
            <p:ph type="body" sz="quarter" idx="11" hasCustomPrompt="1"/>
          </p:nvPr>
        </p:nvSpPr>
        <p:spPr>
          <a:xfrm>
            <a:off x="710881" y="1646133"/>
            <a:ext cx="10749598" cy="4219575"/>
          </a:xfrm>
          <a:prstGeom prst="rect">
            <a:avLst/>
          </a:prstGeom>
        </p:spPr>
        <p:txBody>
          <a:bodyPr/>
          <a:lstStyle>
            <a:lvl1pPr marL="360000" indent="-360000">
              <a:lnSpc>
                <a:spcPct val="150000"/>
              </a:lnSpc>
              <a:buClr>
                <a:srgbClr val="404040"/>
              </a:buClr>
              <a:buSzPct val="85000"/>
              <a:buFont typeface="Wingdings" pitchFamily="2" charset="2"/>
              <a:buChar char="l"/>
              <a:tabLst/>
              <a:defRPr lang="en-US" altLang="zh-CN" sz="1600" b="0" i="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138" indent="-358775">
              <a:lnSpc>
                <a:spcPct val="150000"/>
              </a:lnSpc>
              <a:buFont typeface="Wingdings" pitchFamily="2" charset="2"/>
              <a:buChar char="l"/>
              <a:tabLst/>
              <a:defRPr lang="en-US" altLang="zh-CN" sz="1400" b="0" i="0" dirty="0">
                <a:latin typeface="Alibaba PuHuiTi R" pitchFamily="18" charset="-122"/>
                <a:ea typeface="Alibaba PuHuiTi R" pitchFamily="18" charset="-122"/>
                <a:cs typeface="Alibaba PuHuiTi R" pitchFamily="18" charset="-122"/>
              </a:defRPr>
            </a:lvl2pPr>
            <a:lvl3pPr marL="1079500" indent="-358775">
              <a:lnSpc>
                <a:spcPct val="150000"/>
              </a:lnSpc>
              <a:buFont typeface="Arial" panose="020B0604020202020204" pitchFamily="34" charset="0"/>
              <a:buChar char="•"/>
              <a:tabLst/>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p>
          <a:p>
            <a:pPr lvl="1"/>
            <a:r>
              <a:rPr lang="zh-CN" altLang="en-US" dirty="0"/>
              <a:t>技术特性</a:t>
            </a:r>
            <a:r>
              <a:rPr lang="en-US" altLang="zh-CN" dirty="0"/>
              <a:t>2</a:t>
            </a:r>
          </a:p>
          <a:p>
            <a:pPr lvl="2"/>
            <a:r>
              <a:rPr lang="zh-CN" altLang="en-US" dirty="0"/>
              <a:t>要点</a:t>
            </a:r>
            <a:r>
              <a:rPr lang="en-US" altLang="zh-CN" dirty="0"/>
              <a:t>1</a:t>
            </a:r>
          </a:p>
          <a:p>
            <a:pPr lvl="2"/>
            <a:r>
              <a:rPr lang="zh-CN" altLang="en-US" dirty="0"/>
              <a:t>要点</a:t>
            </a:r>
            <a:r>
              <a:rPr lang="en-US" altLang="zh-CN" dirty="0"/>
              <a:t>2</a:t>
            </a:r>
            <a:endParaRPr lang="zh-CN" altLang="en-US" dirty="0"/>
          </a:p>
        </p:txBody>
      </p:sp>
      <p:sp>
        <p:nvSpPr>
          <p:cNvPr id="5" name="标题 1">
            <a:extLst>
              <a:ext uri="{FF2B5EF4-FFF2-40B4-BE49-F238E27FC236}">
                <a16:creationId xmlns:a16="http://schemas.microsoft.com/office/drawing/2014/main" id="{49FCFB1A-E1EE-3245-9778-ABB7ACB14FA5}"/>
              </a:ext>
            </a:extLst>
          </p:cNvPr>
          <p:cNvSpPr>
            <a:spLocks noGrp="1"/>
          </p:cNvSpPr>
          <p:nvPr>
            <p:ph type="title" hasCustomPrompt="1"/>
          </p:nvPr>
        </p:nvSpPr>
        <p:spPr>
          <a:xfrm>
            <a:off x="710880" y="24418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p>
        </p:txBody>
      </p:sp>
      <p:sp>
        <p:nvSpPr>
          <p:cNvPr id="6" name="文本占位符 9">
            <a:extLst>
              <a:ext uri="{FF2B5EF4-FFF2-40B4-BE49-F238E27FC236}">
                <a16:creationId xmlns:a16="http://schemas.microsoft.com/office/drawing/2014/main" id="{2DD40269-A2A6-814E-991D-1DBB12873808}"/>
              </a:ext>
            </a:extLst>
          </p:cNvPr>
          <p:cNvSpPr>
            <a:spLocks noGrp="1"/>
          </p:cNvSpPr>
          <p:nvPr>
            <p:ph type="body" sz="quarter" idx="10" hasCustomPrompt="1"/>
          </p:nvPr>
        </p:nvSpPr>
        <p:spPr>
          <a:xfrm>
            <a:off x="710880" y="940081"/>
            <a:ext cx="10749599" cy="517190"/>
          </a:xfrm>
          <a:prstGeom prst="rect">
            <a:avLst/>
          </a:prstGeom>
        </p:spPr>
        <p:txBody>
          <a:bodyPr anchor="ctr" anchorCtr="0"/>
          <a:lstStyle>
            <a:lvl1pPr marL="0" indent="0">
              <a:buNone/>
              <a:defRPr lang="zh-CN" altLang="en-US" sz="1800" b="1"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正文二级标题</a:t>
            </a:r>
            <a:r>
              <a:rPr lang="en-US" altLang="zh-CN" dirty="0"/>
              <a:t>-</a:t>
            </a:r>
            <a:r>
              <a:rPr lang="zh-CN" altLang="en-US" dirty="0"/>
              <a:t>阿里巴巴普惠体</a:t>
            </a:r>
            <a:r>
              <a:rPr lang="en-US" altLang="zh-CN" dirty="0"/>
              <a:t>18</a:t>
            </a:r>
            <a:r>
              <a:rPr lang="zh-CN" altLang="en-US" dirty="0"/>
              <a:t>号</a:t>
            </a:r>
          </a:p>
        </p:txBody>
      </p:sp>
    </p:spTree>
    <p:extLst>
      <p:ext uri="{BB962C8B-B14F-4D97-AF65-F5344CB8AC3E}">
        <p14:creationId xmlns:p14="http://schemas.microsoft.com/office/powerpoint/2010/main" val="16399144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二级标题+正文内容（数字编号）">
    <p:spTree>
      <p:nvGrpSpPr>
        <p:cNvPr id="1" name=""/>
        <p:cNvGrpSpPr/>
        <p:nvPr/>
      </p:nvGrpSpPr>
      <p:grpSpPr>
        <a:xfrm>
          <a:off x="0" y="0"/>
          <a:ext cx="0" cy="0"/>
          <a:chOff x="0" y="0"/>
          <a:chExt cx="0" cy="0"/>
        </a:xfrm>
      </p:grpSpPr>
      <p:sp>
        <p:nvSpPr>
          <p:cNvPr id="4" name="文本占位符 11">
            <a:extLst>
              <a:ext uri="{FF2B5EF4-FFF2-40B4-BE49-F238E27FC236}">
                <a16:creationId xmlns:a16="http://schemas.microsoft.com/office/drawing/2014/main" id="{052D8D2A-DC76-4246-B7A3-897EC5980424}"/>
              </a:ext>
            </a:extLst>
          </p:cNvPr>
          <p:cNvSpPr>
            <a:spLocks noGrp="1"/>
          </p:cNvSpPr>
          <p:nvPr>
            <p:ph type="body" sz="quarter" idx="11" hasCustomPrompt="1"/>
          </p:nvPr>
        </p:nvSpPr>
        <p:spPr>
          <a:xfrm>
            <a:off x="710879" y="1646133"/>
            <a:ext cx="10719120" cy="4219575"/>
          </a:xfrm>
          <a:prstGeom prst="rect">
            <a:avLst/>
          </a:prstGeom>
        </p:spPr>
        <p:txBody>
          <a:bodyPr/>
          <a:lstStyle>
            <a:lvl1pPr marL="360000" indent="-360000">
              <a:lnSpc>
                <a:spcPct val="150000"/>
              </a:lnSpc>
              <a:buClr>
                <a:srgbClr val="404040"/>
              </a:buClr>
              <a:buSzPct val="85000"/>
              <a:buFont typeface="+mj-lt"/>
              <a:buAutoNum type="arabicPeriod"/>
              <a:tabLst/>
              <a:def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20000" indent="-360000">
              <a:lnSpc>
                <a:spcPct val="150000"/>
              </a:lnSpc>
              <a:buFont typeface="+mj-lt"/>
              <a:buAutoNum type="arabicPeriod"/>
              <a:tabLst/>
              <a:defRPr lang="en-US" altLang="zh-CN" sz="1400" b="0" i="0" dirty="0">
                <a:latin typeface="Alibaba PuHuiTi R" pitchFamily="18" charset="-122"/>
                <a:ea typeface="Alibaba PuHuiTi R" pitchFamily="18" charset="-122"/>
                <a:cs typeface="Alibaba PuHuiTi R" pitchFamily="18" charset="-122"/>
              </a:defRPr>
            </a:lvl2pPr>
            <a:lvl3pPr marL="1079500" indent="-358775">
              <a:lnSpc>
                <a:spcPct val="150000"/>
              </a:lnSpc>
              <a:buFont typeface="+mj-ea"/>
              <a:buAutoNum type="circleNumDbPlain"/>
              <a:tabLst/>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p>
          <a:p>
            <a:pPr lvl="1"/>
            <a:r>
              <a:rPr lang="zh-CN" altLang="en-US" dirty="0"/>
              <a:t>技术特性</a:t>
            </a:r>
            <a:r>
              <a:rPr lang="en-US" altLang="zh-CN" dirty="0"/>
              <a:t>2</a:t>
            </a:r>
          </a:p>
          <a:p>
            <a:pPr lvl="2"/>
            <a:r>
              <a:rPr lang="zh-CN" altLang="en-US" dirty="0"/>
              <a:t>要点</a:t>
            </a:r>
            <a:r>
              <a:rPr lang="en-US" altLang="zh-CN" dirty="0"/>
              <a:t>1</a:t>
            </a:r>
          </a:p>
          <a:p>
            <a:pPr lvl="2"/>
            <a:r>
              <a:rPr lang="zh-CN" altLang="en-US" dirty="0"/>
              <a:t>要点</a:t>
            </a:r>
            <a:r>
              <a:rPr lang="en-US" altLang="zh-CN" dirty="0"/>
              <a:t>2</a:t>
            </a:r>
            <a:endParaRPr lang="zh-CN" altLang="en-US" dirty="0"/>
          </a:p>
        </p:txBody>
      </p:sp>
      <p:sp>
        <p:nvSpPr>
          <p:cNvPr id="5" name="标题 1">
            <a:extLst>
              <a:ext uri="{FF2B5EF4-FFF2-40B4-BE49-F238E27FC236}">
                <a16:creationId xmlns:a16="http://schemas.microsoft.com/office/drawing/2014/main" id="{64C54839-92D5-0E4E-B9C2-203FF53C3229}"/>
              </a:ext>
            </a:extLst>
          </p:cNvPr>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p>
        </p:txBody>
      </p:sp>
      <p:sp>
        <p:nvSpPr>
          <p:cNvPr id="6" name="文本占位符 9">
            <a:extLst>
              <a:ext uri="{FF2B5EF4-FFF2-40B4-BE49-F238E27FC236}">
                <a16:creationId xmlns:a16="http://schemas.microsoft.com/office/drawing/2014/main" id="{E5CC542A-FF04-5243-BA82-1AC7B0A112E0}"/>
              </a:ext>
            </a:extLst>
          </p:cNvPr>
          <p:cNvSpPr>
            <a:spLocks noGrp="1"/>
          </p:cNvSpPr>
          <p:nvPr>
            <p:ph type="body" sz="quarter" idx="10" hasCustomPrompt="1"/>
          </p:nvPr>
        </p:nvSpPr>
        <p:spPr>
          <a:xfrm>
            <a:off x="710881" y="940081"/>
            <a:ext cx="10719120" cy="517190"/>
          </a:xfrm>
          <a:prstGeom prst="rect">
            <a:avLst/>
          </a:prstGeom>
        </p:spPr>
        <p:txBody>
          <a:bodyPr anchor="ctr" anchorCtr="0"/>
          <a:lstStyle>
            <a:lvl1pPr marL="0" indent="0">
              <a:buNone/>
              <a:defRPr sz="1800" b="1">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正文二级标题</a:t>
            </a:r>
            <a:r>
              <a:rPr lang="en-US" altLang="zh-CN" dirty="0"/>
              <a:t>-</a:t>
            </a:r>
            <a:r>
              <a:rPr lang="zh-CN" altLang="en-US" dirty="0"/>
              <a:t>阿里巴巴普惠体</a:t>
            </a:r>
            <a:r>
              <a:rPr lang="en-US" altLang="zh-CN" dirty="0"/>
              <a:t>18</a:t>
            </a:r>
            <a:r>
              <a:rPr lang="zh-CN" altLang="en-US" dirty="0"/>
              <a:t>号</a:t>
            </a:r>
          </a:p>
        </p:txBody>
      </p:sp>
    </p:spTree>
    <p:extLst>
      <p:ext uri="{BB962C8B-B14F-4D97-AF65-F5344CB8AC3E}">
        <p14:creationId xmlns:p14="http://schemas.microsoft.com/office/powerpoint/2010/main" val="28627675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二级标题">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E4D92416-D30F-8049-AD27-C955EC07F253}"/>
              </a:ext>
            </a:extLst>
          </p:cNvPr>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p>
        </p:txBody>
      </p:sp>
      <p:sp>
        <p:nvSpPr>
          <p:cNvPr id="5" name="文本占位符 9">
            <a:extLst>
              <a:ext uri="{FF2B5EF4-FFF2-40B4-BE49-F238E27FC236}">
                <a16:creationId xmlns:a16="http://schemas.microsoft.com/office/drawing/2014/main" id="{FB933948-E99B-AD48-8B41-DEA66BC8FB53}"/>
              </a:ext>
            </a:extLst>
          </p:cNvPr>
          <p:cNvSpPr>
            <a:spLocks noGrp="1"/>
          </p:cNvSpPr>
          <p:nvPr>
            <p:ph type="body" sz="quarter" idx="10" hasCustomPrompt="1"/>
          </p:nvPr>
        </p:nvSpPr>
        <p:spPr>
          <a:xfrm>
            <a:off x="710880" y="940081"/>
            <a:ext cx="10748056" cy="517190"/>
          </a:xfrm>
          <a:prstGeom prst="rect">
            <a:avLst/>
          </a:prstGeom>
        </p:spPr>
        <p:txBody>
          <a:bodyPr anchor="ctr" anchorCtr="0"/>
          <a:lstStyle>
            <a:lvl1pPr marL="0" indent="0">
              <a:buNone/>
              <a:defRPr sz="1800" b="1">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正文二级标题</a:t>
            </a:r>
            <a:r>
              <a:rPr lang="en-US" altLang="zh-CN" dirty="0"/>
              <a:t>-</a:t>
            </a:r>
            <a:r>
              <a:rPr lang="zh-CN" altLang="en-US" dirty="0"/>
              <a:t>阿里巴巴普惠体</a:t>
            </a:r>
            <a:r>
              <a:rPr lang="en-US" altLang="zh-CN" dirty="0"/>
              <a:t>18</a:t>
            </a:r>
            <a:r>
              <a:rPr lang="zh-CN" altLang="en-US" dirty="0"/>
              <a:t>号</a:t>
            </a:r>
          </a:p>
        </p:txBody>
      </p:sp>
      <p:sp>
        <p:nvSpPr>
          <p:cNvPr id="6" name="文本占位符 11">
            <a:extLst>
              <a:ext uri="{FF2B5EF4-FFF2-40B4-BE49-F238E27FC236}">
                <a16:creationId xmlns:a16="http://schemas.microsoft.com/office/drawing/2014/main" id="{D8BA1B0F-468D-0446-AB7E-B23A83414DF2}"/>
              </a:ext>
            </a:extLst>
          </p:cNvPr>
          <p:cNvSpPr>
            <a:spLocks noGrp="1"/>
          </p:cNvSpPr>
          <p:nvPr>
            <p:ph type="body" sz="quarter" idx="11" hasCustomPrompt="1"/>
          </p:nvPr>
        </p:nvSpPr>
        <p:spPr>
          <a:xfrm>
            <a:off x="710880" y="1646133"/>
            <a:ext cx="10748057" cy="4219575"/>
          </a:xfrm>
          <a:prstGeom prst="rect">
            <a:avLst/>
          </a:prstGeom>
        </p:spPr>
        <p:txBody>
          <a:bodyPr/>
          <a:lstStyle>
            <a:lvl1pPr marL="360000" indent="-360000">
              <a:lnSpc>
                <a:spcPct val="150000"/>
              </a:lnSpc>
              <a:buClr>
                <a:srgbClr val="404040"/>
              </a:buClr>
              <a:buSzPct val="85000"/>
              <a:buFont typeface="Wingdings" pitchFamily="2" charset="2"/>
              <a:buChar char="l"/>
              <a:tabLst/>
              <a:defRPr lang="zh-CN" altLang="en-US" sz="16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138" indent="-358775">
              <a:buFont typeface="Wingdings" pitchFamily="2" charset="2"/>
              <a:buChar char="l"/>
              <a:tabLst/>
              <a:defRPr lang="en-US" altLang="zh-CN"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2pPr>
            <a:lvl3pPr marL="1079500" indent="-358775">
              <a:buFont typeface="Wingdings" pitchFamily="2" charset="2"/>
              <a:buChar char="l"/>
              <a:tabLst/>
              <a:defRPr lang="zh-CN" altLang="en-US"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3pPr>
          </a:lstStyle>
          <a:p>
            <a:pPr lvl="0"/>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marL="720000" lvl="1" indent="-360000" algn="l" rtl="0" eaLnBrk="0" fontAlgn="base" hangingPunct="0">
              <a:lnSpc>
                <a:spcPct val="150000"/>
              </a:lnSpc>
              <a:spcBef>
                <a:spcPct val="20000"/>
              </a:spcBef>
              <a:spcAft>
                <a:spcPct val="0"/>
              </a:spcAft>
              <a:buClr>
                <a:srgbClr val="404040"/>
              </a:buClr>
              <a:buSzPct val="85000"/>
              <a:buFont typeface="Wingdings" pitchFamily="2" charset="2"/>
              <a:buChar char="p"/>
              <a:tabLst/>
            </a:pPr>
            <a:r>
              <a:rPr lang="zh-CN" altLang="en-US" dirty="0"/>
              <a:t>技术特性</a:t>
            </a:r>
            <a:r>
              <a:rPr lang="en-US" altLang="zh-CN" dirty="0"/>
              <a:t>1</a:t>
            </a:r>
          </a:p>
          <a:p>
            <a:pPr marL="720000" lvl="1" indent="-360000" algn="l" rtl="0" eaLnBrk="0" fontAlgn="base" hangingPunct="0">
              <a:lnSpc>
                <a:spcPct val="150000"/>
              </a:lnSpc>
              <a:spcBef>
                <a:spcPct val="20000"/>
              </a:spcBef>
              <a:spcAft>
                <a:spcPct val="0"/>
              </a:spcAft>
              <a:buClr>
                <a:srgbClr val="404040"/>
              </a:buClr>
              <a:buSzPct val="85000"/>
              <a:buFont typeface="Wingdings" pitchFamily="2" charset="2"/>
              <a:buChar char="p"/>
              <a:tabLst/>
            </a:pPr>
            <a:r>
              <a:rPr lang="zh-CN" altLang="en-US" dirty="0"/>
              <a:t>技术特性</a:t>
            </a:r>
            <a:r>
              <a:rPr lang="en-US" altLang="zh-CN" dirty="0"/>
              <a:t>2</a:t>
            </a:r>
          </a:p>
          <a:p>
            <a:pPr marL="1079500" lvl="2" indent="-358775" algn="l" rtl="0" eaLnBrk="0" fontAlgn="base" hangingPunct="0">
              <a:lnSpc>
                <a:spcPct val="150000"/>
              </a:lnSpc>
              <a:spcBef>
                <a:spcPct val="20000"/>
              </a:spcBef>
              <a:spcAft>
                <a:spcPct val="0"/>
              </a:spcAft>
              <a:buClr>
                <a:srgbClr val="404040"/>
              </a:buClr>
              <a:buSzPct val="85000"/>
              <a:tabLst/>
            </a:pPr>
            <a:r>
              <a:rPr lang="zh-CN" altLang="en-US" dirty="0"/>
              <a:t>要点</a:t>
            </a:r>
            <a:r>
              <a:rPr lang="en-US" altLang="zh-CN" dirty="0"/>
              <a:t>1</a:t>
            </a:r>
          </a:p>
          <a:p>
            <a:pPr marL="1079500" lvl="2" indent="-358775" algn="l" rtl="0" eaLnBrk="0" fontAlgn="base" hangingPunct="0">
              <a:lnSpc>
                <a:spcPct val="150000"/>
              </a:lnSpc>
              <a:spcBef>
                <a:spcPct val="20000"/>
              </a:spcBef>
              <a:spcAft>
                <a:spcPct val="0"/>
              </a:spcAft>
              <a:buClr>
                <a:srgbClr val="404040"/>
              </a:buClr>
              <a:buSzPct val="85000"/>
              <a:tabLst/>
            </a:pPr>
            <a:r>
              <a:rPr lang="zh-CN" altLang="en-US" dirty="0"/>
              <a:t>要点</a:t>
            </a:r>
            <a:r>
              <a:rPr lang="en-US" altLang="zh-CN" dirty="0"/>
              <a:t>2</a:t>
            </a:r>
            <a:endParaRPr lang="zh-CN" altLang="en-US" dirty="0"/>
          </a:p>
        </p:txBody>
      </p:sp>
    </p:spTree>
    <p:extLst>
      <p:ext uri="{BB962C8B-B14F-4D97-AF65-F5344CB8AC3E}">
        <p14:creationId xmlns:p14="http://schemas.microsoft.com/office/powerpoint/2010/main" val="20374974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正文内容（无编号）">
    <p:spTree>
      <p:nvGrpSpPr>
        <p:cNvPr id="1" name=""/>
        <p:cNvGrpSpPr/>
        <p:nvPr/>
      </p:nvGrpSpPr>
      <p:grpSpPr>
        <a:xfrm>
          <a:off x="0" y="0"/>
          <a:ext cx="0" cy="0"/>
          <a:chOff x="0" y="0"/>
          <a:chExt cx="0" cy="0"/>
        </a:xfrm>
      </p:grpSpPr>
      <p:sp>
        <p:nvSpPr>
          <p:cNvPr id="12" name="文本占位符 11">
            <a:extLst>
              <a:ext uri="{FF2B5EF4-FFF2-40B4-BE49-F238E27FC236}">
                <a16:creationId xmlns:a16="http://schemas.microsoft.com/office/drawing/2014/main" id="{0F12D90F-BB49-421D-A9D1-C25C2A378E5A}"/>
              </a:ext>
            </a:extLst>
          </p:cNvPr>
          <p:cNvSpPr>
            <a:spLocks noGrp="1"/>
          </p:cNvSpPr>
          <p:nvPr>
            <p:ph type="body" sz="quarter" idx="11" hasCustomPrompt="1"/>
          </p:nvPr>
        </p:nvSpPr>
        <p:spPr>
          <a:xfrm>
            <a:off x="710880" y="940081"/>
            <a:ext cx="9845675" cy="4871439"/>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p>
        </p:txBody>
      </p:sp>
      <p:sp>
        <p:nvSpPr>
          <p:cNvPr id="4" name="标题 1">
            <a:extLst>
              <a:ext uri="{FF2B5EF4-FFF2-40B4-BE49-F238E27FC236}">
                <a16:creationId xmlns:a16="http://schemas.microsoft.com/office/drawing/2014/main" id="{9947CB16-8D08-5242-A2E0-936DC1D438F6}"/>
              </a:ext>
            </a:extLst>
          </p:cNvPr>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p>
        </p:txBody>
      </p:sp>
    </p:spTree>
    <p:extLst>
      <p:ext uri="{BB962C8B-B14F-4D97-AF65-F5344CB8AC3E}">
        <p14:creationId xmlns:p14="http://schemas.microsoft.com/office/powerpoint/2010/main" val="29088069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正文内容（数字符号）">
    <p:spTree>
      <p:nvGrpSpPr>
        <p:cNvPr id="1" name=""/>
        <p:cNvGrpSpPr/>
        <p:nvPr/>
      </p:nvGrpSpPr>
      <p:grpSpPr>
        <a:xfrm>
          <a:off x="0" y="0"/>
          <a:ext cx="0" cy="0"/>
          <a:chOff x="0" y="0"/>
          <a:chExt cx="0" cy="0"/>
        </a:xfrm>
      </p:grpSpPr>
      <p:sp>
        <p:nvSpPr>
          <p:cNvPr id="5" name="标题 1">
            <a:extLst>
              <a:ext uri="{FF2B5EF4-FFF2-40B4-BE49-F238E27FC236}">
                <a16:creationId xmlns:a16="http://schemas.microsoft.com/office/drawing/2014/main" id="{B678CE99-982F-E747-B6C5-B29DECDE3890}"/>
              </a:ext>
            </a:extLst>
          </p:cNvPr>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p>
        </p:txBody>
      </p:sp>
      <p:sp>
        <p:nvSpPr>
          <p:cNvPr id="3" name="文本占位符 11">
            <a:extLst>
              <a:ext uri="{FF2B5EF4-FFF2-40B4-BE49-F238E27FC236}">
                <a16:creationId xmlns:a16="http://schemas.microsoft.com/office/drawing/2014/main" id="{88D105DB-24C1-B042-AF5E-89B957331250}"/>
              </a:ext>
            </a:extLst>
          </p:cNvPr>
          <p:cNvSpPr>
            <a:spLocks noGrp="1"/>
          </p:cNvSpPr>
          <p:nvPr>
            <p:ph type="body" sz="quarter" idx="11" hasCustomPrompt="1"/>
          </p:nvPr>
        </p:nvSpPr>
        <p:spPr>
          <a:xfrm>
            <a:off x="710879" y="934933"/>
            <a:ext cx="10719120" cy="4219575"/>
          </a:xfrm>
          <a:prstGeom prst="rect">
            <a:avLst/>
          </a:prstGeom>
        </p:spPr>
        <p:txBody>
          <a:bodyPr/>
          <a:lstStyle>
            <a:lvl1pPr marL="360000" indent="-360000">
              <a:lnSpc>
                <a:spcPct val="150000"/>
              </a:lnSpc>
              <a:buClr>
                <a:srgbClr val="404040"/>
              </a:buClr>
              <a:buSzPct val="85000"/>
              <a:buFont typeface="+mj-lt"/>
              <a:buAutoNum type="arabicPeriod"/>
              <a:tabLst/>
              <a:def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20000" indent="-360000">
              <a:lnSpc>
                <a:spcPct val="150000"/>
              </a:lnSpc>
              <a:buFont typeface="+mj-lt"/>
              <a:buAutoNum type="arabicPeriod"/>
              <a:tabLst/>
              <a:defRPr lang="en-US" altLang="zh-CN" sz="1400" b="0" i="0" dirty="0">
                <a:latin typeface="Alibaba PuHuiTi R" pitchFamily="18" charset="-122"/>
                <a:ea typeface="Alibaba PuHuiTi R" pitchFamily="18" charset="-122"/>
                <a:cs typeface="Alibaba PuHuiTi R" pitchFamily="18" charset="-122"/>
              </a:defRPr>
            </a:lvl2pPr>
            <a:lvl3pPr marL="1079500" indent="-358775">
              <a:lnSpc>
                <a:spcPct val="150000"/>
              </a:lnSpc>
              <a:buFont typeface="+mj-ea"/>
              <a:buAutoNum type="circleNumDbPlain"/>
              <a:tabLst/>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p>
          <a:p>
            <a:pPr lvl="1"/>
            <a:r>
              <a:rPr lang="zh-CN" altLang="en-US" dirty="0"/>
              <a:t>技术特性</a:t>
            </a:r>
            <a:r>
              <a:rPr lang="en-US" altLang="zh-CN" dirty="0"/>
              <a:t>2</a:t>
            </a:r>
          </a:p>
          <a:p>
            <a:pPr lvl="2"/>
            <a:r>
              <a:rPr lang="zh-CN" altLang="en-US" dirty="0"/>
              <a:t>要点</a:t>
            </a:r>
            <a:r>
              <a:rPr lang="en-US" altLang="zh-CN" dirty="0"/>
              <a:t>1</a:t>
            </a:r>
          </a:p>
          <a:p>
            <a:pPr lvl="2"/>
            <a:r>
              <a:rPr lang="zh-CN" altLang="en-US" dirty="0"/>
              <a:t>要点</a:t>
            </a:r>
            <a:r>
              <a:rPr lang="en-US" altLang="zh-CN" dirty="0"/>
              <a:t>2</a:t>
            </a:r>
            <a:endParaRPr lang="zh-CN" altLang="en-US" dirty="0"/>
          </a:p>
        </p:txBody>
      </p:sp>
    </p:spTree>
    <p:extLst>
      <p:ext uri="{BB962C8B-B14F-4D97-AF65-F5344CB8AC3E}">
        <p14:creationId xmlns:p14="http://schemas.microsoft.com/office/powerpoint/2010/main" val="11588711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正文内容+项目编号">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9020C514-817B-504E-A325-60842B59AB40}"/>
              </a:ext>
            </a:extLst>
          </p:cNvPr>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p>
        </p:txBody>
      </p:sp>
      <p:sp>
        <p:nvSpPr>
          <p:cNvPr id="3" name="文本占位符 11">
            <a:extLst>
              <a:ext uri="{FF2B5EF4-FFF2-40B4-BE49-F238E27FC236}">
                <a16:creationId xmlns:a16="http://schemas.microsoft.com/office/drawing/2014/main" id="{9C0915B4-3DAF-C444-883E-818CAE39A5B1}"/>
              </a:ext>
            </a:extLst>
          </p:cNvPr>
          <p:cNvSpPr>
            <a:spLocks noGrp="1"/>
          </p:cNvSpPr>
          <p:nvPr>
            <p:ph type="body" sz="quarter" idx="11" hasCustomPrompt="1"/>
          </p:nvPr>
        </p:nvSpPr>
        <p:spPr>
          <a:xfrm>
            <a:off x="710880" y="945093"/>
            <a:ext cx="10748057" cy="4219575"/>
          </a:xfrm>
          <a:prstGeom prst="rect">
            <a:avLst/>
          </a:prstGeom>
        </p:spPr>
        <p:txBody>
          <a:bodyPr/>
          <a:lstStyle>
            <a:lvl1pPr marL="360000" indent="-360000">
              <a:lnSpc>
                <a:spcPct val="150000"/>
              </a:lnSpc>
              <a:buClr>
                <a:srgbClr val="404040"/>
              </a:buClr>
              <a:buSzPct val="85000"/>
              <a:buFont typeface="Wingdings" pitchFamily="2" charset="2"/>
              <a:buChar char="l"/>
              <a:tabLst/>
              <a:defRPr lang="zh-CN" altLang="en-US" sz="16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138" indent="-358775">
              <a:buFont typeface="Wingdings" pitchFamily="2" charset="2"/>
              <a:buChar char="l"/>
              <a:tabLst/>
              <a:defRPr lang="en-US" altLang="zh-CN"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2pPr>
            <a:lvl3pPr marL="1079500" indent="-358775">
              <a:buFont typeface="Wingdings" pitchFamily="2" charset="2"/>
              <a:buChar char="l"/>
              <a:tabLst/>
              <a:defRPr lang="zh-CN" altLang="en-US"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3pPr>
          </a:lstStyle>
          <a:p>
            <a:pPr lvl="0"/>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marL="720000" lvl="1" indent="-360000" algn="l" rtl="0" eaLnBrk="0" fontAlgn="base" hangingPunct="0">
              <a:lnSpc>
                <a:spcPct val="150000"/>
              </a:lnSpc>
              <a:spcBef>
                <a:spcPct val="20000"/>
              </a:spcBef>
              <a:spcAft>
                <a:spcPct val="0"/>
              </a:spcAft>
              <a:buClr>
                <a:srgbClr val="404040"/>
              </a:buClr>
              <a:buSzPct val="85000"/>
              <a:buFont typeface="Wingdings" pitchFamily="2" charset="2"/>
              <a:buChar char="p"/>
              <a:tabLst/>
            </a:pPr>
            <a:r>
              <a:rPr lang="zh-CN" altLang="en-US" dirty="0"/>
              <a:t>技术特性</a:t>
            </a:r>
            <a:r>
              <a:rPr lang="en-US" altLang="zh-CN" dirty="0"/>
              <a:t>1</a:t>
            </a:r>
          </a:p>
          <a:p>
            <a:pPr marL="720000" lvl="1" indent="-360000" algn="l" rtl="0" eaLnBrk="0" fontAlgn="base" hangingPunct="0">
              <a:lnSpc>
                <a:spcPct val="150000"/>
              </a:lnSpc>
              <a:spcBef>
                <a:spcPct val="20000"/>
              </a:spcBef>
              <a:spcAft>
                <a:spcPct val="0"/>
              </a:spcAft>
              <a:buClr>
                <a:srgbClr val="404040"/>
              </a:buClr>
              <a:buSzPct val="85000"/>
              <a:buFont typeface="Wingdings" pitchFamily="2" charset="2"/>
              <a:buChar char="p"/>
              <a:tabLst/>
            </a:pPr>
            <a:r>
              <a:rPr lang="zh-CN" altLang="en-US" dirty="0"/>
              <a:t>技术特性</a:t>
            </a:r>
            <a:r>
              <a:rPr lang="en-US" altLang="zh-CN" dirty="0"/>
              <a:t>2</a:t>
            </a:r>
          </a:p>
          <a:p>
            <a:pPr marL="1079500" lvl="2" indent="-358775" algn="l" rtl="0" eaLnBrk="0" fontAlgn="base" hangingPunct="0">
              <a:lnSpc>
                <a:spcPct val="150000"/>
              </a:lnSpc>
              <a:spcBef>
                <a:spcPct val="20000"/>
              </a:spcBef>
              <a:spcAft>
                <a:spcPct val="0"/>
              </a:spcAft>
              <a:buClr>
                <a:srgbClr val="404040"/>
              </a:buClr>
              <a:buSzPct val="85000"/>
              <a:tabLst/>
            </a:pPr>
            <a:r>
              <a:rPr lang="zh-CN" altLang="en-US" dirty="0"/>
              <a:t>要点</a:t>
            </a:r>
            <a:r>
              <a:rPr lang="en-US" altLang="zh-CN" dirty="0"/>
              <a:t>1</a:t>
            </a:r>
          </a:p>
          <a:p>
            <a:pPr marL="1079500" lvl="2" indent="-358775" algn="l" rtl="0" eaLnBrk="0" fontAlgn="base" hangingPunct="0">
              <a:lnSpc>
                <a:spcPct val="150000"/>
              </a:lnSpc>
              <a:spcBef>
                <a:spcPct val="20000"/>
              </a:spcBef>
              <a:spcAft>
                <a:spcPct val="0"/>
              </a:spcAft>
              <a:buClr>
                <a:srgbClr val="404040"/>
              </a:buClr>
              <a:buSzPct val="85000"/>
              <a:tabLst/>
            </a:pPr>
            <a:r>
              <a:rPr lang="zh-CN" altLang="en-US" dirty="0"/>
              <a:t>要点</a:t>
            </a:r>
            <a:r>
              <a:rPr lang="en-US" altLang="zh-CN" dirty="0"/>
              <a:t>2</a:t>
            </a:r>
            <a:endParaRPr lang="zh-CN" altLang="en-US" dirty="0"/>
          </a:p>
        </p:txBody>
      </p:sp>
    </p:spTree>
    <p:extLst>
      <p:ext uri="{BB962C8B-B14F-4D97-AF65-F5344CB8AC3E}">
        <p14:creationId xmlns:p14="http://schemas.microsoft.com/office/powerpoint/2010/main" val="23571635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自由发挥">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9020C514-817B-504E-A325-60842B59AB40}"/>
              </a:ext>
            </a:extLst>
          </p:cNvPr>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p>
        </p:txBody>
      </p:sp>
    </p:spTree>
    <p:extLst>
      <p:ext uri="{BB962C8B-B14F-4D97-AF65-F5344CB8AC3E}">
        <p14:creationId xmlns:p14="http://schemas.microsoft.com/office/powerpoint/2010/main" val="11824831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案例">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9020C514-817B-504E-A325-60842B59AB40}"/>
              </a:ext>
            </a:extLst>
          </p:cNvPr>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p>
        </p:txBody>
      </p:sp>
      <p:grpSp>
        <p:nvGrpSpPr>
          <p:cNvPr id="6" name="组合 5">
            <a:extLst>
              <a:ext uri="{FF2B5EF4-FFF2-40B4-BE49-F238E27FC236}">
                <a16:creationId xmlns:a16="http://schemas.microsoft.com/office/drawing/2014/main" id="{EDBCAEF0-27E1-194C-B5F4-08826E264FF7}"/>
              </a:ext>
            </a:extLst>
          </p:cNvPr>
          <p:cNvGrpSpPr/>
          <p:nvPr userDrawn="1"/>
        </p:nvGrpSpPr>
        <p:grpSpPr>
          <a:xfrm>
            <a:off x="806306" y="968974"/>
            <a:ext cx="1228476" cy="528956"/>
            <a:chOff x="852891" y="1026849"/>
            <a:chExt cx="1228476" cy="528956"/>
          </a:xfrm>
        </p:grpSpPr>
        <p:sp>
          <p:nvSpPr>
            <p:cNvPr id="7" name="矩形 6">
              <a:extLst>
                <a:ext uri="{FF2B5EF4-FFF2-40B4-BE49-F238E27FC236}">
                  <a16:creationId xmlns:a16="http://schemas.microsoft.com/office/drawing/2014/main" id="{7F233A09-E322-CB4D-81FE-B2170A097F20}"/>
                </a:ext>
              </a:extLst>
            </p:cNvPr>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a:extLst>
                <a:ext uri="{FF2B5EF4-FFF2-40B4-BE49-F238E27FC236}">
                  <a16:creationId xmlns:a16="http://schemas.microsoft.com/office/drawing/2014/main" id="{58F0AF60-824F-A447-B933-34D6D8A0DBD6}"/>
                </a:ext>
              </a:extLst>
            </p:cNvPr>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9" name="图形 8">
              <a:extLst>
                <a:ext uri="{FF2B5EF4-FFF2-40B4-BE49-F238E27FC236}">
                  <a16:creationId xmlns:a16="http://schemas.microsoft.com/office/drawing/2014/main" id="{C4064CF0-C79B-2F4A-839D-A269386675FE}"/>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a:extLst>
                <a:ext uri="{FF2B5EF4-FFF2-40B4-BE49-F238E27FC236}">
                  <a16:creationId xmlns:a16="http://schemas.microsoft.com/office/drawing/2014/main" id="{A22AFB91-263F-054D-81BE-7D38A372C096}"/>
                </a:ext>
              </a:extLst>
            </p:cNvPr>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Alibaba PuHuiTi B" pitchFamily="18" charset="-122"/>
                  <a:ea typeface="Alibaba PuHuiTi B" pitchFamily="18" charset="-122"/>
                  <a:cs typeface="Alibaba PuHuiTi B" pitchFamily="18" charset="-122"/>
                </a:rPr>
                <a:t>案例</a:t>
              </a:r>
            </a:p>
          </p:txBody>
        </p:sp>
      </p:grpSp>
      <p:sp>
        <p:nvSpPr>
          <p:cNvPr id="11" name="文本占位符 9">
            <a:extLst>
              <a:ext uri="{FF2B5EF4-FFF2-40B4-BE49-F238E27FC236}">
                <a16:creationId xmlns:a16="http://schemas.microsoft.com/office/drawing/2014/main" id="{D44EE2D5-15F6-2E42-8B3D-F0F3139D0AA7}"/>
              </a:ext>
            </a:extLst>
          </p:cNvPr>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AD2B26"/>
                </a:solidFill>
                <a:latin typeface="Alibaba PuHuiTi M" pitchFamily="18" charset="-122"/>
                <a:ea typeface="Alibaba PuHuiTi M" pitchFamily="18" charset="-122"/>
                <a:cs typeface="Alibaba PuHuiTi M" pitchFamily="18" charset="-122"/>
              </a:defRPr>
            </a:lvl1pPr>
          </a:lstStyle>
          <a:p>
            <a:pPr marL="0" lvl="0" indent="0">
              <a:buNone/>
            </a:pPr>
            <a:r>
              <a:rPr lang="zh-CN" altLang="en-US" dirty="0"/>
              <a:t>案例标题</a:t>
            </a:r>
            <a:r>
              <a:rPr lang="en-US" altLang="zh-CN" dirty="0"/>
              <a:t>-</a:t>
            </a:r>
            <a:r>
              <a:rPr lang="zh-CN" altLang="en-US" dirty="0"/>
              <a:t>阿里巴巴普惠体</a:t>
            </a:r>
            <a:r>
              <a:rPr lang="en-US" altLang="zh-CN" dirty="0"/>
              <a:t>18</a:t>
            </a:r>
            <a:r>
              <a:rPr lang="zh-CN" altLang="en-US" dirty="0"/>
              <a:t>号</a:t>
            </a:r>
          </a:p>
        </p:txBody>
      </p:sp>
      <p:sp>
        <p:nvSpPr>
          <p:cNvPr id="12" name="文本占位符 11">
            <a:extLst>
              <a:ext uri="{FF2B5EF4-FFF2-40B4-BE49-F238E27FC236}">
                <a16:creationId xmlns:a16="http://schemas.microsoft.com/office/drawing/2014/main" id="{F5EA2F1C-E1D5-B44C-AB78-F1D96E0D74BA}"/>
              </a:ext>
            </a:extLst>
          </p:cNvPr>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此为案例内容，字体不可改，阿里巴巴普惠体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p>
        </p:txBody>
      </p:sp>
    </p:spTree>
    <p:extLst>
      <p:ext uri="{BB962C8B-B14F-4D97-AF65-F5344CB8AC3E}">
        <p14:creationId xmlns:p14="http://schemas.microsoft.com/office/powerpoint/2010/main" val="280633039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步骤">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9020C514-817B-504E-A325-60842B59AB40}"/>
              </a:ext>
            </a:extLst>
          </p:cNvPr>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p>
        </p:txBody>
      </p:sp>
      <p:grpSp>
        <p:nvGrpSpPr>
          <p:cNvPr id="6" name="组合 5">
            <a:extLst>
              <a:ext uri="{FF2B5EF4-FFF2-40B4-BE49-F238E27FC236}">
                <a16:creationId xmlns:a16="http://schemas.microsoft.com/office/drawing/2014/main" id="{EDBCAEF0-27E1-194C-B5F4-08826E264FF7}"/>
              </a:ext>
            </a:extLst>
          </p:cNvPr>
          <p:cNvGrpSpPr/>
          <p:nvPr userDrawn="1"/>
        </p:nvGrpSpPr>
        <p:grpSpPr>
          <a:xfrm>
            <a:off x="806306" y="968974"/>
            <a:ext cx="1228476" cy="528956"/>
            <a:chOff x="852891" y="1026849"/>
            <a:chExt cx="1228476" cy="528956"/>
          </a:xfrm>
        </p:grpSpPr>
        <p:sp>
          <p:nvSpPr>
            <p:cNvPr id="7" name="矩形 6">
              <a:extLst>
                <a:ext uri="{FF2B5EF4-FFF2-40B4-BE49-F238E27FC236}">
                  <a16:creationId xmlns:a16="http://schemas.microsoft.com/office/drawing/2014/main" id="{7F233A09-E322-CB4D-81FE-B2170A097F20}"/>
                </a:ext>
              </a:extLst>
            </p:cNvPr>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a:extLst>
                <a:ext uri="{FF2B5EF4-FFF2-40B4-BE49-F238E27FC236}">
                  <a16:creationId xmlns:a16="http://schemas.microsoft.com/office/drawing/2014/main" id="{58F0AF60-824F-A447-B933-34D6D8A0DBD6}"/>
                </a:ext>
              </a:extLst>
            </p:cNvPr>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9" name="图形 8">
              <a:extLst>
                <a:ext uri="{FF2B5EF4-FFF2-40B4-BE49-F238E27FC236}">
                  <a16:creationId xmlns:a16="http://schemas.microsoft.com/office/drawing/2014/main" id="{C4064CF0-C79B-2F4A-839D-A269386675FE}"/>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a:extLst>
                <a:ext uri="{FF2B5EF4-FFF2-40B4-BE49-F238E27FC236}">
                  <a16:creationId xmlns:a16="http://schemas.microsoft.com/office/drawing/2014/main" id="{A22AFB91-263F-054D-81BE-7D38A372C096}"/>
                </a:ext>
              </a:extLst>
            </p:cNvPr>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Alibaba PuHuiTi B" pitchFamily="18" charset="-122"/>
                  <a:ea typeface="Alibaba PuHuiTi B" pitchFamily="18" charset="-122"/>
                  <a:cs typeface="Alibaba PuHuiTi B" pitchFamily="18" charset="-122"/>
                </a:rPr>
                <a:t>步骤</a:t>
              </a:r>
            </a:p>
          </p:txBody>
        </p:sp>
      </p:grpSp>
      <p:sp>
        <p:nvSpPr>
          <p:cNvPr id="11" name="文本占位符 9">
            <a:extLst>
              <a:ext uri="{FF2B5EF4-FFF2-40B4-BE49-F238E27FC236}">
                <a16:creationId xmlns:a16="http://schemas.microsoft.com/office/drawing/2014/main" id="{D44EE2D5-15F6-2E42-8B3D-F0F3139D0AA7}"/>
              </a:ext>
            </a:extLst>
          </p:cNvPr>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AD2B26"/>
                </a:solidFill>
                <a:latin typeface="Alibaba PuHuiTi M" pitchFamily="18" charset="-122"/>
                <a:ea typeface="Alibaba PuHuiTi M" pitchFamily="18" charset="-122"/>
                <a:cs typeface="Alibaba PuHuiTi M" pitchFamily="18" charset="-122"/>
              </a:defRPr>
            </a:lvl1pPr>
          </a:lstStyle>
          <a:p>
            <a:pPr marL="0" lvl="0" indent="0">
              <a:buNone/>
            </a:pPr>
            <a:r>
              <a:rPr lang="zh-CN" altLang="en-US" dirty="0"/>
              <a:t>步骤标题</a:t>
            </a:r>
            <a:r>
              <a:rPr lang="en-US" altLang="zh-CN" dirty="0"/>
              <a:t>-</a:t>
            </a:r>
            <a:r>
              <a:rPr lang="zh-CN" altLang="en-US" dirty="0"/>
              <a:t>阿里巴巴普惠体</a:t>
            </a:r>
            <a:r>
              <a:rPr lang="en-US" altLang="zh-CN" dirty="0"/>
              <a:t>18</a:t>
            </a:r>
            <a:r>
              <a:rPr lang="zh-CN" altLang="en-US" dirty="0"/>
              <a:t>号</a:t>
            </a:r>
          </a:p>
        </p:txBody>
      </p:sp>
      <p:sp>
        <p:nvSpPr>
          <p:cNvPr id="12" name="文本占位符 11">
            <a:extLst>
              <a:ext uri="{FF2B5EF4-FFF2-40B4-BE49-F238E27FC236}">
                <a16:creationId xmlns:a16="http://schemas.microsoft.com/office/drawing/2014/main" id="{F5EA2F1C-E1D5-B44C-AB78-F1D96E0D74BA}"/>
              </a:ext>
            </a:extLst>
          </p:cNvPr>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此为案例内容，字体不可改，阿里巴巴普惠体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p>
        </p:txBody>
      </p:sp>
    </p:spTree>
    <p:extLst>
      <p:ext uri="{BB962C8B-B14F-4D97-AF65-F5344CB8AC3E}">
        <p14:creationId xmlns:p14="http://schemas.microsoft.com/office/powerpoint/2010/main" val="245584412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练习">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9020C514-817B-504E-A325-60842B59AB40}"/>
              </a:ext>
            </a:extLst>
          </p:cNvPr>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p>
        </p:txBody>
      </p:sp>
      <p:grpSp>
        <p:nvGrpSpPr>
          <p:cNvPr id="6" name="组合 5">
            <a:extLst>
              <a:ext uri="{FF2B5EF4-FFF2-40B4-BE49-F238E27FC236}">
                <a16:creationId xmlns:a16="http://schemas.microsoft.com/office/drawing/2014/main" id="{EDBCAEF0-27E1-194C-B5F4-08826E264FF7}"/>
              </a:ext>
            </a:extLst>
          </p:cNvPr>
          <p:cNvGrpSpPr/>
          <p:nvPr userDrawn="1"/>
        </p:nvGrpSpPr>
        <p:grpSpPr>
          <a:xfrm>
            <a:off x="806306" y="968974"/>
            <a:ext cx="1228476" cy="528956"/>
            <a:chOff x="852891" y="1026849"/>
            <a:chExt cx="1228476" cy="528956"/>
          </a:xfrm>
        </p:grpSpPr>
        <p:sp>
          <p:nvSpPr>
            <p:cNvPr id="7" name="矩形 6">
              <a:extLst>
                <a:ext uri="{FF2B5EF4-FFF2-40B4-BE49-F238E27FC236}">
                  <a16:creationId xmlns:a16="http://schemas.microsoft.com/office/drawing/2014/main" id="{7F233A09-E322-CB4D-81FE-B2170A097F20}"/>
                </a:ext>
              </a:extLst>
            </p:cNvPr>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a:extLst>
                <a:ext uri="{FF2B5EF4-FFF2-40B4-BE49-F238E27FC236}">
                  <a16:creationId xmlns:a16="http://schemas.microsoft.com/office/drawing/2014/main" id="{58F0AF60-824F-A447-B933-34D6D8A0DBD6}"/>
                </a:ext>
              </a:extLst>
            </p:cNvPr>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9" name="图形 8">
              <a:extLst>
                <a:ext uri="{FF2B5EF4-FFF2-40B4-BE49-F238E27FC236}">
                  <a16:creationId xmlns:a16="http://schemas.microsoft.com/office/drawing/2014/main" id="{C4064CF0-C79B-2F4A-839D-A269386675FE}"/>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a:extLst>
                <a:ext uri="{FF2B5EF4-FFF2-40B4-BE49-F238E27FC236}">
                  <a16:creationId xmlns:a16="http://schemas.microsoft.com/office/drawing/2014/main" id="{A22AFB91-263F-054D-81BE-7D38A372C096}"/>
                </a:ext>
              </a:extLst>
            </p:cNvPr>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Alibaba PuHuiTi B" pitchFamily="18" charset="-122"/>
                  <a:ea typeface="Alibaba PuHuiTi B" pitchFamily="18" charset="-122"/>
                  <a:cs typeface="Alibaba PuHuiTi B" pitchFamily="18" charset="-122"/>
                </a:rPr>
                <a:t>练习</a:t>
              </a:r>
            </a:p>
          </p:txBody>
        </p:sp>
      </p:grpSp>
      <p:sp>
        <p:nvSpPr>
          <p:cNvPr id="11" name="文本占位符 9">
            <a:extLst>
              <a:ext uri="{FF2B5EF4-FFF2-40B4-BE49-F238E27FC236}">
                <a16:creationId xmlns:a16="http://schemas.microsoft.com/office/drawing/2014/main" id="{D44EE2D5-15F6-2E42-8B3D-F0F3139D0AA7}"/>
              </a:ext>
            </a:extLst>
          </p:cNvPr>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AD2B26"/>
                </a:solidFill>
                <a:latin typeface="Alibaba PuHuiTi M" pitchFamily="18" charset="-122"/>
                <a:ea typeface="Alibaba PuHuiTi M" pitchFamily="18" charset="-122"/>
                <a:cs typeface="Alibaba PuHuiTi M" pitchFamily="18" charset="-122"/>
              </a:defRPr>
            </a:lvl1pPr>
          </a:lstStyle>
          <a:p>
            <a:pPr marL="0" lvl="0" indent="0">
              <a:buNone/>
            </a:pPr>
            <a:r>
              <a:rPr lang="zh-CN" altLang="en-US" dirty="0"/>
              <a:t>练习标题</a:t>
            </a:r>
            <a:r>
              <a:rPr lang="en-US" altLang="zh-CN" dirty="0"/>
              <a:t>-</a:t>
            </a:r>
            <a:r>
              <a:rPr lang="zh-CN" altLang="en-US" dirty="0"/>
              <a:t>阿里巴巴普惠体</a:t>
            </a:r>
            <a:r>
              <a:rPr lang="en-US" altLang="zh-CN" dirty="0"/>
              <a:t>18</a:t>
            </a:r>
            <a:r>
              <a:rPr lang="zh-CN" altLang="en-US" dirty="0"/>
              <a:t>号</a:t>
            </a:r>
          </a:p>
        </p:txBody>
      </p:sp>
      <p:sp>
        <p:nvSpPr>
          <p:cNvPr id="12" name="文本占位符 11">
            <a:extLst>
              <a:ext uri="{FF2B5EF4-FFF2-40B4-BE49-F238E27FC236}">
                <a16:creationId xmlns:a16="http://schemas.microsoft.com/office/drawing/2014/main" id="{F5EA2F1C-E1D5-B44C-AB78-F1D96E0D74BA}"/>
              </a:ext>
            </a:extLst>
          </p:cNvPr>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此为练习内容，字体不可改，阿里巴巴普惠体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p>
        </p:txBody>
      </p:sp>
    </p:spTree>
    <p:extLst>
      <p:ext uri="{BB962C8B-B14F-4D97-AF65-F5344CB8AC3E}">
        <p14:creationId xmlns:p14="http://schemas.microsoft.com/office/powerpoint/2010/main" val="141458381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思考页">
    <p:spTree>
      <p:nvGrpSpPr>
        <p:cNvPr id="1" name=""/>
        <p:cNvGrpSpPr/>
        <p:nvPr/>
      </p:nvGrpSpPr>
      <p:grpSpPr>
        <a:xfrm>
          <a:off x="0" y="0"/>
          <a:ext cx="0" cy="0"/>
          <a:chOff x="0" y="0"/>
          <a:chExt cx="0" cy="0"/>
        </a:xfrm>
      </p:grpSpPr>
      <p:sp>
        <p:nvSpPr>
          <p:cNvPr id="28" name="六边形 27">
            <a:extLst>
              <a:ext uri="{FF2B5EF4-FFF2-40B4-BE49-F238E27FC236}">
                <a16:creationId xmlns:a16="http://schemas.microsoft.com/office/drawing/2014/main" id="{380B9059-6AA7-9E4F-BC56-F30289A262EA}"/>
              </a:ext>
            </a:extLst>
          </p:cNvPr>
          <p:cNvSpPr/>
          <p:nvPr userDrawn="1"/>
        </p:nvSpPr>
        <p:spPr>
          <a:xfrm rot="5400000">
            <a:off x="941355" y="3612018"/>
            <a:ext cx="1225219" cy="1056223"/>
          </a:xfrm>
          <a:prstGeom prst="hexagon">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3" name="六边形 22">
            <a:extLst>
              <a:ext uri="{FF2B5EF4-FFF2-40B4-BE49-F238E27FC236}">
                <a16:creationId xmlns:a16="http://schemas.microsoft.com/office/drawing/2014/main" id="{D71D36F9-1B1C-094A-A062-19A46A7AB388}"/>
              </a:ext>
            </a:extLst>
          </p:cNvPr>
          <p:cNvSpPr/>
          <p:nvPr userDrawn="1"/>
        </p:nvSpPr>
        <p:spPr>
          <a:xfrm rot="5400000">
            <a:off x="1484022" y="2632538"/>
            <a:ext cx="1944550" cy="1676336"/>
          </a:xfrm>
          <a:prstGeom prst="hexagon">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文本占位符 3">
            <a:extLst>
              <a:ext uri="{FF2B5EF4-FFF2-40B4-BE49-F238E27FC236}">
                <a16:creationId xmlns:a16="http://schemas.microsoft.com/office/drawing/2014/main" id="{34600FE5-8DCA-46AA-AB57-2E40352BF074}"/>
              </a:ext>
            </a:extLst>
          </p:cNvPr>
          <p:cNvSpPr>
            <a:spLocks noGrp="1"/>
          </p:cNvSpPr>
          <p:nvPr>
            <p:ph type="body" sz="quarter" idx="10" hasCustomPrompt="1"/>
          </p:nvPr>
        </p:nvSpPr>
        <p:spPr>
          <a:xfrm>
            <a:off x="5126584" y="1436556"/>
            <a:ext cx="5760538" cy="4710244"/>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tabLst/>
              <a:defRPr sz="18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585" indent="0">
              <a:buNone/>
              <a:defRPr/>
            </a:lvl2pPr>
            <a:lvl3pPr marL="1219170" indent="0">
              <a:buNone/>
              <a:defRPr/>
            </a:lvl3pPr>
            <a:lvl4pPr marL="1828755"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7" name="标题占位符 1">
            <a:extLst>
              <a:ext uri="{FF2B5EF4-FFF2-40B4-BE49-F238E27FC236}">
                <a16:creationId xmlns:a16="http://schemas.microsoft.com/office/drawing/2014/main" id="{EBBF2F2F-D96E-4638-A53F-CD7237FF5C1E}"/>
              </a:ext>
            </a:extLst>
          </p:cNvPr>
          <p:cNvSpPr txBox="1">
            <a:spLocks noChangeArrowheads="1"/>
          </p:cNvSpPr>
          <p:nvPr userDrawn="1"/>
        </p:nvSpPr>
        <p:spPr bwMode="auto">
          <a:xfrm>
            <a:off x="1695420" y="2987770"/>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2pPr>
            <a:lvl3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3pPr>
            <a:lvl4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4pPr>
            <a:lvl5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5pPr>
            <a:lvl6pPr marL="3429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6pPr>
            <a:lvl7pPr marL="6858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7pPr>
            <a:lvl8pPr marL="10287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8pPr>
            <a:lvl9pPr marL="13716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思考</a:t>
            </a:r>
          </a:p>
        </p:txBody>
      </p:sp>
      <p:sp>
        <p:nvSpPr>
          <p:cNvPr id="20" name="标题 1">
            <a:extLst>
              <a:ext uri="{FF2B5EF4-FFF2-40B4-BE49-F238E27FC236}">
                <a16:creationId xmlns:a16="http://schemas.microsoft.com/office/drawing/2014/main" id="{493FA365-EB18-4C49-B470-79A013EED4C7}"/>
              </a:ext>
            </a:extLst>
          </p:cNvPr>
          <p:cNvSpPr>
            <a:spLocks noGrp="1"/>
          </p:cNvSpPr>
          <p:nvPr userDrawn="1">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p>
        </p:txBody>
      </p:sp>
      <p:sp>
        <p:nvSpPr>
          <p:cNvPr id="24" name="六边形 23">
            <a:extLst>
              <a:ext uri="{FF2B5EF4-FFF2-40B4-BE49-F238E27FC236}">
                <a16:creationId xmlns:a16="http://schemas.microsoft.com/office/drawing/2014/main" id="{745B08E3-3066-3844-87E9-46D7426765C6}"/>
              </a:ext>
            </a:extLst>
          </p:cNvPr>
          <p:cNvSpPr/>
          <p:nvPr userDrawn="1"/>
        </p:nvSpPr>
        <p:spPr>
          <a:xfrm rot="5400000">
            <a:off x="3294074" y="2254203"/>
            <a:ext cx="566610" cy="488457"/>
          </a:xfrm>
          <a:prstGeom prst="hexagon">
            <a:avLst/>
          </a:prstGeom>
          <a:solidFill>
            <a:srgbClr val="AD2B26"/>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六边形 24">
            <a:extLst>
              <a:ext uri="{FF2B5EF4-FFF2-40B4-BE49-F238E27FC236}">
                <a16:creationId xmlns:a16="http://schemas.microsoft.com/office/drawing/2014/main" id="{B7A42CA5-7885-7642-B20D-B92B35099CBC}"/>
              </a:ext>
            </a:extLst>
          </p:cNvPr>
          <p:cNvSpPr/>
          <p:nvPr userDrawn="1"/>
        </p:nvSpPr>
        <p:spPr>
          <a:xfrm rot="5400000">
            <a:off x="1198356" y="4231536"/>
            <a:ext cx="298934" cy="257702"/>
          </a:xfrm>
          <a:prstGeom prst="hexagon">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6" name="六边形 25">
            <a:extLst>
              <a:ext uri="{FF2B5EF4-FFF2-40B4-BE49-F238E27FC236}">
                <a16:creationId xmlns:a16="http://schemas.microsoft.com/office/drawing/2014/main" id="{DE7B2235-1C6B-6B44-BC4F-1EC9BD8B9D8D}"/>
              </a:ext>
            </a:extLst>
          </p:cNvPr>
          <p:cNvSpPr/>
          <p:nvPr userDrawn="1"/>
        </p:nvSpPr>
        <p:spPr>
          <a:xfrm rot="5400000">
            <a:off x="3642476" y="4490365"/>
            <a:ext cx="566612" cy="488459"/>
          </a:xfrm>
          <a:prstGeom prst="hexagon">
            <a:avLst/>
          </a:prstGeom>
          <a:noFill/>
          <a:ln w="1905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六边形 29">
            <a:extLst>
              <a:ext uri="{FF2B5EF4-FFF2-40B4-BE49-F238E27FC236}">
                <a16:creationId xmlns:a16="http://schemas.microsoft.com/office/drawing/2014/main" id="{5BF818FD-51C6-E54A-9D53-783E1313F19E}"/>
              </a:ext>
            </a:extLst>
          </p:cNvPr>
          <p:cNvSpPr/>
          <p:nvPr userDrawn="1"/>
        </p:nvSpPr>
        <p:spPr>
          <a:xfrm rot="5400000">
            <a:off x="1190641" y="1820150"/>
            <a:ext cx="854974" cy="737047"/>
          </a:xfrm>
          <a:prstGeom prst="hexagon">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extLst>
      <p:ext uri="{BB962C8B-B14F-4D97-AF65-F5344CB8AC3E}">
        <p14:creationId xmlns:p14="http://schemas.microsoft.com/office/powerpoint/2010/main" val="23611379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总结页">
    <p:spTree>
      <p:nvGrpSpPr>
        <p:cNvPr id="1" name=""/>
        <p:cNvGrpSpPr/>
        <p:nvPr/>
      </p:nvGrpSpPr>
      <p:grpSpPr>
        <a:xfrm>
          <a:off x="0" y="0"/>
          <a:ext cx="0" cy="0"/>
          <a:chOff x="0" y="0"/>
          <a:chExt cx="0" cy="0"/>
        </a:xfrm>
      </p:grpSpPr>
      <p:sp>
        <p:nvSpPr>
          <p:cNvPr id="8" name="文本占位符 3">
            <a:extLst>
              <a:ext uri="{FF2B5EF4-FFF2-40B4-BE49-F238E27FC236}">
                <a16:creationId xmlns:a16="http://schemas.microsoft.com/office/drawing/2014/main" id="{34600FE5-8DCA-46AA-AB57-2E40352BF074}"/>
              </a:ext>
            </a:extLst>
          </p:cNvPr>
          <p:cNvSpPr>
            <a:spLocks noGrp="1"/>
          </p:cNvSpPr>
          <p:nvPr>
            <p:ph type="body" sz="quarter" idx="10" hasCustomPrompt="1"/>
          </p:nvPr>
        </p:nvSpPr>
        <p:spPr>
          <a:xfrm>
            <a:off x="5126584" y="1463040"/>
            <a:ext cx="5760538" cy="451104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tabLst/>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585" indent="0">
              <a:buNone/>
              <a:defRPr/>
            </a:lvl2pPr>
            <a:lvl3pPr marL="1219170" indent="0">
              <a:buNone/>
              <a:defRPr/>
            </a:lvl3pPr>
            <a:lvl4pPr marL="1828755"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a:extLst>
              <a:ext uri="{FF2B5EF4-FFF2-40B4-BE49-F238E27FC236}">
                <a16:creationId xmlns:a16="http://schemas.microsoft.com/office/drawing/2014/main" id="{EBBF2F2F-D96E-4638-A53F-CD7237FF5C1E}"/>
              </a:ext>
            </a:extLst>
          </p:cNvPr>
          <p:cNvSpPr txBox="1">
            <a:spLocks noChangeArrowheads="1"/>
          </p:cNvSpPr>
          <p:nvPr userDrawn="1"/>
        </p:nvSpPr>
        <p:spPr bwMode="auto">
          <a:xfrm>
            <a:off x="0" y="2889250"/>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2pPr>
            <a:lvl3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3pPr>
            <a:lvl4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4pPr>
            <a:lvl5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5pPr>
            <a:lvl6pPr marL="3429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6pPr>
            <a:lvl7pPr marL="6858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7pPr>
            <a:lvl8pPr marL="10287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8pPr>
            <a:lvl9pPr marL="13716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9pPr>
          </a:lstStyle>
          <a:p>
            <a:pPr algn="ctr">
              <a:defRPr/>
            </a:pPr>
            <a:r>
              <a:rPr lang="zh-CN" altLang="en-US"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TW" altLang="zh-CN"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nvGrpSpPr>
          <p:cNvPr id="9" name="组合 8"/>
          <p:cNvGrpSpPr/>
          <p:nvPr userDrawn="1"/>
        </p:nvGrpSpPr>
        <p:grpSpPr>
          <a:xfrm>
            <a:off x="710880" y="1928702"/>
            <a:ext cx="3587349" cy="3036721"/>
            <a:chOff x="864135" y="2246295"/>
            <a:chExt cx="3587349" cy="3036721"/>
          </a:xfrm>
        </p:grpSpPr>
        <p:sp>
          <p:nvSpPr>
            <p:cNvPr id="12" name="椭圆 11"/>
            <p:cNvSpPr/>
            <p:nvPr userDrawn="1"/>
          </p:nvSpPr>
          <p:spPr>
            <a:xfrm>
              <a:off x="1348310" y="4694927"/>
              <a:ext cx="588089" cy="588089"/>
            </a:xfrm>
            <a:prstGeom prst="ellipse">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userDrawn="1"/>
          </p:nvSpPr>
          <p:spPr>
            <a:xfrm>
              <a:off x="2962055" y="4101828"/>
              <a:ext cx="926888" cy="926888"/>
            </a:xfrm>
            <a:prstGeom prst="ellipse">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userDrawn="1"/>
          </p:nvSpPr>
          <p:spPr>
            <a:xfrm>
              <a:off x="2860808" y="2695667"/>
              <a:ext cx="1590676" cy="1590676"/>
            </a:xfrm>
            <a:prstGeom prst="ellipse">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userDrawn="1"/>
          </p:nvSpPr>
          <p:spPr>
            <a:xfrm>
              <a:off x="1642355" y="2871191"/>
              <a:ext cx="1924945" cy="1895739"/>
            </a:xfrm>
            <a:prstGeom prst="ellipse">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椭圆 15"/>
            <p:cNvSpPr/>
            <p:nvPr userDrawn="1"/>
          </p:nvSpPr>
          <p:spPr>
            <a:xfrm>
              <a:off x="864135" y="2246295"/>
              <a:ext cx="804338" cy="804338"/>
            </a:xfrm>
            <a:prstGeom prst="ellipse">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userDrawn="1"/>
          </p:nvSpPr>
          <p:spPr>
            <a:xfrm>
              <a:off x="3257550" y="2352674"/>
              <a:ext cx="314325" cy="314325"/>
            </a:xfrm>
            <a:prstGeom prst="ellipse">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标题占位符 1">
              <a:extLst>
                <a:ext uri="{FF2B5EF4-FFF2-40B4-BE49-F238E27FC236}">
                  <a16:creationId xmlns:a16="http://schemas.microsoft.com/office/drawing/2014/main" id="{EBBF2F2F-D96E-4638-A53F-CD7237FF5C1E}"/>
                </a:ext>
              </a:extLst>
            </p:cNvPr>
            <p:cNvSpPr txBox="1">
              <a:spLocks noChangeArrowheads="1"/>
            </p:cNvSpPr>
            <p:nvPr userDrawn="1"/>
          </p:nvSpPr>
          <p:spPr bwMode="auto">
            <a:xfrm>
              <a:off x="1822066" y="3328761"/>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2pPr>
              <a:lvl3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3pPr>
              <a:lvl4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4pPr>
              <a:lvl5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5pPr>
              <a:lvl6pPr marL="3429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6pPr>
              <a:lvl7pPr marL="6858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7pPr>
              <a:lvl8pPr marL="10287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8pPr>
              <a:lvl9pPr marL="13716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p>
          </p:txBody>
        </p:sp>
      </p:grpSp>
      <p:sp>
        <p:nvSpPr>
          <p:cNvPr id="21" name="标题 1">
            <a:extLst>
              <a:ext uri="{FF2B5EF4-FFF2-40B4-BE49-F238E27FC236}">
                <a16:creationId xmlns:a16="http://schemas.microsoft.com/office/drawing/2014/main" id="{B0EF16AB-AE8A-5D46-82EA-397E62F9359F}"/>
              </a:ext>
            </a:extLst>
          </p:cNvPr>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p>
        </p:txBody>
      </p:sp>
    </p:spTree>
    <p:extLst>
      <p:ext uri="{BB962C8B-B14F-4D97-AF65-F5344CB8AC3E}">
        <p14:creationId xmlns:p14="http://schemas.microsoft.com/office/powerpoint/2010/main" val="417009434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思路">
    <p:spTree>
      <p:nvGrpSpPr>
        <p:cNvPr id="1" name=""/>
        <p:cNvGrpSpPr/>
        <p:nvPr/>
      </p:nvGrpSpPr>
      <p:grpSpPr>
        <a:xfrm>
          <a:off x="0" y="0"/>
          <a:ext cx="0" cy="0"/>
          <a:chOff x="0" y="0"/>
          <a:chExt cx="0" cy="0"/>
        </a:xfrm>
      </p:grpSpPr>
      <p:sp>
        <p:nvSpPr>
          <p:cNvPr id="8" name="文本占位符 3">
            <a:extLst>
              <a:ext uri="{FF2B5EF4-FFF2-40B4-BE49-F238E27FC236}">
                <a16:creationId xmlns:a16="http://schemas.microsoft.com/office/drawing/2014/main" id="{34600FE5-8DCA-46AA-AB57-2E40352BF074}"/>
              </a:ext>
            </a:extLst>
          </p:cNvPr>
          <p:cNvSpPr>
            <a:spLocks noGrp="1"/>
          </p:cNvSpPr>
          <p:nvPr>
            <p:ph type="body" sz="quarter" idx="10" hasCustomPrompt="1"/>
          </p:nvPr>
        </p:nvSpPr>
        <p:spPr>
          <a:xfrm>
            <a:off x="5126584" y="1463040"/>
            <a:ext cx="5760538" cy="451104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tabLst/>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585" indent="0">
              <a:buNone/>
              <a:defRPr/>
            </a:lvl2pPr>
            <a:lvl3pPr marL="1219170" indent="0">
              <a:buNone/>
              <a:defRPr/>
            </a:lvl3pPr>
            <a:lvl4pPr marL="1828755"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a:extLst>
              <a:ext uri="{FF2B5EF4-FFF2-40B4-BE49-F238E27FC236}">
                <a16:creationId xmlns:a16="http://schemas.microsoft.com/office/drawing/2014/main" id="{EBBF2F2F-D96E-4638-A53F-CD7237FF5C1E}"/>
              </a:ext>
            </a:extLst>
          </p:cNvPr>
          <p:cNvSpPr txBox="1">
            <a:spLocks noChangeArrowheads="1"/>
          </p:cNvSpPr>
          <p:nvPr userDrawn="1"/>
        </p:nvSpPr>
        <p:spPr bwMode="auto">
          <a:xfrm>
            <a:off x="0" y="2889250"/>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2pPr>
            <a:lvl3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3pPr>
            <a:lvl4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4pPr>
            <a:lvl5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5pPr>
            <a:lvl6pPr marL="3429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6pPr>
            <a:lvl7pPr marL="6858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7pPr>
            <a:lvl8pPr marL="10287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8pPr>
            <a:lvl9pPr marL="13716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9pPr>
          </a:lstStyle>
          <a:p>
            <a:pPr algn="ctr">
              <a:defRPr/>
            </a:pPr>
            <a:r>
              <a:rPr lang="zh-CN" altLang="en-US"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TW" altLang="zh-CN"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1" name="标题 1">
            <a:extLst>
              <a:ext uri="{FF2B5EF4-FFF2-40B4-BE49-F238E27FC236}">
                <a16:creationId xmlns:a16="http://schemas.microsoft.com/office/drawing/2014/main" id="{B0EF16AB-AE8A-5D46-82EA-397E62F9359F}"/>
              </a:ext>
            </a:extLst>
          </p:cNvPr>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p>
        </p:txBody>
      </p:sp>
      <p:sp>
        <p:nvSpPr>
          <p:cNvPr id="15" name="泪珠形 14">
            <a:extLst>
              <a:ext uri="{FF2B5EF4-FFF2-40B4-BE49-F238E27FC236}">
                <a16:creationId xmlns:a16="http://schemas.microsoft.com/office/drawing/2014/main" id="{0EFAFC56-5B16-1644-BDCA-117D21E2806E}"/>
              </a:ext>
            </a:extLst>
          </p:cNvPr>
          <p:cNvSpPr/>
          <p:nvPr userDrawn="1"/>
        </p:nvSpPr>
        <p:spPr>
          <a:xfrm>
            <a:off x="1013943" y="3264492"/>
            <a:ext cx="1399001" cy="1399001"/>
          </a:xfrm>
          <a:prstGeom prst="teardrop">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0" name="泪珠形 19">
            <a:extLst>
              <a:ext uri="{FF2B5EF4-FFF2-40B4-BE49-F238E27FC236}">
                <a16:creationId xmlns:a16="http://schemas.microsoft.com/office/drawing/2014/main" id="{02C17FF1-E140-B64F-AF1C-FE17A937E731}"/>
              </a:ext>
            </a:extLst>
          </p:cNvPr>
          <p:cNvSpPr/>
          <p:nvPr userDrawn="1"/>
        </p:nvSpPr>
        <p:spPr>
          <a:xfrm>
            <a:off x="1645363" y="2434299"/>
            <a:ext cx="2017950" cy="2017950"/>
          </a:xfrm>
          <a:prstGeom prst="teardrop">
            <a:avLst/>
          </a:prstGeom>
          <a:solidFill>
            <a:schemeClr val="bg1"/>
          </a:solidFill>
          <a:ln w="114300">
            <a:solidFill>
              <a:srgbClr val="B6020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2" name="标题占位符 1">
            <a:extLst>
              <a:ext uri="{FF2B5EF4-FFF2-40B4-BE49-F238E27FC236}">
                <a16:creationId xmlns:a16="http://schemas.microsoft.com/office/drawing/2014/main" id="{F639FB5D-6047-3448-A319-F4FD2BA72BB3}"/>
              </a:ext>
            </a:extLst>
          </p:cNvPr>
          <p:cNvSpPr txBox="1">
            <a:spLocks noChangeArrowheads="1"/>
          </p:cNvSpPr>
          <p:nvPr userDrawn="1"/>
        </p:nvSpPr>
        <p:spPr bwMode="auto">
          <a:xfrm>
            <a:off x="1938193" y="2679748"/>
            <a:ext cx="1567542" cy="154657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2pPr>
            <a:lvl3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3pPr>
            <a:lvl4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4pPr>
            <a:lvl5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5pPr>
            <a:lvl6pPr marL="3429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6pPr>
            <a:lvl7pPr marL="6858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7pPr>
            <a:lvl8pPr marL="10287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8pPr>
            <a:lvl9pPr marL="13716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9pPr>
          </a:lstStyle>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思路</a:t>
            </a:r>
            <a:endParaRPr lang="en-US" altLang="zh-CN"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3" name="泪珠形 22">
            <a:extLst>
              <a:ext uri="{FF2B5EF4-FFF2-40B4-BE49-F238E27FC236}">
                <a16:creationId xmlns:a16="http://schemas.microsoft.com/office/drawing/2014/main" id="{0C1BFADD-1066-B04B-BD99-C7E20F0FA73E}"/>
              </a:ext>
            </a:extLst>
          </p:cNvPr>
          <p:cNvSpPr/>
          <p:nvPr userDrawn="1"/>
        </p:nvSpPr>
        <p:spPr>
          <a:xfrm>
            <a:off x="3663313" y="4089233"/>
            <a:ext cx="439924" cy="439924"/>
          </a:xfrm>
          <a:prstGeom prst="teardrop">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4" name="泪珠形 23">
            <a:extLst>
              <a:ext uri="{FF2B5EF4-FFF2-40B4-BE49-F238E27FC236}">
                <a16:creationId xmlns:a16="http://schemas.microsoft.com/office/drawing/2014/main" id="{20149FF9-71F5-FB43-A7A0-BB0C90CB4486}"/>
              </a:ext>
            </a:extLst>
          </p:cNvPr>
          <p:cNvSpPr/>
          <p:nvPr userDrawn="1"/>
        </p:nvSpPr>
        <p:spPr>
          <a:xfrm>
            <a:off x="2152487" y="2051117"/>
            <a:ext cx="260457" cy="260457"/>
          </a:xfrm>
          <a:prstGeom prst="teardrop">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5" name="泪珠形 24">
            <a:extLst>
              <a:ext uri="{FF2B5EF4-FFF2-40B4-BE49-F238E27FC236}">
                <a16:creationId xmlns:a16="http://schemas.microsoft.com/office/drawing/2014/main" id="{098F3E8C-7A22-A34B-817A-438DDA0CAC1C}"/>
              </a:ext>
            </a:extLst>
          </p:cNvPr>
          <p:cNvSpPr/>
          <p:nvPr userDrawn="1"/>
        </p:nvSpPr>
        <p:spPr>
          <a:xfrm>
            <a:off x="844996" y="3381144"/>
            <a:ext cx="562210" cy="562210"/>
          </a:xfrm>
          <a:prstGeom prst="teardrop">
            <a:avLst/>
          </a:prstGeom>
          <a:noFill/>
          <a:ln w="12700">
            <a:solidFill>
              <a:srgbClr val="DE001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extLst>
      <p:ext uri="{BB962C8B-B14F-4D97-AF65-F5344CB8AC3E}">
        <p14:creationId xmlns:p14="http://schemas.microsoft.com/office/powerpoint/2010/main" val="182068753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今日作业">
    <p:spTree>
      <p:nvGrpSpPr>
        <p:cNvPr id="1" name=""/>
        <p:cNvGrpSpPr/>
        <p:nvPr/>
      </p:nvGrpSpPr>
      <p:grpSpPr>
        <a:xfrm>
          <a:off x="0" y="0"/>
          <a:ext cx="0" cy="0"/>
          <a:chOff x="0" y="0"/>
          <a:chExt cx="0" cy="0"/>
        </a:xfrm>
      </p:grpSpPr>
      <p:sp>
        <p:nvSpPr>
          <p:cNvPr id="43" name="矩形 42">
            <a:extLst>
              <a:ext uri="{FF2B5EF4-FFF2-40B4-BE49-F238E27FC236}">
                <a16:creationId xmlns:a16="http://schemas.microsoft.com/office/drawing/2014/main" id="{4AB6E3BD-F819-724D-9482-568CE7A3A1F8}"/>
              </a:ext>
            </a:extLst>
          </p:cNvPr>
          <p:cNvSpPr/>
          <p:nvPr userDrawn="1"/>
        </p:nvSpPr>
        <p:spPr>
          <a:xfrm rot="2700000">
            <a:off x="3564412" y="3089727"/>
            <a:ext cx="936368" cy="936368"/>
          </a:xfrm>
          <a:prstGeom prst="rect">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39" name="矩形 38">
            <a:extLst>
              <a:ext uri="{FF2B5EF4-FFF2-40B4-BE49-F238E27FC236}">
                <a16:creationId xmlns:a16="http://schemas.microsoft.com/office/drawing/2014/main" id="{19BD6F73-BC4E-714F-81EB-5276C9B1460A}"/>
              </a:ext>
            </a:extLst>
          </p:cNvPr>
          <p:cNvSpPr/>
          <p:nvPr userDrawn="1"/>
        </p:nvSpPr>
        <p:spPr>
          <a:xfrm rot="2700000">
            <a:off x="3711024" y="4032814"/>
            <a:ext cx="643144" cy="643144"/>
          </a:xfrm>
          <a:prstGeom prst="rect">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1" name="矩形 40">
            <a:extLst>
              <a:ext uri="{FF2B5EF4-FFF2-40B4-BE49-F238E27FC236}">
                <a16:creationId xmlns:a16="http://schemas.microsoft.com/office/drawing/2014/main" id="{93788A09-8D86-D048-B1A9-A02E86D4E252}"/>
              </a:ext>
            </a:extLst>
          </p:cNvPr>
          <p:cNvSpPr/>
          <p:nvPr userDrawn="1"/>
        </p:nvSpPr>
        <p:spPr>
          <a:xfrm rot="2700000">
            <a:off x="1595908" y="2140629"/>
            <a:ext cx="219635" cy="219635"/>
          </a:xfrm>
          <a:prstGeom prst="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2" name="矩形 41">
            <a:extLst>
              <a:ext uri="{FF2B5EF4-FFF2-40B4-BE49-F238E27FC236}">
                <a16:creationId xmlns:a16="http://schemas.microsoft.com/office/drawing/2014/main" id="{B9328185-789E-DD42-AA27-851035E2E6BA}"/>
              </a:ext>
            </a:extLst>
          </p:cNvPr>
          <p:cNvSpPr/>
          <p:nvPr userDrawn="1"/>
        </p:nvSpPr>
        <p:spPr>
          <a:xfrm rot="2700000">
            <a:off x="1559312" y="4247863"/>
            <a:ext cx="494750" cy="494750"/>
          </a:xfrm>
          <a:prstGeom prst="rect">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4" name="矩形 43">
            <a:extLst>
              <a:ext uri="{FF2B5EF4-FFF2-40B4-BE49-F238E27FC236}">
                <a16:creationId xmlns:a16="http://schemas.microsoft.com/office/drawing/2014/main" id="{5F2080FE-05C6-2340-B7D7-FCDE4D780420}"/>
              </a:ext>
            </a:extLst>
          </p:cNvPr>
          <p:cNvSpPr/>
          <p:nvPr userDrawn="1"/>
        </p:nvSpPr>
        <p:spPr>
          <a:xfrm rot="2700000">
            <a:off x="986540" y="2161712"/>
            <a:ext cx="361655" cy="361655"/>
          </a:xfrm>
          <a:prstGeom prst="rect">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0" name="矩形 39">
            <a:extLst>
              <a:ext uri="{FF2B5EF4-FFF2-40B4-BE49-F238E27FC236}">
                <a16:creationId xmlns:a16="http://schemas.microsoft.com/office/drawing/2014/main" id="{990C36A6-06C1-0647-8725-306AE7D5DB42}"/>
              </a:ext>
            </a:extLst>
          </p:cNvPr>
          <p:cNvSpPr/>
          <p:nvPr userDrawn="1"/>
        </p:nvSpPr>
        <p:spPr>
          <a:xfrm rot="2700000">
            <a:off x="1815645" y="2537749"/>
            <a:ext cx="1828800" cy="1828800"/>
          </a:xfrm>
          <a:prstGeom prst="rect">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8" name="文本占位符 3">
            <a:extLst>
              <a:ext uri="{FF2B5EF4-FFF2-40B4-BE49-F238E27FC236}">
                <a16:creationId xmlns:a16="http://schemas.microsoft.com/office/drawing/2014/main" id="{34600FE5-8DCA-46AA-AB57-2E40352BF074}"/>
              </a:ext>
            </a:extLst>
          </p:cNvPr>
          <p:cNvSpPr>
            <a:spLocks noGrp="1"/>
          </p:cNvSpPr>
          <p:nvPr>
            <p:ph type="body" sz="quarter" idx="10" hasCustomPrompt="1"/>
          </p:nvPr>
        </p:nvSpPr>
        <p:spPr>
          <a:xfrm>
            <a:off x="5126584" y="1371600"/>
            <a:ext cx="5760538" cy="467360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tabLst/>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585" indent="0">
              <a:buNone/>
              <a:defRPr/>
            </a:lvl2pPr>
            <a:lvl3pPr marL="1219170" indent="0">
              <a:buNone/>
              <a:defRPr/>
            </a:lvl3pPr>
            <a:lvl4pPr marL="1828755"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21" name="标题 1">
            <a:extLst>
              <a:ext uri="{FF2B5EF4-FFF2-40B4-BE49-F238E27FC236}">
                <a16:creationId xmlns:a16="http://schemas.microsoft.com/office/drawing/2014/main" id="{B0EF16AB-AE8A-5D46-82EA-397E62F9359F}"/>
              </a:ext>
            </a:extLst>
          </p:cNvPr>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p>
        </p:txBody>
      </p:sp>
      <p:sp>
        <p:nvSpPr>
          <p:cNvPr id="33" name="标题占位符 1">
            <a:extLst>
              <a:ext uri="{FF2B5EF4-FFF2-40B4-BE49-F238E27FC236}">
                <a16:creationId xmlns:a16="http://schemas.microsoft.com/office/drawing/2014/main" id="{C9A22D05-8FDB-7546-BB47-01F708903CCD}"/>
              </a:ext>
            </a:extLst>
          </p:cNvPr>
          <p:cNvSpPr txBox="1">
            <a:spLocks noChangeArrowheads="1"/>
          </p:cNvSpPr>
          <p:nvPr userDrawn="1"/>
        </p:nvSpPr>
        <p:spPr bwMode="auto">
          <a:xfrm>
            <a:off x="1938193" y="2679748"/>
            <a:ext cx="1567542" cy="154657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2pPr>
            <a:lvl3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3pPr>
            <a:lvl4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4pPr>
            <a:lvl5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5pPr>
            <a:lvl6pPr marL="3429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6pPr>
            <a:lvl7pPr marL="6858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7pPr>
            <a:lvl8pPr marL="10287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8pPr>
            <a:lvl9pPr marL="13716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9pPr>
          </a:lstStyle>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今日</a:t>
            </a:r>
            <a:endParaRPr lang="en-US" altLang="zh-CN"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作业</a:t>
            </a:r>
          </a:p>
        </p:txBody>
      </p:sp>
      <p:sp>
        <p:nvSpPr>
          <p:cNvPr id="45" name="矩形 44">
            <a:extLst>
              <a:ext uri="{FF2B5EF4-FFF2-40B4-BE49-F238E27FC236}">
                <a16:creationId xmlns:a16="http://schemas.microsoft.com/office/drawing/2014/main" id="{9C7A4DAB-DC8A-9A43-A443-C9AE1D1E2698}"/>
              </a:ext>
            </a:extLst>
          </p:cNvPr>
          <p:cNvSpPr/>
          <p:nvPr userDrawn="1"/>
        </p:nvSpPr>
        <p:spPr>
          <a:xfrm rot="2700000">
            <a:off x="4273426" y="2466440"/>
            <a:ext cx="263657" cy="263657"/>
          </a:xfrm>
          <a:prstGeom prst="rect">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extLst>
      <p:ext uri="{BB962C8B-B14F-4D97-AF65-F5344CB8AC3E}">
        <p14:creationId xmlns:p14="http://schemas.microsoft.com/office/powerpoint/2010/main" val="403392248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结束页">
    <p:spTree>
      <p:nvGrpSpPr>
        <p:cNvPr id="1" name=""/>
        <p:cNvGrpSpPr/>
        <p:nvPr/>
      </p:nvGrpSpPr>
      <p:grpSpPr>
        <a:xfrm>
          <a:off x="0" y="0"/>
          <a:ext cx="0" cy="0"/>
          <a:chOff x="0" y="0"/>
          <a:chExt cx="0" cy="0"/>
        </a:xfrm>
      </p:grpSpPr>
    </p:spTree>
    <p:extLst>
      <p:ext uri="{BB962C8B-B14F-4D97-AF65-F5344CB8AC3E}">
        <p14:creationId xmlns:p14="http://schemas.microsoft.com/office/powerpoint/2010/main" val="270415119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3.xml"/><Relationship Id="rId1" Type="http://schemas.openxmlformats.org/officeDocument/2006/relationships/slideLayout" Target="../slideLayouts/slideLayout3.xml"/><Relationship Id="rId4" Type="http://schemas.openxmlformats.org/officeDocument/2006/relationships/image" Target="../media/image3.svg"/></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13.xml"/><Relationship Id="rId13" Type="http://schemas.openxmlformats.org/officeDocument/2006/relationships/slideLayout" Target="../slideLayouts/slideLayout18.xml"/><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slideLayout" Target="../slideLayouts/slideLayout17.xml"/><Relationship Id="rId17" Type="http://schemas.openxmlformats.org/officeDocument/2006/relationships/image" Target="../media/image4.png"/><Relationship Id="rId2" Type="http://schemas.openxmlformats.org/officeDocument/2006/relationships/slideLayout" Target="../slideLayouts/slideLayout7.xml"/><Relationship Id="rId16" Type="http://schemas.openxmlformats.org/officeDocument/2006/relationships/theme" Target="../theme/theme6.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5" Type="http://schemas.openxmlformats.org/officeDocument/2006/relationships/slideLayout" Target="../slideLayouts/slideLayout20.xml"/><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 Id="rId14" Type="http://schemas.openxmlformats.org/officeDocument/2006/relationships/slideLayout" Target="../slideLayouts/slideLayout19.xml"/></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theme" Target="../theme/theme7.xml"/><Relationship Id="rId1"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6" name="图片 25">
            <a:extLst>
              <a:ext uri="{FF2B5EF4-FFF2-40B4-BE49-F238E27FC236}">
                <a16:creationId xmlns:a16="http://schemas.microsoft.com/office/drawing/2014/main" id="{D359BD9D-8F8C-A44C-91CC-CA8F5146AA4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721677" y="5726430"/>
            <a:ext cx="2748647" cy="448662"/>
          </a:xfrm>
          <a:prstGeom prst="rect">
            <a:avLst/>
          </a:prstGeom>
        </p:spPr>
      </p:pic>
      <p:sp>
        <p:nvSpPr>
          <p:cNvPr id="30" name="六边形 29">
            <a:extLst>
              <a:ext uri="{FF2B5EF4-FFF2-40B4-BE49-F238E27FC236}">
                <a16:creationId xmlns:a16="http://schemas.microsoft.com/office/drawing/2014/main" id="{6F51DA0D-EA98-B14B-A35B-7EDF8DBC5804}"/>
              </a:ext>
            </a:extLst>
          </p:cNvPr>
          <p:cNvSpPr/>
          <p:nvPr userDrawn="1"/>
        </p:nvSpPr>
        <p:spPr>
          <a:xfrm rot="5400000">
            <a:off x="8672366" y="-244234"/>
            <a:ext cx="1034350" cy="1136649"/>
          </a:xfrm>
          <a:custGeom>
            <a:avLst/>
            <a:gdLst>
              <a:gd name="connsiteX0" fmla="*/ 0 w 1318512"/>
              <a:gd name="connsiteY0" fmla="*/ 568325 h 1136649"/>
              <a:gd name="connsiteX1" fmla="*/ 284162 w 1318512"/>
              <a:gd name="connsiteY1" fmla="*/ 0 h 1136649"/>
              <a:gd name="connsiteX2" fmla="*/ 1034350 w 1318512"/>
              <a:gd name="connsiteY2" fmla="*/ 0 h 1136649"/>
              <a:gd name="connsiteX3" fmla="*/ 1318512 w 1318512"/>
              <a:gd name="connsiteY3" fmla="*/ 568325 h 1136649"/>
              <a:gd name="connsiteX4" fmla="*/ 1034350 w 1318512"/>
              <a:gd name="connsiteY4" fmla="*/ 1136649 h 1136649"/>
              <a:gd name="connsiteX5" fmla="*/ 284162 w 1318512"/>
              <a:gd name="connsiteY5" fmla="*/ 1136649 h 1136649"/>
              <a:gd name="connsiteX6" fmla="*/ 0 w 1318512"/>
              <a:gd name="connsiteY6" fmla="*/ 568325 h 1136649"/>
              <a:gd name="connsiteX0" fmla="*/ 0 w 1034350"/>
              <a:gd name="connsiteY0" fmla="*/ 1136649 h 1136649"/>
              <a:gd name="connsiteX1" fmla="*/ 0 w 1034350"/>
              <a:gd name="connsiteY1" fmla="*/ 0 h 1136649"/>
              <a:gd name="connsiteX2" fmla="*/ 750188 w 1034350"/>
              <a:gd name="connsiteY2" fmla="*/ 0 h 1136649"/>
              <a:gd name="connsiteX3" fmla="*/ 1034350 w 1034350"/>
              <a:gd name="connsiteY3" fmla="*/ 568325 h 1136649"/>
              <a:gd name="connsiteX4" fmla="*/ 750188 w 1034350"/>
              <a:gd name="connsiteY4" fmla="*/ 1136649 h 1136649"/>
              <a:gd name="connsiteX5" fmla="*/ 0 w 1034350"/>
              <a:gd name="connsiteY5" fmla="*/ 1136649 h 1136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34350" h="1136649">
                <a:moveTo>
                  <a:pt x="0" y="1136649"/>
                </a:moveTo>
                <a:lnTo>
                  <a:pt x="0" y="0"/>
                </a:lnTo>
                <a:lnTo>
                  <a:pt x="750188" y="0"/>
                </a:lnTo>
                <a:lnTo>
                  <a:pt x="1034350" y="568325"/>
                </a:lnTo>
                <a:lnTo>
                  <a:pt x="750188" y="1136649"/>
                </a:lnTo>
                <a:lnTo>
                  <a:pt x="0" y="1136649"/>
                </a:lnTo>
                <a:close/>
              </a:path>
            </a:pathLst>
          </a:cu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1" name="六边形 30">
            <a:extLst>
              <a:ext uri="{FF2B5EF4-FFF2-40B4-BE49-F238E27FC236}">
                <a16:creationId xmlns:a16="http://schemas.microsoft.com/office/drawing/2014/main" id="{B0F52978-FC9E-FC46-A244-4605B31E7CC6}"/>
              </a:ext>
            </a:extLst>
          </p:cNvPr>
          <p:cNvSpPr/>
          <p:nvPr userDrawn="1"/>
        </p:nvSpPr>
        <p:spPr>
          <a:xfrm rot="5400000">
            <a:off x="9521078" y="753888"/>
            <a:ext cx="523072" cy="450925"/>
          </a:xfrm>
          <a:prstGeom prst="hexagon">
            <a:avLst/>
          </a:prstGeom>
          <a:solidFill>
            <a:srgbClr val="49504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2" name="六边形 31">
            <a:extLst>
              <a:ext uri="{FF2B5EF4-FFF2-40B4-BE49-F238E27FC236}">
                <a16:creationId xmlns:a16="http://schemas.microsoft.com/office/drawing/2014/main" id="{6677D3A6-DA28-9444-815A-4524D9FED995}"/>
              </a:ext>
            </a:extLst>
          </p:cNvPr>
          <p:cNvSpPr/>
          <p:nvPr userDrawn="1"/>
        </p:nvSpPr>
        <p:spPr>
          <a:xfrm rot="5400000">
            <a:off x="8027944" y="996957"/>
            <a:ext cx="523072" cy="450925"/>
          </a:xfrm>
          <a:prstGeom prst="hexagon">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3" name="六边形 32">
            <a:extLst>
              <a:ext uri="{FF2B5EF4-FFF2-40B4-BE49-F238E27FC236}">
                <a16:creationId xmlns:a16="http://schemas.microsoft.com/office/drawing/2014/main" id="{B3967B50-7DD6-B247-97B6-4844195F68D5}"/>
              </a:ext>
            </a:extLst>
          </p:cNvPr>
          <p:cNvSpPr/>
          <p:nvPr userDrawn="1"/>
        </p:nvSpPr>
        <p:spPr>
          <a:xfrm rot="5400000">
            <a:off x="10287577" y="140894"/>
            <a:ext cx="196767" cy="169627"/>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4" name="六边形 33">
            <a:extLst>
              <a:ext uri="{FF2B5EF4-FFF2-40B4-BE49-F238E27FC236}">
                <a16:creationId xmlns:a16="http://schemas.microsoft.com/office/drawing/2014/main" id="{4C290A33-8D65-DC47-BE12-79B4B22A299D}"/>
              </a:ext>
            </a:extLst>
          </p:cNvPr>
          <p:cNvSpPr/>
          <p:nvPr userDrawn="1"/>
        </p:nvSpPr>
        <p:spPr>
          <a:xfrm rot="5400000">
            <a:off x="3684719" y="893697"/>
            <a:ext cx="886529" cy="764250"/>
          </a:xfrm>
          <a:prstGeom prst="hexagon">
            <a:avLst/>
          </a:prstGeom>
          <a:noFill/>
          <a:ln w="9525">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5" name="六边形 34">
            <a:extLst>
              <a:ext uri="{FF2B5EF4-FFF2-40B4-BE49-F238E27FC236}">
                <a16:creationId xmlns:a16="http://schemas.microsoft.com/office/drawing/2014/main" id="{E0867641-ABCE-C84A-84A4-696E52E6543B}"/>
              </a:ext>
            </a:extLst>
          </p:cNvPr>
          <p:cNvSpPr/>
          <p:nvPr userDrawn="1"/>
        </p:nvSpPr>
        <p:spPr>
          <a:xfrm rot="5400000">
            <a:off x="11266257" y="1225116"/>
            <a:ext cx="206955" cy="178410"/>
          </a:xfrm>
          <a:prstGeom prst="hexagon">
            <a:avLst/>
          </a:prstGeom>
          <a:noFill/>
          <a:ln w="9525">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6" name="六边形 35">
            <a:extLst>
              <a:ext uri="{FF2B5EF4-FFF2-40B4-BE49-F238E27FC236}">
                <a16:creationId xmlns:a16="http://schemas.microsoft.com/office/drawing/2014/main" id="{3DC81806-A479-FD47-B1B6-A77189F32D48}"/>
              </a:ext>
            </a:extLst>
          </p:cNvPr>
          <p:cNvSpPr/>
          <p:nvPr userDrawn="1"/>
        </p:nvSpPr>
        <p:spPr>
          <a:xfrm rot="5400000">
            <a:off x="918490" y="676500"/>
            <a:ext cx="206955" cy="178410"/>
          </a:xfrm>
          <a:prstGeom prst="hexagon">
            <a:avLst/>
          </a:prstGeom>
          <a:solidFill>
            <a:srgbClr val="AD2B2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7" name="六边形 36">
            <a:extLst>
              <a:ext uri="{FF2B5EF4-FFF2-40B4-BE49-F238E27FC236}">
                <a16:creationId xmlns:a16="http://schemas.microsoft.com/office/drawing/2014/main" id="{D15987B7-89CB-8549-AEE5-ADD4AED257B7}"/>
              </a:ext>
            </a:extLst>
          </p:cNvPr>
          <p:cNvSpPr/>
          <p:nvPr userDrawn="1"/>
        </p:nvSpPr>
        <p:spPr>
          <a:xfrm rot="5400000">
            <a:off x="4564916" y="775592"/>
            <a:ext cx="369001" cy="318105"/>
          </a:xfrm>
          <a:prstGeom prst="hexagon">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3" name="直线连接符 2">
            <a:extLst>
              <a:ext uri="{FF2B5EF4-FFF2-40B4-BE49-F238E27FC236}">
                <a16:creationId xmlns:a16="http://schemas.microsoft.com/office/drawing/2014/main" id="{382A540C-45FC-EB45-96D5-1EA0511DAF21}"/>
              </a:ext>
            </a:extLst>
          </p:cNvPr>
          <p:cNvCxnSpPr>
            <a:cxnSpLocks/>
          </p:cNvCxnSpPr>
          <p:nvPr userDrawn="1"/>
        </p:nvCxnSpPr>
        <p:spPr>
          <a:xfrm>
            <a:off x="9997213" y="1131213"/>
            <a:ext cx="647089" cy="39664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1" name="直线连接符 40">
            <a:extLst>
              <a:ext uri="{FF2B5EF4-FFF2-40B4-BE49-F238E27FC236}">
                <a16:creationId xmlns:a16="http://schemas.microsoft.com/office/drawing/2014/main" id="{28569DD6-18D5-5D45-BC4E-E4C2727B945C}"/>
              </a:ext>
            </a:extLst>
          </p:cNvPr>
          <p:cNvCxnSpPr>
            <a:cxnSpLocks/>
          </p:cNvCxnSpPr>
          <p:nvPr userDrawn="1"/>
        </p:nvCxnSpPr>
        <p:spPr>
          <a:xfrm>
            <a:off x="3898416" y="466240"/>
            <a:ext cx="691948" cy="36631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47860066"/>
      </p:ext>
    </p:extLst>
  </p:cSld>
  <p:clrMap bg1="lt1" tx1="dk1" bg2="lt2" tx2="dk2" accent1="accent1" accent2="accent2" accent3="accent3" accent4="accent4" accent5="accent5" accent6="accent6" hlink="hlink" folHlink="folHlink"/>
  <p:sldLayoutIdLst>
    <p:sldLayoutId id="2147483697" r:id="rId1"/>
  </p:sldLayoutIdLst>
  <p:txStyles>
    <p:titleStyle>
      <a:lvl1pPr algn="ctr" rtl="0" eaLnBrk="0" fontAlgn="base" hangingPunct="0">
        <a:spcBef>
          <a:spcPct val="0"/>
        </a:spcBef>
        <a:spcAft>
          <a:spcPct val="0"/>
        </a:spcAft>
        <a:defRPr sz="5867" kern="1200">
          <a:solidFill>
            <a:schemeClr val="tx1"/>
          </a:solidFill>
          <a:latin typeface="+mj-lt"/>
          <a:ea typeface="+mj-ea"/>
          <a:cs typeface="+mj-cs"/>
        </a:defRPr>
      </a:lvl1pPr>
      <a:lvl2pPr algn="ctr" rtl="0" eaLnBrk="0" fontAlgn="base" hangingPunct="0">
        <a:spcBef>
          <a:spcPct val="0"/>
        </a:spcBef>
        <a:spcAft>
          <a:spcPct val="0"/>
        </a:spcAft>
        <a:defRPr sz="5867">
          <a:solidFill>
            <a:schemeClr val="tx1"/>
          </a:solidFill>
          <a:latin typeface="Calibri" pitchFamily="34" charset="0"/>
          <a:ea typeface="黑体" pitchFamily="49" charset="-122"/>
        </a:defRPr>
      </a:lvl2pPr>
      <a:lvl3pPr algn="ctr" rtl="0" eaLnBrk="0" fontAlgn="base" hangingPunct="0">
        <a:spcBef>
          <a:spcPct val="0"/>
        </a:spcBef>
        <a:spcAft>
          <a:spcPct val="0"/>
        </a:spcAft>
        <a:defRPr sz="5867">
          <a:solidFill>
            <a:schemeClr val="tx1"/>
          </a:solidFill>
          <a:latin typeface="Calibri" pitchFamily="34" charset="0"/>
          <a:ea typeface="黑体" pitchFamily="49" charset="-122"/>
        </a:defRPr>
      </a:lvl3pPr>
      <a:lvl4pPr algn="ctr" rtl="0" eaLnBrk="0" fontAlgn="base" hangingPunct="0">
        <a:spcBef>
          <a:spcPct val="0"/>
        </a:spcBef>
        <a:spcAft>
          <a:spcPct val="0"/>
        </a:spcAft>
        <a:defRPr sz="5867">
          <a:solidFill>
            <a:schemeClr val="tx1"/>
          </a:solidFill>
          <a:latin typeface="Calibri" pitchFamily="34" charset="0"/>
          <a:ea typeface="黑体" pitchFamily="49" charset="-122"/>
        </a:defRPr>
      </a:lvl4pPr>
      <a:lvl5pPr algn="ctr" rtl="0" eaLnBrk="0" fontAlgn="base" hangingPunct="0">
        <a:spcBef>
          <a:spcPct val="0"/>
        </a:spcBef>
        <a:spcAft>
          <a:spcPct val="0"/>
        </a:spcAft>
        <a:defRPr sz="5867">
          <a:solidFill>
            <a:schemeClr val="tx1"/>
          </a:solidFill>
          <a:latin typeface="Calibri" pitchFamily="34" charset="0"/>
          <a:ea typeface="黑体" pitchFamily="49" charset="-122"/>
        </a:defRPr>
      </a:lvl5pPr>
      <a:lvl6pPr marL="609585" algn="ctr" rtl="0" fontAlgn="base">
        <a:spcBef>
          <a:spcPct val="0"/>
        </a:spcBef>
        <a:spcAft>
          <a:spcPct val="0"/>
        </a:spcAft>
        <a:defRPr sz="5867">
          <a:solidFill>
            <a:schemeClr val="tx1"/>
          </a:solidFill>
          <a:latin typeface="Calibri" pitchFamily="34" charset="0"/>
          <a:ea typeface="宋体" charset="-122"/>
        </a:defRPr>
      </a:lvl6pPr>
      <a:lvl7pPr marL="1219170" algn="ctr" rtl="0" fontAlgn="base">
        <a:spcBef>
          <a:spcPct val="0"/>
        </a:spcBef>
        <a:spcAft>
          <a:spcPct val="0"/>
        </a:spcAft>
        <a:defRPr sz="5867">
          <a:solidFill>
            <a:schemeClr val="tx1"/>
          </a:solidFill>
          <a:latin typeface="Calibri" pitchFamily="34" charset="0"/>
          <a:ea typeface="宋体" charset="-122"/>
        </a:defRPr>
      </a:lvl7pPr>
      <a:lvl8pPr marL="1828754" algn="ctr" rtl="0" fontAlgn="base">
        <a:spcBef>
          <a:spcPct val="0"/>
        </a:spcBef>
        <a:spcAft>
          <a:spcPct val="0"/>
        </a:spcAft>
        <a:defRPr sz="5867">
          <a:solidFill>
            <a:schemeClr val="tx1"/>
          </a:solidFill>
          <a:latin typeface="Calibri" pitchFamily="34" charset="0"/>
          <a:ea typeface="宋体" charset="-122"/>
        </a:defRPr>
      </a:lvl8pPr>
      <a:lvl9pPr marL="2438339" algn="ctr" rtl="0" fontAlgn="base">
        <a:spcBef>
          <a:spcPct val="0"/>
        </a:spcBef>
        <a:spcAft>
          <a:spcPct val="0"/>
        </a:spcAft>
        <a:defRPr sz="5867">
          <a:solidFill>
            <a:schemeClr val="tx1"/>
          </a:solidFill>
          <a:latin typeface="Calibri" pitchFamily="34" charset="0"/>
          <a:ea typeface="宋体" charset="-122"/>
        </a:defRPr>
      </a:lvl9pPr>
    </p:titleStyle>
    <p:bodyStyle>
      <a:lvl1pPr marL="457189" indent="-457189" algn="l" rtl="0" eaLnBrk="0" fontAlgn="base" hangingPunct="0">
        <a:spcBef>
          <a:spcPct val="20000"/>
        </a:spcBef>
        <a:spcAft>
          <a:spcPct val="0"/>
        </a:spcAft>
        <a:buFont typeface="Arial" panose="020B0604020202020204" pitchFamily="34" charset="0"/>
        <a:buChar char="•"/>
        <a:defRPr sz="4267" kern="1200">
          <a:solidFill>
            <a:schemeClr val="tx1"/>
          </a:solidFill>
          <a:latin typeface="+mn-lt"/>
          <a:ea typeface="+mn-ea"/>
          <a:cs typeface="+mn-cs"/>
        </a:defRPr>
      </a:lvl1pPr>
      <a:lvl2pPr marL="990575" indent="-380990" algn="l" rtl="0" eaLnBrk="0" fontAlgn="base" hangingPunct="0">
        <a:spcBef>
          <a:spcPct val="20000"/>
        </a:spcBef>
        <a:spcAft>
          <a:spcPct val="0"/>
        </a:spcAft>
        <a:buFont typeface="Arial" panose="020B0604020202020204" pitchFamily="34" charset="0"/>
        <a:buChar char="–"/>
        <a:defRPr sz="3733" kern="1200">
          <a:solidFill>
            <a:schemeClr val="tx1"/>
          </a:solidFill>
          <a:latin typeface="+mn-lt"/>
          <a:ea typeface="+mn-ea"/>
          <a:cs typeface="+mn-cs"/>
        </a:defRPr>
      </a:lvl2pPr>
      <a:lvl3pPr marL="1523962" indent="-304792"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p:bodyStyle>
    <p:otherStyle>
      <a:defPPr>
        <a:defRPr lang="zh-CN"/>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4BCEE7AE-CF55-47A2-9D29-09373E3D62B5}"/>
              </a:ext>
            </a:extLst>
          </p:cNvPr>
          <p:cNvSpPr/>
          <p:nvPr userDrawn="1"/>
        </p:nvSpPr>
        <p:spPr bwMode="auto">
          <a:xfrm>
            <a:off x="10890251" y="6786000"/>
            <a:ext cx="1301749" cy="72000"/>
          </a:xfrm>
          <a:prstGeom prst="rect">
            <a:avLst/>
          </a:prstGeom>
          <a:solidFill>
            <a:srgbClr val="49504F"/>
          </a:solidFill>
          <a:ln w="9525" cap="flat" cmpd="sng" algn="ctr">
            <a:noFill/>
            <a:prstDash val="solid"/>
            <a:round/>
            <a:headEnd type="none" w="med" len="med"/>
            <a:tailEnd type="none" w="med" len="med"/>
          </a:ln>
          <a:effectLst/>
        </p:spPr>
        <p:txBody>
          <a:bodyPr/>
          <a:lstStyle/>
          <a:p>
            <a:pPr>
              <a:buFont typeface="Arial" pitchFamily="34" charset="0"/>
              <a:buNone/>
              <a:defRPr/>
            </a:pPr>
            <a:endParaRPr lang="zh-CN" altLang="en-US" sz="2400">
              <a:latin typeface="Segoe UI" pitchFamily="34" charset="0"/>
              <a:ea typeface="微软雅黑" pitchFamily="34" charset="-122"/>
            </a:endParaRPr>
          </a:p>
        </p:txBody>
      </p:sp>
      <p:sp>
        <p:nvSpPr>
          <p:cNvPr id="22" name="矩形 22">
            <a:extLst>
              <a:ext uri="{FF2B5EF4-FFF2-40B4-BE49-F238E27FC236}">
                <a16:creationId xmlns:a16="http://schemas.microsoft.com/office/drawing/2014/main" id="{16A72991-4D35-45FC-8EF2-C9E3B4850B57}"/>
              </a:ext>
            </a:extLst>
          </p:cNvPr>
          <p:cNvSpPr>
            <a:spLocks noChangeArrowheads="1"/>
          </p:cNvSpPr>
          <p:nvPr userDrawn="1"/>
        </p:nvSpPr>
        <p:spPr bwMode="auto">
          <a:xfrm>
            <a:off x="1" y="6786000"/>
            <a:ext cx="10818284" cy="72000"/>
          </a:xfrm>
          <a:prstGeom prst="rect">
            <a:avLst/>
          </a:prstGeom>
          <a:solidFill>
            <a:srgbClr val="AD2B26"/>
          </a:solidFill>
          <a:ln>
            <a:noFill/>
          </a:ln>
        </p:spPr>
        <p:txBody>
          <a:bodyPr/>
          <a:lstStyle>
            <a:lvl1pPr eaLnBrk="0" hangingPunct="0">
              <a:defRPr>
                <a:solidFill>
                  <a:schemeClr val="tx1"/>
                </a:solidFill>
                <a:latin typeface="Calibri" pitchFamily="34" charset="0"/>
                <a:ea typeface="宋体" charset="-122"/>
              </a:defRPr>
            </a:lvl1pPr>
            <a:lvl2pPr marL="742950" indent="-285750" eaLnBrk="0" hangingPunct="0">
              <a:defRPr>
                <a:solidFill>
                  <a:schemeClr val="tx1"/>
                </a:solidFill>
                <a:latin typeface="Calibri" pitchFamily="34" charset="0"/>
                <a:ea typeface="宋体" charset="-122"/>
              </a:defRPr>
            </a:lvl2pPr>
            <a:lvl3pPr marL="1143000" indent="-228600" eaLnBrk="0" hangingPunct="0">
              <a:defRPr>
                <a:solidFill>
                  <a:schemeClr val="tx1"/>
                </a:solidFill>
                <a:latin typeface="Calibri" pitchFamily="34" charset="0"/>
                <a:ea typeface="宋体" charset="-122"/>
              </a:defRPr>
            </a:lvl3pPr>
            <a:lvl4pPr marL="1600200" indent="-228600" eaLnBrk="0" hangingPunct="0">
              <a:defRPr>
                <a:solidFill>
                  <a:schemeClr val="tx1"/>
                </a:solidFill>
                <a:latin typeface="Calibri" pitchFamily="34" charset="0"/>
                <a:ea typeface="宋体" charset="-122"/>
              </a:defRPr>
            </a:lvl4pPr>
            <a:lvl5pPr marL="2057400" indent="-228600" eaLnBrk="0" hangingPunct="0">
              <a:defRPr>
                <a:solidFill>
                  <a:schemeClr val="tx1"/>
                </a:solidFill>
                <a:latin typeface="Calibri" pitchFamily="34" charset="0"/>
                <a:ea typeface="宋体" charset="-122"/>
              </a:defRPr>
            </a:lvl5pPr>
            <a:lvl6pPr marL="2514600" indent="-228600" eaLnBrk="0" fontAlgn="base" hangingPunct="0">
              <a:spcBef>
                <a:spcPct val="0"/>
              </a:spcBef>
              <a:spcAft>
                <a:spcPct val="0"/>
              </a:spcAft>
              <a:defRPr>
                <a:solidFill>
                  <a:schemeClr val="tx1"/>
                </a:solidFill>
                <a:latin typeface="Calibri" pitchFamily="34" charset="0"/>
                <a:ea typeface="宋体" charset="-122"/>
              </a:defRPr>
            </a:lvl6pPr>
            <a:lvl7pPr marL="2971800" indent="-228600" eaLnBrk="0" fontAlgn="base" hangingPunct="0">
              <a:spcBef>
                <a:spcPct val="0"/>
              </a:spcBef>
              <a:spcAft>
                <a:spcPct val="0"/>
              </a:spcAft>
              <a:defRPr>
                <a:solidFill>
                  <a:schemeClr val="tx1"/>
                </a:solidFill>
                <a:latin typeface="Calibri" pitchFamily="34" charset="0"/>
                <a:ea typeface="宋体" charset="-122"/>
              </a:defRPr>
            </a:lvl7pPr>
            <a:lvl8pPr marL="3429000" indent="-228600" eaLnBrk="0" fontAlgn="base" hangingPunct="0">
              <a:spcBef>
                <a:spcPct val="0"/>
              </a:spcBef>
              <a:spcAft>
                <a:spcPct val="0"/>
              </a:spcAft>
              <a:defRPr>
                <a:solidFill>
                  <a:schemeClr val="tx1"/>
                </a:solidFill>
                <a:latin typeface="Calibri" pitchFamily="34" charset="0"/>
                <a:ea typeface="宋体" charset="-122"/>
              </a:defRPr>
            </a:lvl8pPr>
            <a:lvl9pPr marL="3886200" indent="-228600" eaLnBrk="0" fontAlgn="base" hangingPunct="0">
              <a:spcBef>
                <a:spcPct val="0"/>
              </a:spcBef>
              <a:spcAft>
                <a:spcPct val="0"/>
              </a:spcAft>
              <a:defRPr>
                <a:solidFill>
                  <a:schemeClr val="tx1"/>
                </a:solidFill>
                <a:latin typeface="Calibri" pitchFamily="34" charset="0"/>
                <a:ea typeface="宋体" charset="-122"/>
              </a:defRPr>
            </a:lvl9pPr>
          </a:lstStyle>
          <a:p>
            <a:pPr>
              <a:buFont typeface="Arial" charset="0"/>
              <a:buNone/>
              <a:defRPr/>
            </a:pPr>
            <a:endParaRPr lang="zh-CN" altLang="en-US" sz="2400" dirty="0">
              <a:latin typeface="Segoe UI" pitchFamily="34" charset="0"/>
              <a:ea typeface="微软雅黑" pitchFamily="34" charset="-122"/>
            </a:endParaRPr>
          </a:p>
        </p:txBody>
      </p:sp>
      <p:grpSp>
        <p:nvGrpSpPr>
          <p:cNvPr id="5" name="组合 4">
            <a:extLst>
              <a:ext uri="{FF2B5EF4-FFF2-40B4-BE49-F238E27FC236}">
                <a16:creationId xmlns:a16="http://schemas.microsoft.com/office/drawing/2014/main" id="{3A7F5CA1-11F4-B94D-84AE-F6E3E12DEC4D}"/>
              </a:ext>
            </a:extLst>
          </p:cNvPr>
          <p:cNvGrpSpPr/>
          <p:nvPr userDrawn="1"/>
        </p:nvGrpSpPr>
        <p:grpSpPr>
          <a:xfrm>
            <a:off x="2126595" y="2260317"/>
            <a:ext cx="2280944" cy="1168683"/>
            <a:chOff x="1984355" y="1223746"/>
            <a:chExt cx="2280944" cy="1168683"/>
          </a:xfrm>
        </p:grpSpPr>
        <p:sp>
          <p:nvSpPr>
            <p:cNvPr id="20" name="文本框 19">
              <a:extLst>
                <a:ext uri="{FF2B5EF4-FFF2-40B4-BE49-F238E27FC236}">
                  <a16:creationId xmlns:a16="http://schemas.microsoft.com/office/drawing/2014/main" id="{DB73C1A2-926E-3849-92AB-BCE7B4C71DF2}"/>
                </a:ext>
              </a:extLst>
            </p:cNvPr>
            <p:cNvSpPr txBox="1"/>
            <p:nvPr/>
          </p:nvSpPr>
          <p:spPr>
            <a:xfrm>
              <a:off x="2549296" y="1223746"/>
              <a:ext cx="1245854" cy="738664"/>
            </a:xfrm>
            <a:prstGeom prst="rect">
              <a:avLst/>
            </a:prstGeom>
            <a:noFill/>
            <a:ln>
              <a:noFill/>
            </a:ln>
          </p:spPr>
          <p:txBody>
            <a:bodyPr wrap="none" rtlCol="0">
              <a:spAutoFit/>
            </a:bodyPr>
            <a:lstStyle/>
            <a:p>
              <a:pPr algn="ctr"/>
              <a:r>
                <a:rPr lang="zh-CN" altLang="en-US" sz="4200" b="1" i="0" dirty="0">
                  <a:latin typeface="Alibaba PuHuiTi B" pitchFamily="18" charset="-122"/>
                  <a:ea typeface="Alibaba PuHuiTi B" pitchFamily="18" charset="-122"/>
                  <a:cs typeface="Alibaba PuHuiTi B" pitchFamily="18" charset="-122"/>
                </a:rPr>
                <a:t>目录</a:t>
              </a:r>
            </a:p>
          </p:txBody>
        </p:sp>
        <p:sp>
          <p:nvSpPr>
            <p:cNvPr id="21" name="文本框 20">
              <a:extLst>
                <a:ext uri="{FF2B5EF4-FFF2-40B4-BE49-F238E27FC236}">
                  <a16:creationId xmlns:a16="http://schemas.microsoft.com/office/drawing/2014/main" id="{3EC96A2F-7D7A-F34F-9BE8-8ADCD2919ACB}"/>
                </a:ext>
              </a:extLst>
            </p:cNvPr>
            <p:cNvSpPr txBox="1"/>
            <p:nvPr/>
          </p:nvSpPr>
          <p:spPr>
            <a:xfrm>
              <a:off x="1984355" y="1869209"/>
              <a:ext cx="1833941" cy="523220"/>
            </a:xfrm>
            <a:prstGeom prst="rect">
              <a:avLst/>
            </a:prstGeom>
            <a:noFill/>
            <a:ln>
              <a:noFill/>
            </a:ln>
          </p:spPr>
          <p:txBody>
            <a:bodyPr wrap="square" rtlCol="0">
              <a:spAutoFit/>
            </a:bodyPr>
            <a:lstStyle/>
            <a:p>
              <a:pPr algn="ctr"/>
              <a:r>
                <a:rPr lang="en-US" altLang="zh-CN" sz="28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Contents</a:t>
              </a:r>
              <a:endParaRPr lang="zh-CN" altLang="en-US" sz="2800" dirty="0">
                <a:solidFill>
                  <a:schemeClr val="bg1">
                    <a:lumMod val="85000"/>
                  </a:schemeClr>
                </a:solidFill>
                <a:latin typeface="Verdana" panose="020B0604030504040204" pitchFamily="34" charset="0"/>
                <a:ea typeface="阿里巴巴普惠体" panose="00020600040101010101" pitchFamily="18" charset="-122"/>
                <a:cs typeface="阿里巴巴普惠体" panose="00020600040101010101" pitchFamily="18" charset="-122"/>
              </a:endParaRPr>
            </a:p>
          </p:txBody>
        </p:sp>
        <p:cxnSp>
          <p:nvCxnSpPr>
            <p:cNvPr id="23" name="直接连接符 2">
              <a:extLst>
                <a:ext uri="{FF2B5EF4-FFF2-40B4-BE49-F238E27FC236}">
                  <a16:creationId xmlns:a16="http://schemas.microsoft.com/office/drawing/2014/main" id="{83E925B0-57FD-8B4B-8FF7-8BCD8AADEF23}"/>
                </a:ext>
              </a:extLst>
            </p:cNvPr>
            <p:cNvCxnSpPr>
              <a:cxnSpLocks/>
            </p:cNvCxnSpPr>
            <p:nvPr/>
          </p:nvCxnSpPr>
          <p:spPr>
            <a:xfrm>
              <a:off x="4265299" y="1300145"/>
              <a:ext cx="0" cy="106226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5" name="六边形 24">
              <a:extLst>
                <a:ext uri="{FF2B5EF4-FFF2-40B4-BE49-F238E27FC236}">
                  <a16:creationId xmlns:a16="http://schemas.microsoft.com/office/drawing/2014/main" id="{3EDCC472-8CF0-F84C-9270-06FAC7E8DD4D}"/>
                </a:ext>
              </a:extLst>
            </p:cNvPr>
            <p:cNvSpPr/>
            <p:nvPr/>
          </p:nvSpPr>
          <p:spPr>
            <a:xfrm rot="5400000">
              <a:off x="2142134" y="1404577"/>
              <a:ext cx="437322" cy="377002"/>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6" name="六边形 25">
              <a:extLst>
                <a:ext uri="{FF2B5EF4-FFF2-40B4-BE49-F238E27FC236}">
                  <a16:creationId xmlns:a16="http://schemas.microsoft.com/office/drawing/2014/main" id="{E8F71936-0CC4-CB4A-AF12-89754A9ADA5D}"/>
                </a:ext>
              </a:extLst>
            </p:cNvPr>
            <p:cNvSpPr/>
            <p:nvPr/>
          </p:nvSpPr>
          <p:spPr>
            <a:xfrm rot="5400000">
              <a:off x="2037082" y="1610051"/>
              <a:ext cx="246109" cy="212163"/>
            </a:xfrm>
            <a:prstGeom prst="hexag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Tree>
    <p:extLst>
      <p:ext uri="{BB962C8B-B14F-4D97-AF65-F5344CB8AC3E}">
        <p14:creationId xmlns:p14="http://schemas.microsoft.com/office/powerpoint/2010/main" val="759586569"/>
      </p:ext>
    </p:extLst>
  </p:cSld>
  <p:clrMap bg1="lt1" tx1="dk1" bg2="lt2" tx2="dk2" accent1="accent1" accent2="accent2" accent3="accent3" accent4="accent4" accent5="accent5" accent6="accent6" hlink="hlink" folHlink="folHlink"/>
  <p:sldLayoutIdLst>
    <p:sldLayoutId id="2147483667" r:id="rId1"/>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p:titleStyle>
    <p:bodyStyle>
      <a:lvl1pPr marL="457189" marR="0" indent="-457189" algn="l" defTabSz="914400" rtl="0" eaLnBrk="0" fontAlgn="base" latinLnBrk="0" hangingPunct="0">
        <a:lnSpc>
          <a:spcPct val="150000"/>
        </a:lnSpc>
        <a:spcBef>
          <a:spcPct val="20000"/>
        </a:spcBef>
        <a:spcAft>
          <a:spcPct val="0"/>
        </a:spcAft>
        <a:buClrTx/>
        <a:buSzTx/>
        <a:buFont typeface="Arial" panose="020B0604020202020204" pitchFamily="34" charset="0"/>
        <a:buChar char="•"/>
        <a:tabLst/>
        <a:defRPr sz="2400" b="0" i="0" kern="1200">
          <a:solidFill>
            <a:schemeClr val="tx1">
              <a:lumMod val="75000"/>
              <a:lumOff val="25000"/>
            </a:schemeClr>
          </a:solidFill>
          <a:latin typeface="Alibaba PuHuiTi R" pitchFamily="18" charset="-122"/>
          <a:ea typeface="Alibaba PuHuiTi R" pitchFamily="18" charset="-122"/>
          <a:cs typeface="Alibaba PuHuiTi R" pitchFamily="18" charset="-122"/>
        </a:defRPr>
      </a:lvl1pPr>
      <a:lvl2pPr marL="609585" indent="0" algn="l" rtl="0" eaLnBrk="0" fontAlgn="base" hangingPunct="0">
        <a:spcBef>
          <a:spcPct val="20000"/>
        </a:spcBef>
        <a:spcAft>
          <a:spcPct val="0"/>
        </a:spcAft>
        <a:buFont typeface="Arial" panose="020B0604020202020204" pitchFamily="34" charset="0"/>
        <a:buNone/>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p:bodyStyle>
    <p:otherStyle>
      <a:defPPr>
        <a:defRPr lang="zh-CN"/>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椭圆 3">
            <a:extLst>
              <a:ext uri="{FF2B5EF4-FFF2-40B4-BE49-F238E27FC236}">
                <a16:creationId xmlns:a16="http://schemas.microsoft.com/office/drawing/2014/main" id="{88438130-7B30-A94E-B2AC-38EDD0B85909}"/>
              </a:ext>
            </a:extLst>
          </p:cNvPr>
          <p:cNvSpPr/>
          <p:nvPr userDrawn="1"/>
        </p:nvSpPr>
        <p:spPr>
          <a:xfrm>
            <a:off x="1285029" y="2458684"/>
            <a:ext cx="474473" cy="474473"/>
          </a:xfrm>
          <a:prstGeom prst="ellipse">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zh-CN" altLang="en-US"/>
          </a:p>
        </p:txBody>
      </p:sp>
      <p:sp>
        <p:nvSpPr>
          <p:cNvPr id="11" name="矩形 10">
            <a:extLst>
              <a:ext uri="{FF2B5EF4-FFF2-40B4-BE49-F238E27FC236}">
                <a16:creationId xmlns:a16="http://schemas.microsoft.com/office/drawing/2014/main" id="{4BCEE7AE-CF55-47A2-9D29-09373E3D62B5}"/>
              </a:ext>
            </a:extLst>
          </p:cNvPr>
          <p:cNvSpPr/>
          <p:nvPr userDrawn="1"/>
        </p:nvSpPr>
        <p:spPr bwMode="auto">
          <a:xfrm>
            <a:off x="10890251" y="6786000"/>
            <a:ext cx="1301749" cy="72000"/>
          </a:xfrm>
          <a:prstGeom prst="rect">
            <a:avLst/>
          </a:prstGeom>
          <a:solidFill>
            <a:srgbClr val="49504F"/>
          </a:solidFill>
          <a:ln w="9525" cap="flat" cmpd="sng" algn="ctr">
            <a:noFill/>
            <a:prstDash val="solid"/>
            <a:round/>
            <a:headEnd type="none" w="med" len="med"/>
            <a:tailEnd type="none" w="med" len="med"/>
          </a:ln>
          <a:effectLst/>
        </p:spPr>
        <p:txBody>
          <a:bodyPr/>
          <a:lstStyle/>
          <a:p>
            <a:pPr>
              <a:buFont typeface="Arial" pitchFamily="34" charset="0"/>
              <a:buNone/>
              <a:defRPr/>
            </a:pPr>
            <a:endParaRPr lang="zh-CN" altLang="en-US" sz="2400">
              <a:latin typeface="Segoe UI" pitchFamily="34" charset="0"/>
              <a:ea typeface="微软雅黑" pitchFamily="34" charset="-122"/>
            </a:endParaRPr>
          </a:p>
        </p:txBody>
      </p:sp>
      <p:sp>
        <p:nvSpPr>
          <p:cNvPr id="22" name="矩形 22">
            <a:extLst>
              <a:ext uri="{FF2B5EF4-FFF2-40B4-BE49-F238E27FC236}">
                <a16:creationId xmlns:a16="http://schemas.microsoft.com/office/drawing/2014/main" id="{16A72991-4D35-45FC-8EF2-C9E3B4850B57}"/>
              </a:ext>
            </a:extLst>
          </p:cNvPr>
          <p:cNvSpPr>
            <a:spLocks noChangeArrowheads="1"/>
          </p:cNvSpPr>
          <p:nvPr userDrawn="1"/>
        </p:nvSpPr>
        <p:spPr bwMode="auto">
          <a:xfrm>
            <a:off x="1" y="6786000"/>
            <a:ext cx="10818284" cy="72000"/>
          </a:xfrm>
          <a:prstGeom prst="rect">
            <a:avLst/>
          </a:prstGeom>
          <a:solidFill>
            <a:srgbClr val="AD2B26"/>
          </a:solidFill>
          <a:ln>
            <a:noFill/>
          </a:ln>
        </p:spPr>
        <p:txBody>
          <a:bodyPr/>
          <a:lstStyle>
            <a:lvl1pPr eaLnBrk="0" hangingPunct="0">
              <a:defRPr>
                <a:solidFill>
                  <a:schemeClr val="tx1"/>
                </a:solidFill>
                <a:latin typeface="Calibri" pitchFamily="34" charset="0"/>
                <a:ea typeface="宋体" charset="-122"/>
              </a:defRPr>
            </a:lvl1pPr>
            <a:lvl2pPr marL="742950" indent="-285750" eaLnBrk="0" hangingPunct="0">
              <a:defRPr>
                <a:solidFill>
                  <a:schemeClr val="tx1"/>
                </a:solidFill>
                <a:latin typeface="Calibri" pitchFamily="34" charset="0"/>
                <a:ea typeface="宋体" charset="-122"/>
              </a:defRPr>
            </a:lvl2pPr>
            <a:lvl3pPr marL="1143000" indent="-228600" eaLnBrk="0" hangingPunct="0">
              <a:defRPr>
                <a:solidFill>
                  <a:schemeClr val="tx1"/>
                </a:solidFill>
                <a:latin typeface="Calibri" pitchFamily="34" charset="0"/>
                <a:ea typeface="宋体" charset="-122"/>
              </a:defRPr>
            </a:lvl3pPr>
            <a:lvl4pPr marL="1600200" indent="-228600" eaLnBrk="0" hangingPunct="0">
              <a:defRPr>
                <a:solidFill>
                  <a:schemeClr val="tx1"/>
                </a:solidFill>
                <a:latin typeface="Calibri" pitchFamily="34" charset="0"/>
                <a:ea typeface="宋体" charset="-122"/>
              </a:defRPr>
            </a:lvl4pPr>
            <a:lvl5pPr marL="2057400" indent="-228600" eaLnBrk="0" hangingPunct="0">
              <a:defRPr>
                <a:solidFill>
                  <a:schemeClr val="tx1"/>
                </a:solidFill>
                <a:latin typeface="Calibri" pitchFamily="34" charset="0"/>
                <a:ea typeface="宋体" charset="-122"/>
              </a:defRPr>
            </a:lvl5pPr>
            <a:lvl6pPr marL="2514600" indent="-228600" eaLnBrk="0" fontAlgn="base" hangingPunct="0">
              <a:spcBef>
                <a:spcPct val="0"/>
              </a:spcBef>
              <a:spcAft>
                <a:spcPct val="0"/>
              </a:spcAft>
              <a:defRPr>
                <a:solidFill>
                  <a:schemeClr val="tx1"/>
                </a:solidFill>
                <a:latin typeface="Calibri" pitchFamily="34" charset="0"/>
                <a:ea typeface="宋体" charset="-122"/>
              </a:defRPr>
            </a:lvl6pPr>
            <a:lvl7pPr marL="2971800" indent="-228600" eaLnBrk="0" fontAlgn="base" hangingPunct="0">
              <a:spcBef>
                <a:spcPct val="0"/>
              </a:spcBef>
              <a:spcAft>
                <a:spcPct val="0"/>
              </a:spcAft>
              <a:defRPr>
                <a:solidFill>
                  <a:schemeClr val="tx1"/>
                </a:solidFill>
                <a:latin typeface="Calibri" pitchFamily="34" charset="0"/>
                <a:ea typeface="宋体" charset="-122"/>
              </a:defRPr>
            </a:lvl7pPr>
            <a:lvl8pPr marL="3429000" indent="-228600" eaLnBrk="0" fontAlgn="base" hangingPunct="0">
              <a:spcBef>
                <a:spcPct val="0"/>
              </a:spcBef>
              <a:spcAft>
                <a:spcPct val="0"/>
              </a:spcAft>
              <a:defRPr>
                <a:solidFill>
                  <a:schemeClr val="tx1"/>
                </a:solidFill>
                <a:latin typeface="Calibri" pitchFamily="34" charset="0"/>
                <a:ea typeface="宋体" charset="-122"/>
              </a:defRPr>
            </a:lvl8pPr>
            <a:lvl9pPr marL="3886200" indent="-228600" eaLnBrk="0" fontAlgn="base" hangingPunct="0">
              <a:spcBef>
                <a:spcPct val="0"/>
              </a:spcBef>
              <a:spcAft>
                <a:spcPct val="0"/>
              </a:spcAft>
              <a:defRPr>
                <a:solidFill>
                  <a:schemeClr val="tx1"/>
                </a:solidFill>
                <a:latin typeface="Calibri" pitchFamily="34" charset="0"/>
                <a:ea typeface="宋体" charset="-122"/>
              </a:defRPr>
            </a:lvl9pPr>
          </a:lstStyle>
          <a:p>
            <a:pPr>
              <a:buFont typeface="Arial" charset="0"/>
              <a:buNone/>
              <a:defRPr/>
            </a:pPr>
            <a:endParaRPr lang="zh-CN" altLang="en-US" sz="2400" dirty="0">
              <a:latin typeface="Segoe UI" pitchFamily="34" charset="0"/>
              <a:ea typeface="微软雅黑" pitchFamily="34" charset="-122"/>
            </a:endParaRPr>
          </a:p>
        </p:txBody>
      </p:sp>
      <p:sp>
        <p:nvSpPr>
          <p:cNvPr id="20" name="文本框 19">
            <a:extLst>
              <a:ext uri="{FF2B5EF4-FFF2-40B4-BE49-F238E27FC236}">
                <a16:creationId xmlns:a16="http://schemas.microsoft.com/office/drawing/2014/main" id="{DB73C1A2-926E-3849-92AB-BCE7B4C71DF2}"/>
              </a:ext>
            </a:extLst>
          </p:cNvPr>
          <p:cNvSpPr txBox="1"/>
          <p:nvPr/>
        </p:nvSpPr>
        <p:spPr>
          <a:xfrm>
            <a:off x="1732839" y="2333175"/>
            <a:ext cx="2307042" cy="738664"/>
          </a:xfrm>
          <a:prstGeom prst="rect">
            <a:avLst/>
          </a:prstGeom>
          <a:noFill/>
          <a:ln>
            <a:noFill/>
          </a:ln>
        </p:spPr>
        <p:txBody>
          <a:bodyPr wrap="none" rtlCol="0">
            <a:spAutoFit/>
          </a:bodyPr>
          <a:lstStyle/>
          <a:p>
            <a:pPr algn="ctr"/>
            <a:r>
              <a:rPr lang="zh-CN" altLang="en-US" sz="4200" b="1" i="0" dirty="0">
                <a:latin typeface="Alibaba PuHuiTi B" pitchFamily="18" charset="-122"/>
                <a:ea typeface="Alibaba PuHuiTi B" pitchFamily="18" charset="-122"/>
                <a:cs typeface="Alibaba PuHuiTi B" pitchFamily="18" charset="-122"/>
              </a:rPr>
              <a:t>学习目标</a:t>
            </a:r>
          </a:p>
        </p:txBody>
      </p:sp>
      <p:sp>
        <p:nvSpPr>
          <p:cNvPr id="21" name="文本框 20">
            <a:extLst>
              <a:ext uri="{FF2B5EF4-FFF2-40B4-BE49-F238E27FC236}">
                <a16:creationId xmlns:a16="http://schemas.microsoft.com/office/drawing/2014/main" id="{3EC96A2F-7D7A-F34F-9BE8-8ADCD2919ACB}"/>
              </a:ext>
            </a:extLst>
          </p:cNvPr>
          <p:cNvSpPr txBox="1"/>
          <p:nvPr/>
        </p:nvSpPr>
        <p:spPr>
          <a:xfrm>
            <a:off x="702992" y="2983479"/>
            <a:ext cx="3873724" cy="415498"/>
          </a:xfrm>
          <a:prstGeom prst="rect">
            <a:avLst/>
          </a:prstGeom>
          <a:noFill/>
          <a:ln>
            <a:noFill/>
          </a:ln>
        </p:spPr>
        <p:txBody>
          <a:bodyPr wrap="square" rtlCol="0">
            <a:spAutoFit/>
          </a:bodyPr>
          <a:lstStyle/>
          <a:p>
            <a:pPr algn="ctr"/>
            <a:r>
              <a:rPr lang="en-US" altLang="zh-CN"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Learning</a:t>
            </a:r>
            <a:r>
              <a:rPr lang="zh-CN" altLang="en-US"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 </a:t>
            </a:r>
            <a:r>
              <a:rPr lang="en-US" altLang="zh-CN"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Objectives</a:t>
            </a:r>
            <a:endParaRPr lang="zh-CN" altLang="en-US" sz="2100" dirty="0">
              <a:solidFill>
                <a:schemeClr val="bg1">
                  <a:lumMod val="85000"/>
                </a:schemeClr>
              </a:solidFill>
              <a:latin typeface="Verdana" panose="020B0604030504040204" pitchFamily="34" charset="0"/>
              <a:ea typeface="阿里巴巴普惠体" panose="00020600040101010101" pitchFamily="18" charset="-122"/>
              <a:cs typeface="阿里巴巴普惠体" panose="00020600040101010101" pitchFamily="18" charset="-122"/>
            </a:endParaRPr>
          </a:p>
        </p:txBody>
      </p:sp>
      <p:cxnSp>
        <p:nvCxnSpPr>
          <p:cNvPr id="23" name="直接连接符 2">
            <a:extLst>
              <a:ext uri="{FF2B5EF4-FFF2-40B4-BE49-F238E27FC236}">
                <a16:creationId xmlns:a16="http://schemas.microsoft.com/office/drawing/2014/main" id="{83E925B0-57FD-8B4B-8FF7-8BCD8AADEF23}"/>
              </a:ext>
            </a:extLst>
          </p:cNvPr>
          <p:cNvCxnSpPr>
            <a:cxnSpLocks/>
          </p:cNvCxnSpPr>
          <p:nvPr/>
        </p:nvCxnSpPr>
        <p:spPr>
          <a:xfrm>
            <a:off x="4417699" y="2336716"/>
            <a:ext cx="0" cy="106226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3" name="图形 2">
            <a:extLst>
              <a:ext uri="{FF2B5EF4-FFF2-40B4-BE49-F238E27FC236}">
                <a16:creationId xmlns:a16="http://schemas.microsoft.com/office/drawing/2014/main" id="{A7484BB2-BD94-3C49-9EC4-B9A294E2AF24}"/>
              </a:ext>
            </a:extLst>
          </p:cNvPr>
          <p:cNvPicPr>
            <a:picLocks noChangeAspect="1"/>
          </p:cNvPicPr>
          <p:nvPr userDrawn="1"/>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19070" y="2491361"/>
            <a:ext cx="406390" cy="406390"/>
          </a:xfrm>
          <a:prstGeom prst="rect">
            <a:avLst/>
          </a:prstGeom>
        </p:spPr>
      </p:pic>
    </p:spTree>
    <p:extLst>
      <p:ext uri="{BB962C8B-B14F-4D97-AF65-F5344CB8AC3E}">
        <p14:creationId xmlns:p14="http://schemas.microsoft.com/office/powerpoint/2010/main" val="2014879460"/>
      </p:ext>
    </p:extLst>
  </p:cSld>
  <p:clrMap bg1="lt1" tx1="dk1" bg2="lt2" tx2="dk2" accent1="accent1" accent2="accent2" accent3="accent3" accent4="accent4" accent5="accent5" accent6="accent6" hlink="hlink" folHlink="folHlink"/>
  <p:sldLayoutIdLst>
    <p:sldLayoutId id="2147483708" r:id="rId1"/>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p:titleStyle>
    <p:bodyStyle>
      <a:lvl1pPr marL="457189" marR="0" indent="-457189" algn="l" defTabSz="914400" rtl="0" eaLnBrk="0" fontAlgn="base" latinLnBrk="0" hangingPunct="0">
        <a:lnSpc>
          <a:spcPct val="150000"/>
        </a:lnSpc>
        <a:spcBef>
          <a:spcPct val="20000"/>
        </a:spcBef>
        <a:spcAft>
          <a:spcPct val="0"/>
        </a:spcAft>
        <a:buClrTx/>
        <a:buSzTx/>
        <a:buFont typeface="Arial" panose="020B0604020202020204" pitchFamily="34" charset="0"/>
        <a:buChar char="•"/>
        <a:tabLst/>
        <a:defRPr sz="2400" b="0" i="0" kern="1200">
          <a:solidFill>
            <a:schemeClr val="tx1">
              <a:lumMod val="75000"/>
              <a:lumOff val="25000"/>
            </a:schemeClr>
          </a:solidFill>
          <a:latin typeface="Alibaba PuHuiTi R" pitchFamily="18" charset="-122"/>
          <a:ea typeface="Alibaba PuHuiTi R" pitchFamily="18" charset="-122"/>
          <a:cs typeface="Alibaba PuHuiTi R" pitchFamily="18" charset="-122"/>
        </a:defRPr>
      </a:lvl1pPr>
      <a:lvl2pPr marL="609585" indent="0" algn="l" rtl="0" eaLnBrk="0" fontAlgn="base" hangingPunct="0">
        <a:spcBef>
          <a:spcPct val="20000"/>
        </a:spcBef>
        <a:spcAft>
          <a:spcPct val="0"/>
        </a:spcAft>
        <a:buFont typeface="Arial" panose="020B0604020202020204" pitchFamily="34" charset="0"/>
        <a:buNone/>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p:bodyStyle>
    <p:otherStyle>
      <a:defPPr>
        <a:defRPr lang="zh-CN"/>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六边形 6">
            <a:extLst>
              <a:ext uri="{FF2B5EF4-FFF2-40B4-BE49-F238E27FC236}">
                <a16:creationId xmlns:a16="http://schemas.microsoft.com/office/drawing/2014/main" id="{91B717BE-9DF9-1B41-9DBF-CB511A9C606B}"/>
              </a:ext>
            </a:extLst>
          </p:cNvPr>
          <p:cNvSpPr/>
          <p:nvPr userDrawn="1"/>
        </p:nvSpPr>
        <p:spPr>
          <a:xfrm rot="5400000">
            <a:off x="3779834" y="2429461"/>
            <a:ext cx="1318512" cy="1136649"/>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a:extLst>
              <a:ext uri="{FF2B5EF4-FFF2-40B4-BE49-F238E27FC236}">
                <a16:creationId xmlns:a16="http://schemas.microsoft.com/office/drawing/2014/main" id="{998722ED-C4DC-C24C-A17B-B9CA36751549}"/>
              </a:ext>
            </a:extLst>
          </p:cNvPr>
          <p:cNvSpPr/>
          <p:nvPr userDrawn="1"/>
        </p:nvSpPr>
        <p:spPr>
          <a:xfrm rot="5400000">
            <a:off x="3567036" y="3257393"/>
            <a:ext cx="429253" cy="370046"/>
          </a:xfrm>
          <a:prstGeom prst="hexag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557575230"/>
      </p:ext>
    </p:extLst>
  </p:cSld>
  <p:clrMap bg1="lt1" tx1="dk1" bg2="lt2" tx2="dk2" accent1="accent1" accent2="accent2" accent3="accent3" accent4="accent4" accent5="accent5" accent6="accent6" hlink="hlink" folHlink="folHlink"/>
  <p:sldLayoutIdLst>
    <p:sldLayoutId id="214748370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六边形 6">
            <a:extLst>
              <a:ext uri="{FF2B5EF4-FFF2-40B4-BE49-F238E27FC236}">
                <a16:creationId xmlns:a16="http://schemas.microsoft.com/office/drawing/2014/main" id="{D82380DF-4088-5449-BBFC-0B57E0B8F475}"/>
              </a:ext>
            </a:extLst>
          </p:cNvPr>
          <p:cNvSpPr/>
          <p:nvPr userDrawn="1"/>
        </p:nvSpPr>
        <p:spPr>
          <a:xfrm rot="5400000">
            <a:off x="3779834" y="2429461"/>
            <a:ext cx="1318512" cy="1136649"/>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六边形 10">
            <a:extLst>
              <a:ext uri="{FF2B5EF4-FFF2-40B4-BE49-F238E27FC236}">
                <a16:creationId xmlns:a16="http://schemas.microsoft.com/office/drawing/2014/main" id="{2FB8D235-9189-C14B-8111-0D705B9AA121}"/>
              </a:ext>
            </a:extLst>
          </p:cNvPr>
          <p:cNvSpPr/>
          <p:nvPr userDrawn="1"/>
        </p:nvSpPr>
        <p:spPr>
          <a:xfrm rot="5400000">
            <a:off x="3567036" y="3257393"/>
            <a:ext cx="429253" cy="370046"/>
          </a:xfrm>
          <a:prstGeom prst="hexag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4255265264"/>
      </p:ext>
    </p:extLst>
  </p:cSld>
  <p:clrMap bg1="lt1" tx1="dk1" bg2="lt2" tx2="dk2" accent1="accent1" accent2="accent2" accent3="accent3" accent4="accent4" accent5="accent5" accent6="accent6" hlink="hlink" folHlink="folHlink"/>
  <p:sldLayoutIdLst>
    <p:sldLayoutId id="214748369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8" name="矩形 17">
            <a:extLst>
              <a:ext uri="{FF2B5EF4-FFF2-40B4-BE49-F238E27FC236}">
                <a16:creationId xmlns:a16="http://schemas.microsoft.com/office/drawing/2014/main" id="{4BCEE7AE-CF55-47A2-9D29-09373E3D62B5}"/>
              </a:ext>
            </a:extLst>
          </p:cNvPr>
          <p:cNvSpPr/>
          <p:nvPr userDrawn="1"/>
        </p:nvSpPr>
        <p:spPr bwMode="auto">
          <a:xfrm>
            <a:off x="10890251" y="6786000"/>
            <a:ext cx="1301749" cy="72000"/>
          </a:xfrm>
          <a:prstGeom prst="rect">
            <a:avLst/>
          </a:prstGeom>
          <a:solidFill>
            <a:srgbClr val="49504F"/>
          </a:solidFill>
          <a:ln w="9525" cap="flat" cmpd="sng" algn="ctr">
            <a:noFill/>
            <a:prstDash val="solid"/>
            <a:round/>
            <a:headEnd type="none" w="med" len="med"/>
            <a:tailEnd type="none" w="med" len="med"/>
          </a:ln>
          <a:effectLst/>
        </p:spPr>
        <p:txBody>
          <a:bodyPr/>
          <a:lstStyle/>
          <a:p>
            <a:pPr>
              <a:buFont typeface="Arial" pitchFamily="34" charset="0"/>
              <a:buNone/>
              <a:defRPr/>
            </a:pPr>
            <a:endParaRPr lang="zh-CN" altLang="en-US" sz="2400">
              <a:latin typeface="Segoe UI" pitchFamily="34" charset="0"/>
              <a:ea typeface="微软雅黑" pitchFamily="34" charset="-122"/>
            </a:endParaRPr>
          </a:p>
        </p:txBody>
      </p:sp>
      <p:sp>
        <p:nvSpPr>
          <p:cNvPr id="20" name="矩形 22">
            <a:extLst>
              <a:ext uri="{FF2B5EF4-FFF2-40B4-BE49-F238E27FC236}">
                <a16:creationId xmlns:a16="http://schemas.microsoft.com/office/drawing/2014/main" id="{16A72991-4D35-45FC-8EF2-C9E3B4850B57}"/>
              </a:ext>
            </a:extLst>
          </p:cNvPr>
          <p:cNvSpPr>
            <a:spLocks noChangeArrowheads="1"/>
          </p:cNvSpPr>
          <p:nvPr userDrawn="1"/>
        </p:nvSpPr>
        <p:spPr bwMode="auto">
          <a:xfrm>
            <a:off x="1" y="6786000"/>
            <a:ext cx="10818284" cy="72000"/>
          </a:xfrm>
          <a:prstGeom prst="rect">
            <a:avLst/>
          </a:prstGeom>
          <a:solidFill>
            <a:srgbClr val="AD2B26"/>
          </a:solidFill>
          <a:ln>
            <a:noFill/>
          </a:ln>
        </p:spPr>
        <p:txBody>
          <a:bodyPr/>
          <a:lstStyle>
            <a:lvl1pPr eaLnBrk="0" hangingPunct="0">
              <a:defRPr>
                <a:solidFill>
                  <a:schemeClr val="tx1"/>
                </a:solidFill>
                <a:latin typeface="Calibri" pitchFamily="34" charset="0"/>
                <a:ea typeface="宋体" charset="-122"/>
              </a:defRPr>
            </a:lvl1pPr>
            <a:lvl2pPr marL="742950" indent="-285750" eaLnBrk="0" hangingPunct="0">
              <a:defRPr>
                <a:solidFill>
                  <a:schemeClr val="tx1"/>
                </a:solidFill>
                <a:latin typeface="Calibri" pitchFamily="34" charset="0"/>
                <a:ea typeface="宋体" charset="-122"/>
              </a:defRPr>
            </a:lvl2pPr>
            <a:lvl3pPr marL="1143000" indent="-228600" eaLnBrk="0" hangingPunct="0">
              <a:defRPr>
                <a:solidFill>
                  <a:schemeClr val="tx1"/>
                </a:solidFill>
                <a:latin typeface="Calibri" pitchFamily="34" charset="0"/>
                <a:ea typeface="宋体" charset="-122"/>
              </a:defRPr>
            </a:lvl3pPr>
            <a:lvl4pPr marL="1600200" indent="-228600" eaLnBrk="0" hangingPunct="0">
              <a:defRPr>
                <a:solidFill>
                  <a:schemeClr val="tx1"/>
                </a:solidFill>
                <a:latin typeface="Calibri" pitchFamily="34" charset="0"/>
                <a:ea typeface="宋体" charset="-122"/>
              </a:defRPr>
            </a:lvl4pPr>
            <a:lvl5pPr marL="2057400" indent="-228600" eaLnBrk="0" hangingPunct="0">
              <a:defRPr>
                <a:solidFill>
                  <a:schemeClr val="tx1"/>
                </a:solidFill>
                <a:latin typeface="Calibri" pitchFamily="34" charset="0"/>
                <a:ea typeface="宋体" charset="-122"/>
              </a:defRPr>
            </a:lvl5pPr>
            <a:lvl6pPr marL="2514600" indent="-228600" eaLnBrk="0" fontAlgn="base" hangingPunct="0">
              <a:spcBef>
                <a:spcPct val="0"/>
              </a:spcBef>
              <a:spcAft>
                <a:spcPct val="0"/>
              </a:spcAft>
              <a:defRPr>
                <a:solidFill>
                  <a:schemeClr val="tx1"/>
                </a:solidFill>
                <a:latin typeface="Calibri" pitchFamily="34" charset="0"/>
                <a:ea typeface="宋体" charset="-122"/>
              </a:defRPr>
            </a:lvl6pPr>
            <a:lvl7pPr marL="2971800" indent="-228600" eaLnBrk="0" fontAlgn="base" hangingPunct="0">
              <a:spcBef>
                <a:spcPct val="0"/>
              </a:spcBef>
              <a:spcAft>
                <a:spcPct val="0"/>
              </a:spcAft>
              <a:defRPr>
                <a:solidFill>
                  <a:schemeClr val="tx1"/>
                </a:solidFill>
                <a:latin typeface="Calibri" pitchFamily="34" charset="0"/>
                <a:ea typeface="宋体" charset="-122"/>
              </a:defRPr>
            </a:lvl7pPr>
            <a:lvl8pPr marL="3429000" indent="-228600" eaLnBrk="0" fontAlgn="base" hangingPunct="0">
              <a:spcBef>
                <a:spcPct val="0"/>
              </a:spcBef>
              <a:spcAft>
                <a:spcPct val="0"/>
              </a:spcAft>
              <a:defRPr>
                <a:solidFill>
                  <a:schemeClr val="tx1"/>
                </a:solidFill>
                <a:latin typeface="Calibri" pitchFamily="34" charset="0"/>
                <a:ea typeface="宋体" charset="-122"/>
              </a:defRPr>
            </a:lvl8pPr>
            <a:lvl9pPr marL="3886200" indent="-228600" eaLnBrk="0" fontAlgn="base" hangingPunct="0">
              <a:spcBef>
                <a:spcPct val="0"/>
              </a:spcBef>
              <a:spcAft>
                <a:spcPct val="0"/>
              </a:spcAft>
              <a:defRPr>
                <a:solidFill>
                  <a:schemeClr val="tx1"/>
                </a:solidFill>
                <a:latin typeface="Calibri" pitchFamily="34" charset="0"/>
                <a:ea typeface="宋体" charset="-122"/>
              </a:defRPr>
            </a:lvl9pPr>
          </a:lstStyle>
          <a:p>
            <a:pPr>
              <a:buFont typeface="Arial" charset="0"/>
              <a:buNone/>
              <a:defRPr/>
            </a:pPr>
            <a:endParaRPr lang="zh-CN" altLang="en-US" sz="2400" dirty="0">
              <a:latin typeface="Segoe UI" pitchFamily="34" charset="0"/>
              <a:ea typeface="微软雅黑" pitchFamily="34" charset="-122"/>
            </a:endParaRPr>
          </a:p>
        </p:txBody>
      </p:sp>
      <p:cxnSp>
        <p:nvCxnSpPr>
          <p:cNvPr id="11" name="直接连接符 22">
            <a:extLst>
              <a:ext uri="{FF2B5EF4-FFF2-40B4-BE49-F238E27FC236}">
                <a16:creationId xmlns:a16="http://schemas.microsoft.com/office/drawing/2014/main" id="{E3D0AD59-338B-5041-BA54-3D9BB0E399D6}"/>
              </a:ext>
            </a:extLst>
          </p:cNvPr>
          <p:cNvCxnSpPr/>
          <p:nvPr userDrawn="1"/>
        </p:nvCxnSpPr>
        <p:spPr>
          <a:xfrm flipH="1">
            <a:off x="323600" y="763880"/>
            <a:ext cx="11544801" cy="0"/>
          </a:xfrm>
          <a:prstGeom prst="line">
            <a:avLst/>
          </a:prstGeom>
          <a:ln w="9525">
            <a:solidFill>
              <a:srgbClr val="F2F2F2"/>
            </a:solidFill>
          </a:ln>
        </p:spPr>
        <p:style>
          <a:lnRef idx="1">
            <a:schemeClr val="accent1"/>
          </a:lnRef>
          <a:fillRef idx="0">
            <a:schemeClr val="accent1"/>
          </a:fillRef>
          <a:effectRef idx="0">
            <a:schemeClr val="accent1"/>
          </a:effectRef>
          <a:fontRef idx="minor">
            <a:schemeClr val="tx1"/>
          </a:fontRef>
        </p:style>
      </p:cxnSp>
      <p:grpSp>
        <p:nvGrpSpPr>
          <p:cNvPr id="12" name="组合 11">
            <a:extLst>
              <a:ext uri="{FF2B5EF4-FFF2-40B4-BE49-F238E27FC236}">
                <a16:creationId xmlns:a16="http://schemas.microsoft.com/office/drawing/2014/main" id="{F2197ADE-85E8-B341-8233-C315893A0BCC}"/>
              </a:ext>
            </a:extLst>
          </p:cNvPr>
          <p:cNvGrpSpPr/>
          <p:nvPr userDrawn="1"/>
        </p:nvGrpSpPr>
        <p:grpSpPr>
          <a:xfrm>
            <a:off x="0" y="420997"/>
            <a:ext cx="224590" cy="220464"/>
            <a:chOff x="0" y="262878"/>
            <a:chExt cx="224590" cy="506266"/>
          </a:xfrm>
        </p:grpSpPr>
        <p:sp>
          <p:nvSpPr>
            <p:cNvPr id="13" name="矩形 12">
              <a:extLst>
                <a:ext uri="{FF2B5EF4-FFF2-40B4-BE49-F238E27FC236}">
                  <a16:creationId xmlns:a16="http://schemas.microsoft.com/office/drawing/2014/main" id="{C3756651-9738-8349-95DA-B0B282B3FAEA}"/>
                </a:ext>
              </a:extLst>
            </p:cNvPr>
            <p:cNvSpPr/>
            <p:nvPr/>
          </p:nvSpPr>
          <p:spPr>
            <a:xfrm>
              <a:off x="0" y="262878"/>
              <a:ext cx="224590" cy="506266"/>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a:extLst>
                <a:ext uri="{FF2B5EF4-FFF2-40B4-BE49-F238E27FC236}">
                  <a16:creationId xmlns:a16="http://schemas.microsoft.com/office/drawing/2014/main" id="{5EF63353-41E7-0E43-AFC0-B2282740E9FE}"/>
                </a:ext>
              </a:extLst>
            </p:cNvPr>
            <p:cNvSpPr/>
            <p:nvPr/>
          </p:nvSpPr>
          <p:spPr>
            <a:xfrm>
              <a:off x="142500" y="262878"/>
              <a:ext cx="82090" cy="506266"/>
            </a:xfrm>
            <a:prstGeom prst="rect">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pic>
        <p:nvPicPr>
          <p:cNvPr id="16" name="图片 15">
            <a:extLst>
              <a:ext uri="{FF2B5EF4-FFF2-40B4-BE49-F238E27FC236}">
                <a16:creationId xmlns:a16="http://schemas.microsoft.com/office/drawing/2014/main" id="{27893006-C6C0-BC4A-8CFB-289F585A2778}"/>
              </a:ext>
            </a:extLst>
          </p:cNvPr>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10634242" y="283220"/>
            <a:ext cx="1225447" cy="358241"/>
          </a:xfrm>
          <a:prstGeom prst="rect">
            <a:avLst/>
          </a:prstGeom>
        </p:spPr>
      </p:pic>
    </p:spTree>
    <p:extLst>
      <p:ext uri="{BB962C8B-B14F-4D97-AF65-F5344CB8AC3E}">
        <p14:creationId xmlns:p14="http://schemas.microsoft.com/office/powerpoint/2010/main" val="1282442689"/>
      </p:ext>
    </p:extLst>
  </p:cSld>
  <p:clrMap bg1="lt1" tx1="dk1" bg2="lt2" tx2="dk2" accent1="accent1" accent2="accent2" accent3="accent3" accent4="accent4" accent5="accent5" accent6="accent6" hlink="hlink" folHlink="folHlink"/>
  <p:sldLayoutIdLst>
    <p:sldLayoutId id="2147483671" r:id="rId1"/>
    <p:sldLayoutId id="2147483670" r:id="rId2"/>
    <p:sldLayoutId id="2147483683" r:id="rId3"/>
    <p:sldLayoutId id="2147483678" r:id="rId4"/>
    <p:sldLayoutId id="2147483679" r:id="rId5"/>
    <p:sldLayoutId id="2147483680" r:id="rId6"/>
    <p:sldLayoutId id="2147483677" r:id="rId7"/>
    <p:sldLayoutId id="2147483702" r:id="rId8"/>
    <p:sldLayoutId id="2147483703" r:id="rId9"/>
    <p:sldLayoutId id="2147483709" r:id="rId10"/>
    <p:sldLayoutId id="2147483704" r:id="rId11"/>
    <p:sldLayoutId id="2147483681" r:id="rId12"/>
    <p:sldLayoutId id="2147483693" r:id="rId13"/>
    <p:sldLayoutId id="2147483710" r:id="rId14"/>
    <p:sldLayoutId id="2147483706" r:id="rId15"/>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p:titleStyle>
    <p:bodyStyle>
      <a:lvl1pPr marL="457189" indent="-457189" algn="l" rtl="0" eaLnBrk="0" fontAlgn="base" hangingPunct="0">
        <a:spcBef>
          <a:spcPct val="20000"/>
        </a:spcBef>
        <a:spcAft>
          <a:spcPct val="0"/>
        </a:spcAft>
        <a:buFont typeface="Arial" panose="020B0604020202020204" pitchFamily="34" charset="0"/>
        <a:buChar char="•"/>
        <a:defRPr sz="4267" kern="1200">
          <a:solidFill>
            <a:schemeClr val="tx1"/>
          </a:solidFill>
          <a:latin typeface="+mn-lt"/>
          <a:ea typeface="+mn-ea"/>
          <a:cs typeface="+mn-cs"/>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p:bodyStyle>
    <p:otherStyle>
      <a:defPPr>
        <a:defRPr lang="zh-CN"/>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938713" y="2604635"/>
            <a:ext cx="2314575" cy="955968"/>
          </a:xfrm>
          <a:prstGeom prst="rect">
            <a:avLst/>
          </a:prstGeom>
        </p:spPr>
      </p:pic>
    </p:spTree>
    <p:extLst>
      <p:ext uri="{BB962C8B-B14F-4D97-AF65-F5344CB8AC3E}">
        <p14:creationId xmlns:p14="http://schemas.microsoft.com/office/powerpoint/2010/main" val="770715422"/>
      </p:ext>
    </p:extLst>
  </p:cSld>
  <p:clrMap bg1="lt1" tx1="dk1" bg2="lt2" tx2="dk2" accent1="accent1" accent2="accent2" accent3="accent3" accent4="accent4" accent5="accent5" accent6="accent6" hlink="hlink" folHlink="folHlink"/>
  <p:sldLayoutIdLst>
    <p:sldLayoutId id="2147483673" r:id="rId1"/>
  </p:sldLayoutIdLst>
  <p:txStyles>
    <p:titleStyle>
      <a:lvl1pPr algn="ctr" rtl="0" eaLnBrk="0" fontAlgn="base" hangingPunct="0">
        <a:spcBef>
          <a:spcPct val="0"/>
        </a:spcBef>
        <a:spcAft>
          <a:spcPct val="0"/>
        </a:spcAft>
        <a:defRPr sz="5867" kern="1200">
          <a:solidFill>
            <a:schemeClr val="tx1"/>
          </a:solidFill>
          <a:latin typeface="+mj-lt"/>
          <a:ea typeface="+mj-ea"/>
          <a:cs typeface="+mj-cs"/>
        </a:defRPr>
      </a:lvl1pPr>
      <a:lvl2pPr algn="ctr" rtl="0" eaLnBrk="0" fontAlgn="base" hangingPunct="0">
        <a:spcBef>
          <a:spcPct val="0"/>
        </a:spcBef>
        <a:spcAft>
          <a:spcPct val="0"/>
        </a:spcAft>
        <a:defRPr sz="5867">
          <a:solidFill>
            <a:schemeClr val="tx1"/>
          </a:solidFill>
          <a:latin typeface="Calibri" pitchFamily="34" charset="0"/>
          <a:ea typeface="黑体" pitchFamily="49" charset="-122"/>
        </a:defRPr>
      </a:lvl2pPr>
      <a:lvl3pPr algn="ctr" rtl="0" eaLnBrk="0" fontAlgn="base" hangingPunct="0">
        <a:spcBef>
          <a:spcPct val="0"/>
        </a:spcBef>
        <a:spcAft>
          <a:spcPct val="0"/>
        </a:spcAft>
        <a:defRPr sz="5867">
          <a:solidFill>
            <a:schemeClr val="tx1"/>
          </a:solidFill>
          <a:latin typeface="Calibri" pitchFamily="34" charset="0"/>
          <a:ea typeface="黑体" pitchFamily="49" charset="-122"/>
        </a:defRPr>
      </a:lvl3pPr>
      <a:lvl4pPr algn="ctr" rtl="0" eaLnBrk="0" fontAlgn="base" hangingPunct="0">
        <a:spcBef>
          <a:spcPct val="0"/>
        </a:spcBef>
        <a:spcAft>
          <a:spcPct val="0"/>
        </a:spcAft>
        <a:defRPr sz="5867">
          <a:solidFill>
            <a:schemeClr val="tx1"/>
          </a:solidFill>
          <a:latin typeface="Calibri" pitchFamily="34" charset="0"/>
          <a:ea typeface="黑体" pitchFamily="49" charset="-122"/>
        </a:defRPr>
      </a:lvl4pPr>
      <a:lvl5pPr algn="ctr" rtl="0" eaLnBrk="0" fontAlgn="base" hangingPunct="0">
        <a:spcBef>
          <a:spcPct val="0"/>
        </a:spcBef>
        <a:spcAft>
          <a:spcPct val="0"/>
        </a:spcAft>
        <a:defRPr sz="5867">
          <a:solidFill>
            <a:schemeClr val="tx1"/>
          </a:solidFill>
          <a:latin typeface="Calibri" pitchFamily="34" charset="0"/>
          <a:ea typeface="黑体" pitchFamily="49" charset="-122"/>
        </a:defRPr>
      </a:lvl5pPr>
      <a:lvl6pPr marL="609585" algn="ctr" rtl="0" fontAlgn="base">
        <a:spcBef>
          <a:spcPct val="0"/>
        </a:spcBef>
        <a:spcAft>
          <a:spcPct val="0"/>
        </a:spcAft>
        <a:defRPr sz="5867">
          <a:solidFill>
            <a:schemeClr val="tx1"/>
          </a:solidFill>
          <a:latin typeface="Calibri" pitchFamily="34" charset="0"/>
          <a:ea typeface="宋体" charset="-122"/>
        </a:defRPr>
      </a:lvl6pPr>
      <a:lvl7pPr marL="1219170" algn="ctr" rtl="0" fontAlgn="base">
        <a:spcBef>
          <a:spcPct val="0"/>
        </a:spcBef>
        <a:spcAft>
          <a:spcPct val="0"/>
        </a:spcAft>
        <a:defRPr sz="5867">
          <a:solidFill>
            <a:schemeClr val="tx1"/>
          </a:solidFill>
          <a:latin typeface="Calibri" pitchFamily="34" charset="0"/>
          <a:ea typeface="宋体" charset="-122"/>
        </a:defRPr>
      </a:lvl7pPr>
      <a:lvl8pPr marL="1828754" algn="ctr" rtl="0" fontAlgn="base">
        <a:spcBef>
          <a:spcPct val="0"/>
        </a:spcBef>
        <a:spcAft>
          <a:spcPct val="0"/>
        </a:spcAft>
        <a:defRPr sz="5867">
          <a:solidFill>
            <a:schemeClr val="tx1"/>
          </a:solidFill>
          <a:latin typeface="Calibri" pitchFamily="34" charset="0"/>
          <a:ea typeface="宋体" charset="-122"/>
        </a:defRPr>
      </a:lvl8pPr>
      <a:lvl9pPr marL="2438339" algn="ctr" rtl="0" fontAlgn="base">
        <a:spcBef>
          <a:spcPct val="0"/>
        </a:spcBef>
        <a:spcAft>
          <a:spcPct val="0"/>
        </a:spcAft>
        <a:defRPr sz="5867">
          <a:solidFill>
            <a:schemeClr val="tx1"/>
          </a:solidFill>
          <a:latin typeface="Calibri" pitchFamily="34" charset="0"/>
          <a:ea typeface="宋体" charset="-122"/>
        </a:defRPr>
      </a:lvl9pPr>
    </p:titleStyle>
    <p:bodyStyle>
      <a:lvl1pPr marL="457189" indent="-457189" algn="l" rtl="0" eaLnBrk="0" fontAlgn="base" hangingPunct="0">
        <a:spcBef>
          <a:spcPct val="20000"/>
        </a:spcBef>
        <a:spcAft>
          <a:spcPct val="0"/>
        </a:spcAft>
        <a:buFont typeface="Arial" panose="020B0604020202020204" pitchFamily="34" charset="0"/>
        <a:buChar char="•"/>
        <a:defRPr sz="4267" kern="1200">
          <a:solidFill>
            <a:schemeClr val="tx1"/>
          </a:solidFill>
          <a:latin typeface="+mn-lt"/>
          <a:ea typeface="+mn-ea"/>
          <a:cs typeface="+mn-cs"/>
        </a:defRPr>
      </a:lvl1pPr>
      <a:lvl2pPr marL="990575" indent="-380990" algn="l" rtl="0" eaLnBrk="0" fontAlgn="base" hangingPunct="0">
        <a:spcBef>
          <a:spcPct val="20000"/>
        </a:spcBef>
        <a:spcAft>
          <a:spcPct val="0"/>
        </a:spcAft>
        <a:buFont typeface="Arial" panose="020B0604020202020204" pitchFamily="34" charset="0"/>
        <a:buChar char="–"/>
        <a:defRPr sz="3733" kern="1200">
          <a:solidFill>
            <a:schemeClr val="tx1"/>
          </a:solidFill>
          <a:latin typeface="+mn-lt"/>
          <a:ea typeface="+mn-ea"/>
          <a:cs typeface="+mn-cs"/>
        </a:defRPr>
      </a:lvl2pPr>
      <a:lvl3pPr marL="1523962" indent="-304792"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p:bodyStyle>
    <p:otherStyle>
      <a:defPPr>
        <a:defRPr lang="zh-CN"/>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B16EC87-9B0D-CD4B-997D-0A66FE90B29E}"/>
              </a:ext>
            </a:extLst>
          </p:cNvPr>
          <p:cNvSpPr>
            <a:spLocks noGrp="1"/>
          </p:cNvSpPr>
          <p:nvPr>
            <p:ph type="title"/>
          </p:nvPr>
        </p:nvSpPr>
        <p:spPr>
          <a:xfrm>
            <a:off x="325781" y="2224847"/>
            <a:ext cx="11565835" cy="1158875"/>
          </a:xfrm>
        </p:spPr>
        <p:txBody>
          <a:bodyPr/>
          <a:lstStyle/>
          <a:p>
            <a:r>
              <a:rPr kumimoji="1" lang="en-US" altLang="zh-CN" sz="6600" dirty="0">
                <a:latin typeface="Alibaba PuHuiTi M"/>
              </a:rPr>
              <a:t>Python</a:t>
            </a:r>
            <a:r>
              <a:rPr kumimoji="1" lang="zh-CN" altLang="en-US" sz="6600" dirty="0">
                <a:latin typeface="Alibaba PuHuiTi M"/>
              </a:rPr>
              <a:t>高级语法与正则表达式</a:t>
            </a:r>
          </a:p>
        </p:txBody>
      </p:sp>
      <p:sp>
        <p:nvSpPr>
          <p:cNvPr id="3" name="文本占位符 2">
            <a:extLst>
              <a:ext uri="{FF2B5EF4-FFF2-40B4-BE49-F238E27FC236}">
                <a16:creationId xmlns:a16="http://schemas.microsoft.com/office/drawing/2014/main" id="{FB6AC0F8-4890-4046-8499-78F7C6973826}"/>
              </a:ext>
            </a:extLst>
          </p:cNvPr>
          <p:cNvSpPr>
            <a:spLocks noGrp="1"/>
          </p:cNvSpPr>
          <p:nvPr>
            <p:ph type="body" sz="quarter" idx="10"/>
          </p:nvPr>
        </p:nvSpPr>
        <p:spPr/>
        <p:txBody>
          <a:bodyPr/>
          <a:lstStyle/>
          <a:p>
            <a:r>
              <a:rPr kumimoji="1" lang="zh-CN" altLang="en-US" dirty="0"/>
              <a:t>人生苦短，我学</a:t>
            </a:r>
            <a:r>
              <a:rPr kumimoji="1" lang="en-US" altLang="zh-CN" dirty="0"/>
              <a:t>Python!</a:t>
            </a:r>
            <a:endParaRPr kumimoji="1" lang="zh-CN" altLang="en-US" dirty="0"/>
          </a:p>
        </p:txBody>
      </p:sp>
    </p:spTree>
    <p:extLst>
      <p:ext uri="{BB962C8B-B14F-4D97-AF65-F5344CB8AC3E}">
        <p14:creationId xmlns:p14="http://schemas.microsoft.com/office/powerpoint/2010/main" val="38339742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2691FACA-E1ED-6A48-A1E4-D925AAC03039}"/>
              </a:ext>
            </a:extLst>
          </p:cNvPr>
          <p:cNvSpPr>
            <a:spLocks noGrp="1"/>
          </p:cNvSpPr>
          <p:nvPr>
            <p:ph type="body" sz="quarter" idx="10"/>
          </p:nvPr>
        </p:nvSpPr>
        <p:spPr>
          <a:xfrm>
            <a:off x="4674802" y="366519"/>
            <a:ext cx="5973761" cy="5437933"/>
          </a:xfrm>
        </p:spPr>
        <p:txBody>
          <a:bodyPr/>
          <a:lstStyle/>
          <a:p>
            <a:r>
              <a:rPr kumimoji="1" lang="en-US" altLang="zh-CN" dirty="0">
                <a:solidFill>
                  <a:srgbClr val="C00000"/>
                </a:solidFill>
              </a:rPr>
              <a:t>1</a:t>
            </a:r>
            <a:r>
              <a:rPr kumimoji="1" lang="zh-CN" altLang="en-US" dirty="0">
                <a:solidFill>
                  <a:srgbClr val="C00000"/>
                </a:solidFill>
              </a:rPr>
              <a:t>、</a:t>
            </a:r>
            <a:r>
              <a:rPr kumimoji="1" lang="en-US" altLang="zh-CN" dirty="0">
                <a:solidFill>
                  <a:srgbClr val="C00000"/>
                </a:solidFill>
              </a:rPr>
              <a:t>with</a:t>
            </a:r>
            <a:r>
              <a:rPr kumimoji="1" lang="zh-CN" altLang="en-US" dirty="0">
                <a:solidFill>
                  <a:srgbClr val="C00000"/>
                </a:solidFill>
              </a:rPr>
              <a:t>语句</a:t>
            </a:r>
            <a:endParaRPr kumimoji="1" lang="en-US" altLang="zh-CN" dirty="0">
              <a:solidFill>
                <a:srgbClr val="C00000"/>
              </a:solidFill>
            </a:endParaRPr>
          </a:p>
          <a:p>
            <a:r>
              <a:rPr kumimoji="1" lang="en-US" altLang="zh-CN" dirty="0">
                <a:solidFill>
                  <a:srgbClr val="C00000"/>
                </a:solidFill>
              </a:rPr>
              <a:t>2</a:t>
            </a:r>
            <a:r>
              <a:rPr kumimoji="1" lang="zh-CN" altLang="en-US" dirty="0">
                <a:solidFill>
                  <a:srgbClr val="C00000"/>
                </a:solidFill>
              </a:rPr>
              <a:t>、</a:t>
            </a:r>
            <a:r>
              <a:rPr kumimoji="1" lang="en-US" altLang="zh-CN" dirty="0">
                <a:solidFill>
                  <a:srgbClr val="C00000"/>
                </a:solidFill>
              </a:rPr>
              <a:t>yield</a:t>
            </a:r>
            <a:r>
              <a:rPr kumimoji="1" lang="zh-CN" altLang="en-US" dirty="0">
                <a:solidFill>
                  <a:srgbClr val="C00000"/>
                </a:solidFill>
              </a:rPr>
              <a:t>生成器</a:t>
            </a:r>
            <a:endParaRPr kumimoji="1" lang="en-US" altLang="zh-CN" dirty="0">
              <a:solidFill>
                <a:srgbClr val="C00000"/>
              </a:solidFill>
            </a:endParaRPr>
          </a:p>
          <a:p>
            <a:r>
              <a:rPr kumimoji="1" lang="en-US" altLang="zh-CN" dirty="0">
                <a:solidFill>
                  <a:srgbClr val="C00000"/>
                </a:solidFill>
              </a:rPr>
              <a:t>3</a:t>
            </a:r>
            <a:r>
              <a:rPr kumimoji="1" lang="zh-CN" altLang="en-US" dirty="0">
                <a:solidFill>
                  <a:srgbClr val="C00000"/>
                </a:solidFill>
              </a:rPr>
              <a:t>、深浅拷贝</a:t>
            </a:r>
            <a:endParaRPr kumimoji="1" lang="en-US" altLang="zh-CN" dirty="0">
              <a:solidFill>
                <a:srgbClr val="C00000"/>
              </a:solidFill>
            </a:endParaRPr>
          </a:p>
          <a:p>
            <a:r>
              <a:rPr kumimoji="1" lang="en-US" altLang="zh-CN" dirty="0">
                <a:solidFill>
                  <a:srgbClr val="C00000"/>
                </a:solidFill>
              </a:rPr>
              <a:t>4</a:t>
            </a:r>
            <a:r>
              <a:rPr kumimoji="1" lang="zh-CN" altLang="en-US" dirty="0">
                <a:solidFill>
                  <a:srgbClr val="C00000"/>
                </a:solidFill>
              </a:rPr>
              <a:t>、正则表达式</a:t>
            </a:r>
            <a:endParaRPr kumimoji="1" lang="en-US" altLang="zh-CN" dirty="0">
              <a:solidFill>
                <a:srgbClr val="C00000"/>
              </a:solidFill>
            </a:endParaRPr>
          </a:p>
        </p:txBody>
      </p:sp>
    </p:spTree>
    <p:extLst>
      <p:ext uri="{BB962C8B-B14F-4D97-AF65-F5344CB8AC3E}">
        <p14:creationId xmlns:p14="http://schemas.microsoft.com/office/powerpoint/2010/main" val="37101851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8F5F2403-DAC9-454A-9779-7331986EC40B}"/>
              </a:ext>
            </a:extLst>
          </p:cNvPr>
          <p:cNvSpPr>
            <a:spLocks noGrp="1"/>
          </p:cNvSpPr>
          <p:nvPr>
            <p:ph type="body" sz="quarter" idx="10"/>
          </p:nvPr>
        </p:nvSpPr>
        <p:spPr>
          <a:xfrm>
            <a:off x="4568785" y="1361659"/>
            <a:ext cx="6781703" cy="3051314"/>
          </a:xfrm>
        </p:spPr>
        <p:txBody>
          <a:bodyPr/>
          <a:lstStyle/>
          <a:p>
            <a:r>
              <a:rPr lang="zh-CN" altLang="en-US" b="0" i="0" dirty="0">
                <a:solidFill>
                  <a:srgbClr val="C00000"/>
                </a:solidFill>
                <a:effectLst/>
                <a:latin typeface="Helvetica Neue"/>
              </a:rPr>
              <a:t>能够掌握</a:t>
            </a:r>
            <a:r>
              <a:rPr lang="en-US" altLang="zh-CN" b="0" i="0" dirty="0">
                <a:solidFill>
                  <a:srgbClr val="C00000"/>
                </a:solidFill>
                <a:effectLst/>
                <a:latin typeface="Helvetica Neue"/>
              </a:rPr>
              <a:t>with</a:t>
            </a:r>
            <a:r>
              <a:rPr lang="zh-CN" altLang="en-US" b="0" i="0" dirty="0">
                <a:solidFill>
                  <a:srgbClr val="C00000"/>
                </a:solidFill>
                <a:effectLst/>
                <a:latin typeface="Helvetica Neue"/>
              </a:rPr>
              <a:t>语句的使用</a:t>
            </a:r>
            <a:endParaRPr lang="en-US" altLang="zh-CN" b="0" i="0" dirty="0">
              <a:solidFill>
                <a:srgbClr val="C00000"/>
              </a:solidFill>
              <a:effectLst/>
              <a:latin typeface="Helvetica Neue"/>
            </a:endParaRPr>
          </a:p>
          <a:p>
            <a:r>
              <a:rPr lang="zh-CN" altLang="en-US" b="0" i="0" dirty="0">
                <a:solidFill>
                  <a:srgbClr val="C00000"/>
                </a:solidFill>
                <a:effectLst/>
                <a:latin typeface="Helvetica Neue"/>
              </a:rPr>
              <a:t>能够知道生成器的两种创建方式</a:t>
            </a:r>
            <a:endParaRPr lang="en-US" altLang="zh-CN" b="0" i="0" dirty="0">
              <a:solidFill>
                <a:srgbClr val="C00000"/>
              </a:solidFill>
              <a:effectLst/>
              <a:latin typeface="Helvetica Neue"/>
            </a:endParaRPr>
          </a:p>
          <a:p>
            <a:r>
              <a:rPr lang="zh-CN" altLang="en-US" b="0" i="0" dirty="0">
                <a:solidFill>
                  <a:srgbClr val="C00000"/>
                </a:solidFill>
                <a:effectLst/>
                <a:latin typeface="Helvetica Neue"/>
              </a:rPr>
              <a:t>能够知道深拷贝和浅拷贝的区别</a:t>
            </a:r>
            <a:endParaRPr lang="en-US" altLang="zh-CN" b="0" i="0" dirty="0">
              <a:solidFill>
                <a:srgbClr val="C00000"/>
              </a:solidFill>
              <a:effectLst/>
              <a:latin typeface="Helvetica Neue"/>
            </a:endParaRPr>
          </a:p>
          <a:p>
            <a:r>
              <a:rPr lang="zh-CN" altLang="en-US" b="0" i="0" dirty="0">
                <a:solidFill>
                  <a:srgbClr val="C00000"/>
                </a:solidFill>
                <a:effectLst/>
                <a:latin typeface="Helvetica Neue"/>
              </a:rPr>
              <a:t>能够掌握</a:t>
            </a:r>
            <a:r>
              <a:rPr lang="en-US" altLang="zh-CN" b="0" i="0" dirty="0">
                <a:solidFill>
                  <a:srgbClr val="C00000"/>
                </a:solidFill>
                <a:effectLst/>
                <a:latin typeface="Helvetica Neue"/>
              </a:rPr>
              <a:t>Python</a:t>
            </a:r>
            <a:r>
              <a:rPr lang="zh-CN" altLang="en-US" dirty="0">
                <a:solidFill>
                  <a:srgbClr val="C00000"/>
                </a:solidFill>
                <a:latin typeface="Helvetica Neue"/>
              </a:rPr>
              <a:t>中的正则表达式编写</a:t>
            </a:r>
            <a:endParaRPr lang="zh-CN" altLang="en-US" b="0" i="0" dirty="0">
              <a:solidFill>
                <a:srgbClr val="C00000"/>
              </a:solidFill>
              <a:effectLst/>
              <a:latin typeface="Helvetica Neue"/>
            </a:endParaRPr>
          </a:p>
        </p:txBody>
      </p:sp>
    </p:spTree>
    <p:extLst>
      <p:ext uri="{BB962C8B-B14F-4D97-AF65-F5344CB8AC3E}">
        <p14:creationId xmlns:p14="http://schemas.microsoft.com/office/powerpoint/2010/main" val="21962096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6DC7A42-DEB9-4846-9885-EF1F65B29AB4}"/>
              </a:ext>
            </a:extLst>
          </p:cNvPr>
          <p:cNvSpPr>
            <a:spLocks noGrp="1"/>
          </p:cNvSpPr>
          <p:nvPr>
            <p:ph type="title"/>
          </p:nvPr>
        </p:nvSpPr>
        <p:spPr/>
        <p:txBody>
          <a:bodyPr/>
          <a:lstStyle/>
          <a:p>
            <a:pPr algn="l"/>
            <a:r>
              <a:rPr lang="en-US" altLang="zh-CN" b="1" i="0" dirty="0">
                <a:solidFill>
                  <a:srgbClr val="333333"/>
                </a:solidFill>
                <a:effectLst/>
                <a:latin typeface="Helvetica Neue"/>
              </a:rPr>
              <a:t>with</a:t>
            </a:r>
            <a:r>
              <a:rPr lang="zh-CN" altLang="en-US" b="1" i="0" dirty="0">
                <a:solidFill>
                  <a:srgbClr val="333333"/>
                </a:solidFill>
                <a:effectLst/>
                <a:latin typeface="Helvetica Neue"/>
              </a:rPr>
              <a:t>上下文管理器</a:t>
            </a:r>
          </a:p>
        </p:txBody>
      </p:sp>
      <p:sp>
        <p:nvSpPr>
          <p:cNvPr id="3" name="文本占位符 2">
            <a:extLst>
              <a:ext uri="{FF2B5EF4-FFF2-40B4-BE49-F238E27FC236}">
                <a16:creationId xmlns:a16="http://schemas.microsoft.com/office/drawing/2014/main" id="{DC0D98B5-82FB-804B-8565-7E31DD4B40B6}"/>
              </a:ext>
            </a:extLst>
          </p:cNvPr>
          <p:cNvSpPr>
            <a:spLocks noGrp="1"/>
          </p:cNvSpPr>
          <p:nvPr>
            <p:ph type="body" sz="quarter" idx="10"/>
          </p:nvPr>
        </p:nvSpPr>
        <p:spPr/>
        <p:txBody>
          <a:bodyPr/>
          <a:lstStyle/>
          <a:p>
            <a:r>
              <a:rPr kumimoji="1" lang="en-US" altLang="zh-CN" dirty="0"/>
              <a:t>01</a:t>
            </a:r>
            <a:endParaRPr kumimoji="1" lang="zh-CN" altLang="en-US" dirty="0"/>
          </a:p>
        </p:txBody>
      </p:sp>
    </p:spTree>
    <p:extLst>
      <p:ext uri="{BB962C8B-B14F-4D97-AF65-F5344CB8AC3E}">
        <p14:creationId xmlns:p14="http://schemas.microsoft.com/office/powerpoint/2010/main" val="26437652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764C089C-0935-5E44-B9F7-7E9F84DDBA17}"/>
              </a:ext>
            </a:extLst>
          </p:cNvPr>
          <p:cNvSpPr>
            <a:spLocks noGrp="1"/>
          </p:cNvSpPr>
          <p:nvPr>
            <p:ph type="title"/>
          </p:nvPr>
        </p:nvSpPr>
        <p:spPr/>
        <p:txBody>
          <a:bodyPr/>
          <a:lstStyle/>
          <a:p>
            <a:r>
              <a:rPr lang="en-US" altLang="zh-CN" b="1" i="0" dirty="0">
                <a:solidFill>
                  <a:srgbClr val="333333"/>
                </a:solidFill>
                <a:effectLst/>
                <a:latin typeface="Helvetica Neue"/>
              </a:rPr>
              <a:t>Python</a:t>
            </a:r>
            <a:r>
              <a:rPr lang="zh-CN" altLang="en-US" b="1" i="0" dirty="0">
                <a:solidFill>
                  <a:srgbClr val="333333"/>
                </a:solidFill>
                <a:effectLst/>
                <a:latin typeface="Helvetica Neue"/>
              </a:rPr>
              <a:t>高级语法</a:t>
            </a:r>
            <a:endParaRPr kumimoji="1" lang="zh-CN" altLang="en-US" dirty="0"/>
          </a:p>
        </p:txBody>
      </p:sp>
      <p:sp>
        <p:nvSpPr>
          <p:cNvPr id="4" name="文本占位符 3">
            <a:extLst>
              <a:ext uri="{FF2B5EF4-FFF2-40B4-BE49-F238E27FC236}">
                <a16:creationId xmlns:a16="http://schemas.microsoft.com/office/drawing/2014/main" id="{6CF94E84-6F22-C942-A1D4-BA6A5DBD17DC}"/>
              </a:ext>
            </a:extLst>
          </p:cNvPr>
          <p:cNvSpPr>
            <a:spLocks noGrp="1"/>
          </p:cNvSpPr>
          <p:nvPr>
            <p:ph type="body" sz="quarter" idx="10"/>
          </p:nvPr>
        </p:nvSpPr>
        <p:spPr/>
        <p:txBody>
          <a:bodyPr/>
          <a:lstStyle/>
          <a:p>
            <a:r>
              <a:rPr lang="en-US" altLang="zh-CN" i="0" dirty="0">
                <a:solidFill>
                  <a:srgbClr val="333333"/>
                </a:solidFill>
                <a:effectLst/>
                <a:latin typeface="Helvetica Neue"/>
              </a:rPr>
              <a:t>1</a:t>
            </a:r>
            <a:r>
              <a:rPr lang="zh-CN" altLang="en-US" i="0" dirty="0">
                <a:solidFill>
                  <a:srgbClr val="333333"/>
                </a:solidFill>
                <a:effectLst/>
                <a:latin typeface="Helvetica Neue"/>
              </a:rPr>
              <a:t>、</a:t>
            </a:r>
            <a:r>
              <a:rPr lang="en-US" altLang="zh-CN" i="0" dirty="0">
                <a:solidFill>
                  <a:srgbClr val="333333"/>
                </a:solidFill>
                <a:effectLst/>
                <a:latin typeface="Helvetica Neue"/>
              </a:rPr>
              <a:t> </a:t>
            </a:r>
            <a:r>
              <a:rPr lang="zh-CN" altLang="en-US" i="0" dirty="0">
                <a:solidFill>
                  <a:srgbClr val="333333"/>
                </a:solidFill>
                <a:effectLst/>
                <a:latin typeface="Helvetica Neue"/>
              </a:rPr>
              <a:t>文件操作回顾</a:t>
            </a:r>
            <a:endParaRPr lang="zh-CN" altLang="en-US" b="1" i="0" dirty="0">
              <a:solidFill>
                <a:srgbClr val="333333"/>
              </a:solidFill>
              <a:effectLst/>
              <a:latin typeface="Helvetica Neue"/>
            </a:endParaRPr>
          </a:p>
        </p:txBody>
      </p:sp>
      <p:sp>
        <p:nvSpPr>
          <p:cNvPr id="5" name="文本占位符 7">
            <a:extLst>
              <a:ext uri="{FF2B5EF4-FFF2-40B4-BE49-F238E27FC236}">
                <a16:creationId xmlns:a16="http://schemas.microsoft.com/office/drawing/2014/main" id="{68C5F7F5-A07B-43FC-BE63-2B5946B28C7A}"/>
              </a:ext>
            </a:extLst>
          </p:cNvPr>
          <p:cNvSpPr>
            <a:spLocks noGrp="1"/>
          </p:cNvSpPr>
          <p:nvPr>
            <p:ph type="body" sz="quarter" idx="11"/>
          </p:nvPr>
        </p:nvSpPr>
        <p:spPr>
          <a:xfrm>
            <a:off x="721201" y="1635974"/>
            <a:ext cx="10749598" cy="3418348"/>
          </a:xfrm>
        </p:spPr>
        <p:txBody>
          <a:bodyPr/>
          <a:lstStyle/>
          <a:p>
            <a:pPr marL="0" indent="0" algn="l">
              <a:buNone/>
            </a:pPr>
            <a:r>
              <a:rPr lang="zh-CN" altLang="en-US" dirty="0"/>
              <a:t>举个栗子</a:t>
            </a:r>
            <a:endParaRPr lang="en-US" altLang="zh-CN" dirty="0"/>
          </a:p>
          <a:p>
            <a:pPr marL="0" indent="0" algn="l">
              <a:buNone/>
            </a:pPr>
            <a:endParaRPr lang="en-US" altLang="zh-CN" dirty="0"/>
          </a:p>
          <a:p>
            <a:pPr marL="0" indent="0" algn="l">
              <a:buNone/>
            </a:pPr>
            <a:endParaRPr lang="en-US" altLang="zh-CN" dirty="0"/>
          </a:p>
          <a:p>
            <a:pPr marL="0" indent="0" algn="l">
              <a:buNone/>
            </a:pPr>
            <a:endParaRPr lang="en-US" altLang="zh-CN" dirty="0"/>
          </a:p>
          <a:p>
            <a:pPr marL="0" indent="0" algn="l">
              <a:buNone/>
            </a:pPr>
            <a:endParaRPr lang="en-US" altLang="zh-CN" dirty="0"/>
          </a:p>
          <a:p>
            <a:pPr marL="0" indent="0" algn="l">
              <a:buNone/>
            </a:pPr>
            <a:endParaRPr lang="en-US" altLang="zh-CN" dirty="0"/>
          </a:p>
          <a:p>
            <a:pPr marL="0" indent="0">
              <a:buNone/>
            </a:pPr>
            <a:r>
              <a:rPr lang="zh-CN" altLang="en-US" dirty="0"/>
              <a:t>代码说明</a:t>
            </a:r>
            <a:r>
              <a:rPr lang="en-US" altLang="zh-CN" dirty="0"/>
              <a:t>:</a:t>
            </a:r>
            <a:endParaRPr lang="zh-CN" altLang="en-US" dirty="0"/>
          </a:p>
          <a:p>
            <a:pPr marL="0" indent="0" algn="l">
              <a:buNone/>
            </a:pPr>
            <a:r>
              <a:rPr lang="zh-CN" altLang="en-US" b="0" i="0" dirty="0">
                <a:solidFill>
                  <a:srgbClr val="C00000"/>
                </a:solidFill>
                <a:effectLst/>
                <a:latin typeface="Helvetica Neue"/>
              </a:rPr>
              <a:t>文件使用完后必须关闭，因为文件对象会占用操作系统的资源，并且操作系统同一时间能打开的文件数量也是有限的</a:t>
            </a:r>
          </a:p>
        </p:txBody>
      </p:sp>
      <p:sp>
        <p:nvSpPr>
          <p:cNvPr id="11" name="TextBox 3">
            <a:extLst>
              <a:ext uri="{FF2B5EF4-FFF2-40B4-BE49-F238E27FC236}">
                <a16:creationId xmlns:a16="http://schemas.microsoft.com/office/drawing/2014/main" id="{DC7B943A-0EBE-41D7-8E50-DD8A585640DF}"/>
              </a:ext>
            </a:extLst>
          </p:cNvPr>
          <p:cNvSpPr txBox="1"/>
          <p:nvPr/>
        </p:nvSpPr>
        <p:spPr>
          <a:xfrm>
            <a:off x="763805" y="2171733"/>
            <a:ext cx="10643747" cy="1857432"/>
          </a:xfrm>
          <a:prstGeom prst="rect">
            <a:avLst/>
          </a:prstGeom>
          <a:solidFill>
            <a:srgbClr val="FFFFE4"/>
          </a:solidFill>
          <a:ln w="3175">
            <a:solidFill>
              <a:srgbClr val="919191"/>
            </a:solidFill>
          </a:ln>
        </p:spPr>
        <p:txBody>
          <a:bodyPr wrap="square">
            <a:spAutoFit/>
          </a:bodyPr>
          <a:lstStyle/>
          <a:p>
            <a:pPr>
              <a:lnSpc>
                <a:spcPct val="150000"/>
              </a:lnSpc>
              <a:defRPr/>
            </a:pPr>
            <a:r>
              <a:rPr lang="en-US" altLang="zh-CN" sz="1300" dirty="0">
                <a:latin typeface="Alibaba PuHuiTi R" pitchFamily="18" charset="-122"/>
                <a:ea typeface="Alibaba PuHuiTi R" pitchFamily="18" charset="-122"/>
                <a:cs typeface="Alibaba PuHuiTi R" pitchFamily="18" charset="-122"/>
              </a:rPr>
              <a:t># 1</a:t>
            </a:r>
            <a:r>
              <a:rPr lang="zh-CN" altLang="en-US" sz="1300" dirty="0">
                <a:latin typeface="Alibaba PuHuiTi R" pitchFamily="18" charset="-122"/>
                <a:ea typeface="Alibaba PuHuiTi R" pitchFamily="18" charset="-122"/>
                <a:cs typeface="Alibaba PuHuiTi R" pitchFamily="18" charset="-122"/>
              </a:rPr>
              <a:t>、以写的方式打开文件</a:t>
            </a:r>
          </a:p>
          <a:p>
            <a:pPr>
              <a:lnSpc>
                <a:spcPct val="150000"/>
              </a:lnSpc>
              <a:defRPr/>
            </a:pPr>
            <a:r>
              <a:rPr lang="zh-CN" altLang="en-US" sz="1300" dirty="0">
                <a:latin typeface="Alibaba PuHuiTi R" pitchFamily="18" charset="-122"/>
                <a:ea typeface="Alibaba PuHuiTi R" pitchFamily="18" charset="-122"/>
                <a:cs typeface="Alibaba PuHuiTi R" pitchFamily="18" charset="-122"/>
              </a:rPr>
              <a:t> </a:t>
            </a:r>
            <a:r>
              <a:rPr lang="en-US" altLang="zh-CN" sz="1300" dirty="0">
                <a:latin typeface="Alibaba PuHuiTi R" pitchFamily="18" charset="-122"/>
                <a:ea typeface="Alibaba PuHuiTi R" pitchFamily="18" charset="-122"/>
                <a:cs typeface="Alibaba PuHuiTi R" pitchFamily="18" charset="-122"/>
              </a:rPr>
              <a:t>f = open("1.txt", "w")</a:t>
            </a:r>
          </a:p>
          <a:p>
            <a:pPr>
              <a:lnSpc>
                <a:spcPct val="150000"/>
              </a:lnSpc>
              <a:defRPr/>
            </a:pPr>
            <a:r>
              <a:rPr lang="en-US" altLang="zh-CN" sz="1300" dirty="0">
                <a:latin typeface="Alibaba PuHuiTi R" pitchFamily="18" charset="-122"/>
                <a:ea typeface="Alibaba PuHuiTi R" pitchFamily="18" charset="-122"/>
                <a:cs typeface="Alibaba PuHuiTi R" pitchFamily="18" charset="-122"/>
              </a:rPr>
              <a:t> # 2</a:t>
            </a:r>
            <a:r>
              <a:rPr lang="zh-CN" altLang="en-US" sz="1300" dirty="0">
                <a:latin typeface="Alibaba PuHuiTi R" pitchFamily="18" charset="-122"/>
                <a:ea typeface="Alibaba PuHuiTi R" pitchFamily="18" charset="-122"/>
                <a:cs typeface="Alibaba PuHuiTi R" pitchFamily="18" charset="-122"/>
              </a:rPr>
              <a:t>、写入文件内容</a:t>
            </a:r>
          </a:p>
          <a:p>
            <a:pPr>
              <a:lnSpc>
                <a:spcPct val="150000"/>
              </a:lnSpc>
              <a:defRPr/>
            </a:pPr>
            <a:r>
              <a:rPr lang="zh-CN" altLang="en-US" sz="1300" dirty="0">
                <a:latin typeface="Alibaba PuHuiTi R" pitchFamily="18" charset="-122"/>
                <a:ea typeface="Alibaba PuHuiTi R" pitchFamily="18" charset="-122"/>
                <a:cs typeface="Alibaba PuHuiTi R" pitchFamily="18" charset="-122"/>
              </a:rPr>
              <a:t> </a:t>
            </a:r>
            <a:r>
              <a:rPr lang="en-US" altLang="zh-CN" sz="1300" dirty="0" err="1">
                <a:latin typeface="Alibaba PuHuiTi R" pitchFamily="18" charset="-122"/>
                <a:ea typeface="Alibaba PuHuiTi R" pitchFamily="18" charset="-122"/>
                <a:cs typeface="Alibaba PuHuiTi R" pitchFamily="18" charset="-122"/>
              </a:rPr>
              <a:t>f.write</a:t>
            </a:r>
            <a:r>
              <a:rPr lang="en-US" altLang="zh-CN" sz="1300" dirty="0">
                <a:latin typeface="Alibaba PuHuiTi R" pitchFamily="18" charset="-122"/>
                <a:ea typeface="Alibaba PuHuiTi R" pitchFamily="18" charset="-122"/>
                <a:cs typeface="Alibaba PuHuiTi R" pitchFamily="18" charset="-122"/>
              </a:rPr>
              <a:t>("hello world")</a:t>
            </a:r>
          </a:p>
          <a:p>
            <a:pPr>
              <a:lnSpc>
                <a:spcPct val="150000"/>
              </a:lnSpc>
              <a:defRPr/>
            </a:pPr>
            <a:r>
              <a:rPr lang="en-US" altLang="zh-CN" sz="1300" dirty="0">
                <a:latin typeface="Alibaba PuHuiTi R" pitchFamily="18" charset="-122"/>
                <a:ea typeface="Alibaba PuHuiTi R" pitchFamily="18" charset="-122"/>
                <a:cs typeface="Alibaba PuHuiTi R" pitchFamily="18" charset="-122"/>
              </a:rPr>
              <a:t> # 3</a:t>
            </a:r>
            <a:r>
              <a:rPr lang="zh-CN" altLang="en-US" sz="1300" dirty="0">
                <a:latin typeface="Alibaba PuHuiTi R" pitchFamily="18" charset="-122"/>
                <a:ea typeface="Alibaba PuHuiTi R" pitchFamily="18" charset="-122"/>
                <a:cs typeface="Alibaba PuHuiTi R" pitchFamily="18" charset="-122"/>
              </a:rPr>
              <a:t>、关闭文件</a:t>
            </a:r>
          </a:p>
          <a:p>
            <a:pPr>
              <a:lnSpc>
                <a:spcPct val="150000"/>
              </a:lnSpc>
              <a:defRPr/>
            </a:pPr>
            <a:r>
              <a:rPr lang="zh-CN" altLang="en-US" sz="1300" dirty="0">
                <a:latin typeface="Alibaba PuHuiTi R" pitchFamily="18" charset="-122"/>
                <a:ea typeface="Alibaba PuHuiTi R" pitchFamily="18" charset="-122"/>
                <a:cs typeface="Alibaba PuHuiTi R" pitchFamily="18" charset="-122"/>
              </a:rPr>
              <a:t> </a:t>
            </a:r>
            <a:r>
              <a:rPr lang="en-US" altLang="zh-CN" sz="1300" dirty="0" err="1">
                <a:latin typeface="Alibaba PuHuiTi R" pitchFamily="18" charset="-122"/>
                <a:ea typeface="Alibaba PuHuiTi R" pitchFamily="18" charset="-122"/>
                <a:cs typeface="Alibaba PuHuiTi R" pitchFamily="18" charset="-122"/>
              </a:rPr>
              <a:t>f.close</a:t>
            </a:r>
            <a:r>
              <a:rPr lang="en-US" altLang="zh-CN" sz="1300" dirty="0">
                <a:latin typeface="Alibaba PuHuiTi R" pitchFamily="18" charset="-122"/>
                <a:ea typeface="Alibaba PuHuiTi R" pitchFamily="18" charset="-122"/>
                <a:cs typeface="Alibaba PuHuiTi R" pitchFamily="18" charset="-122"/>
              </a:rPr>
              <a:t>()</a:t>
            </a:r>
          </a:p>
        </p:txBody>
      </p:sp>
    </p:spTree>
    <p:extLst>
      <p:ext uri="{BB962C8B-B14F-4D97-AF65-F5344CB8AC3E}">
        <p14:creationId xmlns:p14="http://schemas.microsoft.com/office/powerpoint/2010/main" val="29443953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764C089C-0935-5E44-B9F7-7E9F84DDBA17}"/>
              </a:ext>
            </a:extLst>
          </p:cNvPr>
          <p:cNvSpPr>
            <a:spLocks noGrp="1"/>
          </p:cNvSpPr>
          <p:nvPr>
            <p:ph type="title"/>
          </p:nvPr>
        </p:nvSpPr>
        <p:spPr/>
        <p:txBody>
          <a:bodyPr/>
          <a:lstStyle/>
          <a:p>
            <a:r>
              <a:rPr lang="en-US" altLang="zh-CN" b="1" i="0" dirty="0">
                <a:solidFill>
                  <a:srgbClr val="333333"/>
                </a:solidFill>
                <a:effectLst/>
                <a:latin typeface="Helvetica Neue"/>
              </a:rPr>
              <a:t>Python</a:t>
            </a:r>
            <a:r>
              <a:rPr lang="zh-CN" altLang="en-US" b="1" i="0" dirty="0">
                <a:solidFill>
                  <a:srgbClr val="333333"/>
                </a:solidFill>
                <a:effectLst/>
                <a:latin typeface="Helvetica Neue"/>
              </a:rPr>
              <a:t>高级语法</a:t>
            </a:r>
            <a:endParaRPr kumimoji="1" lang="zh-CN" altLang="en-US" dirty="0"/>
          </a:p>
        </p:txBody>
      </p:sp>
      <p:sp>
        <p:nvSpPr>
          <p:cNvPr id="4" name="文本占位符 3">
            <a:extLst>
              <a:ext uri="{FF2B5EF4-FFF2-40B4-BE49-F238E27FC236}">
                <a16:creationId xmlns:a16="http://schemas.microsoft.com/office/drawing/2014/main" id="{6CF94E84-6F22-C942-A1D4-BA6A5DBD17DC}"/>
              </a:ext>
            </a:extLst>
          </p:cNvPr>
          <p:cNvSpPr>
            <a:spLocks noGrp="1"/>
          </p:cNvSpPr>
          <p:nvPr>
            <p:ph type="body" sz="quarter" idx="10"/>
          </p:nvPr>
        </p:nvSpPr>
        <p:spPr/>
        <p:txBody>
          <a:bodyPr/>
          <a:lstStyle/>
          <a:p>
            <a:r>
              <a:rPr lang="en-US" altLang="zh-CN" i="0" dirty="0">
                <a:solidFill>
                  <a:srgbClr val="333333"/>
                </a:solidFill>
                <a:effectLst/>
                <a:latin typeface="Helvetica Neue"/>
              </a:rPr>
              <a:t>2</a:t>
            </a:r>
            <a:r>
              <a:rPr lang="zh-CN" altLang="en-US" i="0" dirty="0">
                <a:solidFill>
                  <a:srgbClr val="333333"/>
                </a:solidFill>
                <a:effectLst/>
                <a:latin typeface="Helvetica Neue"/>
              </a:rPr>
              <a:t>、</a:t>
            </a:r>
            <a:r>
              <a:rPr lang="en-US" altLang="zh-CN" i="0" dirty="0">
                <a:solidFill>
                  <a:srgbClr val="333333"/>
                </a:solidFill>
                <a:effectLst/>
                <a:latin typeface="Helvetica Neue"/>
              </a:rPr>
              <a:t> </a:t>
            </a:r>
            <a:r>
              <a:rPr lang="zh-CN" altLang="en-US" i="0" dirty="0">
                <a:solidFill>
                  <a:srgbClr val="333333"/>
                </a:solidFill>
                <a:effectLst/>
                <a:latin typeface="Helvetica Neue"/>
              </a:rPr>
              <a:t>存在的安全隐患</a:t>
            </a:r>
            <a:endParaRPr lang="zh-CN" altLang="en-US" b="1" i="0" dirty="0">
              <a:solidFill>
                <a:srgbClr val="333333"/>
              </a:solidFill>
              <a:effectLst/>
              <a:latin typeface="Helvetica Neue"/>
            </a:endParaRPr>
          </a:p>
        </p:txBody>
      </p:sp>
      <p:sp>
        <p:nvSpPr>
          <p:cNvPr id="5" name="文本占位符 7">
            <a:extLst>
              <a:ext uri="{FF2B5EF4-FFF2-40B4-BE49-F238E27FC236}">
                <a16:creationId xmlns:a16="http://schemas.microsoft.com/office/drawing/2014/main" id="{68C5F7F5-A07B-43FC-BE63-2B5946B28C7A}"/>
              </a:ext>
            </a:extLst>
          </p:cNvPr>
          <p:cNvSpPr>
            <a:spLocks noGrp="1"/>
          </p:cNvSpPr>
          <p:nvPr>
            <p:ph type="body" sz="quarter" idx="11"/>
          </p:nvPr>
        </p:nvSpPr>
        <p:spPr>
          <a:xfrm>
            <a:off x="678597" y="1635973"/>
            <a:ext cx="10749598" cy="4694489"/>
          </a:xfrm>
        </p:spPr>
        <p:txBody>
          <a:bodyPr/>
          <a:lstStyle/>
          <a:p>
            <a:pPr marL="0" indent="0" algn="l">
              <a:buNone/>
            </a:pPr>
            <a:r>
              <a:rPr lang="zh-CN" altLang="en-US" i="0" dirty="0">
                <a:solidFill>
                  <a:srgbClr val="333333"/>
                </a:solidFill>
                <a:effectLst/>
                <a:latin typeface="Helvetica Neue"/>
              </a:rPr>
              <a:t>这种写法可能出现一定的安全隐患，错误代码如下</a:t>
            </a:r>
            <a:r>
              <a:rPr lang="en-US" altLang="zh-CN" i="0" dirty="0">
                <a:solidFill>
                  <a:srgbClr val="333333"/>
                </a:solidFill>
                <a:effectLst/>
                <a:latin typeface="Helvetica Neue"/>
              </a:rPr>
              <a:t>:</a:t>
            </a:r>
          </a:p>
          <a:p>
            <a:pPr marL="0" indent="0" algn="l">
              <a:buNone/>
            </a:pPr>
            <a:endParaRPr lang="en-US" altLang="zh-CN" b="1" dirty="0">
              <a:solidFill>
                <a:srgbClr val="333333"/>
              </a:solidFill>
              <a:latin typeface="Helvetica Neue"/>
            </a:endParaRPr>
          </a:p>
          <a:p>
            <a:pPr marL="0" indent="0" algn="l">
              <a:buNone/>
            </a:pPr>
            <a:endParaRPr lang="en-US" altLang="zh-CN" b="1" dirty="0">
              <a:solidFill>
                <a:srgbClr val="333333"/>
              </a:solidFill>
              <a:latin typeface="Helvetica Neue"/>
            </a:endParaRPr>
          </a:p>
          <a:p>
            <a:pPr marL="0" indent="0" algn="l">
              <a:buNone/>
            </a:pPr>
            <a:endParaRPr lang="en-US" altLang="zh-CN" b="1" dirty="0">
              <a:solidFill>
                <a:srgbClr val="333333"/>
              </a:solidFill>
              <a:latin typeface="Helvetica Neue"/>
            </a:endParaRPr>
          </a:p>
          <a:p>
            <a:pPr marL="0" indent="0" algn="l">
              <a:buNone/>
            </a:pPr>
            <a:endParaRPr lang="en-US" altLang="zh-CN" b="1" dirty="0">
              <a:solidFill>
                <a:srgbClr val="333333"/>
              </a:solidFill>
              <a:latin typeface="Helvetica Neue"/>
            </a:endParaRPr>
          </a:p>
          <a:p>
            <a:pPr marL="0" indent="0" algn="l">
              <a:buNone/>
            </a:pPr>
            <a:endParaRPr lang="en-US" altLang="zh-CN" b="1" dirty="0">
              <a:solidFill>
                <a:srgbClr val="333333"/>
              </a:solidFill>
              <a:latin typeface="Helvetica Neue"/>
            </a:endParaRPr>
          </a:p>
          <a:p>
            <a:pPr marL="0" indent="0" algn="l">
              <a:buNone/>
            </a:pPr>
            <a:endParaRPr lang="en-US" altLang="zh-CN" b="1" dirty="0">
              <a:solidFill>
                <a:srgbClr val="333333"/>
              </a:solidFill>
              <a:latin typeface="Helvetica Neue"/>
            </a:endParaRPr>
          </a:p>
          <a:p>
            <a:pPr marL="0" indent="0" algn="l">
              <a:buNone/>
            </a:pPr>
            <a:endParaRPr lang="en-US" altLang="zh-CN" b="1" dirty="0">
              <a:solidFill>
                <a:srgbClr val="333333"/>
              </a:solidFill>
              <a:latin typeface="Helvetica Neue"/>
            </a:endParaRPr>
          </a:p>
          <a:p>
            <a:pPr marL="0" indent="0" algn="l">
              <a:buNone/>
            </a:pPr>
            <a:endParaRPr lang="en-US" altLang="zh-CN" b="1" dirty="0">
              <a:solidFill>
                <a:srgbClr val="333333"/>
              </a:solidFill>
              <a:latin typeface="Helvetica Neue"/>
            </a:endParaRPr>
          </a:p>
          <a:p>
            <a:pPr marL="0" indent="0">
              <a:buNone/>
            </a:pPr>
            <a:r>
              <a:rPr lang="zh-CN" altLang="en-US" b="0" i="0" dirty="0">
                <a:solidFill>
                  <a:srgbClr val="333333"/>
                </a:solidFill>
                <a:effectLst/>
                <a:latin typeface="Helvetica Neue"/>
              </a:rPr>
              <a:t>① 由于文件读写时都有可能产生</a:t>
            </a:r>
            <a:r>
              <a:rPr lang="en-US" altLang="zh-CN" b="0" i="0" dirty="0" err="1">
                <a:solidFill>
                  <a:srgbClr val="333333"/>
                </a:solidFill>
                <a:effectLst/>
                <a:latin typeface="Helvetica Neue"/>
              </a:rPr>
              <a:t>IOError</a:t>
            </a:r>
            <a:r>
              <a:rPr lang="zh-CN" altLang="en-US" b="0" i="0" dirty="0">
                <a:solidFill>
                  <a:srgbClr val="333333"/>
                </a:solidFill>
                <a:effectLst/>
                <a:latin typeface="Helvetica Neue"/>
              </a:rPr>
              <a:t>，一旦出错，后面的</a:t>
            </a:r>
            <a:r>
              <a:rPr lang="en-US" altLang="zh-CN" b="0" i="0" dirty="0" err="1">
                <a:solidFill>
                  <a:srgbClr val="333333"/>
                </a:solidFill>
                <a:effectLst/>
                <a:latin typeface="Helvetica Neue"/>
              </a:rPr>
              <a:t>f.close</a:t>
            </a:r>
            <a:r>
              <a:rPr lang="en-US" altLang="zh-CN" b="0" i="0" dirty="0">
                <a:solidFill>
                  <a:srgbClr val="333333"/>
                </a:solidFill>
                <a:effectLst/>
                <a:latin typeface="Helvetica Neue"/>
              </a:rPr>
              <a:t>()</a:t>
            </a:r>
            <a:r>
              <a:rPr lang="zh-CN" altLang="en-US" b="0" i="0" dirty="0">
                <a:solidFill>
                  <a:srgbClr val="333333"/>
                </a:solidFill>
                <a:effectLst/>
                <a:latin typeface="Helvetica Neue"/>
              </a:rPr>
              <a:t>就不会调用。</a:t>
            </a:r>
          </a:p>
          <a:p>
            <a:pPr marL="0" indent="0">
              <a:buNone/>
            </a:pPr>
            <a:r>
              <a:rPr lang="zh-CN" altLang="en-US" b="0" i="0" dirty="0">
                <a:solidFill>
                  <a:srgbClr val="333333"/>
                </a:solidFill>
                <a:effectLst/>
                <a:latin typeface="Helvetica Neue"/>
              </a:rPr>
              <a:t>② 为了保证无论是否出错都能正确地关闭文件，我们可以使用</a:t>
            </a:r>
            <a:r>
              <a:rPr lang="en-US" altLang="zh-CN" b="0" i="0" dirty="0">
                <a:solidFill>
                  <a:srgbClr val="333333"/>
                </a:solidFill>
                <a:effectLst/>
                <a:latin typeface="Helvetica Neue"/>
              </a:rPr>
              <a:t>try ... finally</a:t>
            </a:r>
            <a:r>
              <a:rPr lang="zh-CN" altLang="en-US" b="0" i="0" dirty="0">
                <a:solidFill>
                  <a:srgbClr val="333333"/>
                </a:solidFill>
                <a:effectLst/>
                <a:latin typeface="Helvetica Neue"/>
              </a:rPr>
              <a:t>来解决</a:t>
            </a:r>
          </a:p>
          <a:p>
            <a:pPr marL="0" indent="0" algn="l">
              <a:buNone/>
            </a:pPr>
            <a:endParaRPr lang="zh-CN" altLang="en-US" dirty="0"/>
          </a:p>
        </p:txBody>
      </p:sp>
      <p:sp>
        <p:nvSpPr>
          <p:cNvPr id="6" name="TextBox 3">
            <a:extLst>
              <a:ext uri="{FF2B5EF4-FFF2-40B4-BE49-F238E27FC236}">
                <a16:creationId xmlns:a16="http://schemas.microsoft.com/office/drawing/2014/main" id="{BE5DEC1D-C590-48C3-BC48-5D5D633631A7}"/>
              </a:ext>
            </a:extLst>
          </p:cNvPr>
          <p:cNvSpPr txBox="1"/>
          <p:nvPr/>
        </p:nvSpPr>
        <p:spPr>
          <a:xfrm>
            <a:off x="763805" y="2171733"/>
            <a:ext cx="10643747" cy="1857432"/>
          </a:xfrm>
          <a:prstGeom prst="rect">
            <a:avLst/>
          </a:prstGeom>
          <a:solidFill>
            <a:srgbClr val="FFFFE4"/>
          </a:solidFill>
          <a:ln w="3175">
            <a:solidFill>
              <a:srgbClr val="919191"/>
            </a:solidFill>
          </a:ln>
        </p:spPr>
        <p:txBody>
          <a:bodyPr wrap="square">
            <a:spAutoFit/>
          </a:bodyPr>
          <a:lstStyle/>
          <a:p>
            <a:pPr>
              <a:lnSpc>
                <a:spcPct val="150000"/>
              </a:lnSpc>
              <a:defRPr/>
            </a:pPr>
            <a:r>
              <a:rPr lang="zh-CN" altLang="en-US" sz="1300" dirty="0">
                <a:latin typeface="Alibaba PuHuiTi R" pitchFamily="18" charset="-122"/>
                <a:ea typeface="Alibaba PuHuiTi R" pitchFamily="18" charset="-122"/>
                <a:cs typeface="Alibaba PuHuiTi R" pitchFamily="18" charset="-122"/>
              </a:rPr>
              <a:t> </a:t>
            </a:r>
            <a:r>
              <a:rPr lang="en-US" altLang="zh-CN" sz="1300" dirty="0">
                <a:latin typeface="Alibaba PuHuiTi R" pitchFamily="18" charset="-122"/>
                <a:ea typeface="Alibaba PuHuiTi R" pitchFamily="18" charset="-122"/>
                <a:cs typeface="Alibaba PuHuiTi R" pitchFamily="18" charset="-122"/>
              </a:rPr>
              <a:t># 1</a:t>
            </a:r>
            <a:r>
              <a:rPr lang="zh-CN" altLang="en-US" sz="1300" dirty="0">
                <a:latin typeface="Alibaba PuHuiTi R" pitchFamily="18" charset="-122"/>
                <a:ea typeface="Alibaba PuHuiTi R" pitchFamily="18" charset="-122"/>
                <a:cs typeface="Alibaba PuHuiTi R" pitchFamily="18" charset="-122"/>
              </a:rPr>
              <a:t>、以读的方式打开文件</a:t>
            </a:r>
          </a:p>
          <a:p>
            <a:pPr>
              <a:lnSpc>
                <a:spcPct val="150000"/>
              </a:lnSpc>
              <a:defRPr/>
            </a:pPr>
            <a:r>
              <a:rPr lang="zh-CN" altLang="en-US" sz="1300" dirty="0">
                <a:latin typeface="Alibaba PuHuiTi R" pitchFamily="18" charset="-122"/>
                <a:ea typeface="Alibaba PuHuiTi R" pitchFamily="18" charset="-122"/>
                <a:cs typeface="Alibaba PuHuiTi R" pitchFamily="18" charset="-122"/>
              </a:rPr>
              <a:t> </a:t>
            </a:r>
            <a:r>
              <a:rPr lang="en-US" altLang="zh-CN" sz="1300" dirty="0">
                <a:latin typeface="Alibaba PuHuiTi R" pitchFamily="18" charset="-122"/>
                <a:ea typeface="Alibaba PuHuiTi R" pitchFamily="18" charset="-122"/>
                <a:cs typeface="Alibaba PuHuiTi R" pitchFamily="18" charset="-122"/>
              </a:rPr>
              <a:t>f = open("1.txt", "r")</a:t>
            </a:r>
          </a:p>
          <a:p>
            <a:pPr>
              <a:lnSpc>
                <a:spcPct val="150000"/>
              </a:lnSpc>
              <a:defRPr/>
            </a:pPr>
            <a:r>
              <a:rPr lang="en-US" altLang="zh-CN" sz="1300" dirty="0">
                <a:latin typeface="Alibaba PuHuiTi R" pitchFamily="18" charset="-122"/>
                <a:ea typeface="Alibaba PuHuiTi R" pitchFamily="18" charset="-122"/>
                <a:cs typeface="Alibaba PuHuiTi R" pitchFamily="18" charset="-122"/>
              </a:rPr>
              <a:t> # 2</a:t>
            </a:r>
            <a:r>
              <a:rPr lang="zh-CN" altLang="en-US" sz="1300" dirty="0">
                <a:latin typeface="Alibaba PuHuiTi R" pitchFamily="18" charset="-122"/>
                <a:ea typeface="Alibaba PuHuiTi R" pitchFamily="18" charset="-122"/>
                <a:cs typeface="Alibaba PuHuiTi R" pitchFamily="18" charset="-122"/>
              </a:rPr>
              <a:t>、写入文件内容</a:t>
            </a:r>
          </a:p>
          <a:p>
            <a:pPr>
              <a:lnSpc>
                <a:spcPct val="150000"/>
              </a:lnSpc>
              <a:defRPr/>
            </a:pPr>
            <a:r>
              <a:rPr lang="zh-CN" altLang="en-US" sz="1300" dirty="0">
                <a:latin typeface="Alibaba PuHuiTi R" pitchFamily="18" charset="-122"/>
                <a:ea typeface="Alibaba PuHuiTi R" pitchFamily="18" charset="-122"/>
                <a:cs typeface="Alibaba PuHuiTi R" pitchFamily="18" charset="-122"/>
              </a:rPr>
              <a:t> </a:t>
            </a:r>
            <a:r>
              <a:rPr lang="en-US" altLang="zh-CN" sz="1300" dirty="0" err="1">
                <a:latin typeface="Alibaba PuHuiTi R" pitchFamily="18" charset="-122"/>
                <a:ea typeface="Alibaba PuHuiTi R" pitchFamily="18" charset="-122"/>
                <a:cs typeface="Alibaba PuHuiTi R" pitchFamily="18" charset="-122"/>
              </a:rPr>
              <a:t>f.write</a:t>
            </a:r>
            <a:r>
              <a:rPr lang="en-US" altLang="zh-CN" sz="1300" dirty="0">
                <a:latin typeface="Alibaba PuHuiTi R" pitchFamily="18" charset="-122"/>
                <a:ea typeface="Alibaba PuHuiTi R" pitchFamily="18" charset="-122"/>
                <a:cs typeface="Alibaba PuHuiTi R" pitchFamily="18" charset="-122"/>
              </a:rPr>
              <a:t>("hello world")</a:t>
            </a:r>
          </a:p>
          <a:p>
            <a:pPr>
              <a:lnSpc>
                <a:spcPct val="150000"/>
              </a:lnSpc>
              <a:defRPr/>
            </a:pPr>
            <a:r>
              <a:rPr lang="en-US" altLang="zh-CN" sz="1300" dirty="0">
                <a:latin typeface="Alibaba PuHuiTi R" pitchFamily="18" charset="-122"/>
                <a:ea typeface="Alibaba PuHuiTi R" pitchFamily="18" charset="-122"/>
                <a:cs typeface="Alibaba PuHuiTi R" pitchFamily="18" charset="-122"/>
              </a:rPr>
              <a:t> # 3</a:t>
            </a:r>
            <a:r>
              <a:rPr lang="zh-CN" altLang="en-US" sz="1300" dirty="0">
                <a:latin typeface="Alibaba PuHuiTi R" pitchFamily="18" charset="-122"/>
                <a:ea typeface="Alibaba PuHuiTi R" pitchFamily="18" charset="-122"/>
                <a:cs typeface="Alibaba PuHuiTi R" pitchFamily="18" charset="-122"/>
              </a:rPr>
              <a:t>、关闭文件</a:t>
            </a:r>
          </a:p>
          <a:p>
            <a:pPr>
              <a:lnSpc>
                <a:spcPct val="150000"/>
              </a:lnSpc>
              <a:defRPr/>
            </a:pPr>
            <a:r>
              <a:rPr lang="zh-CN" altLang="en-US" sz="1300" dirty="0">
                <a:latin typeface="Alibaba PuHuiTi R" pitchFamily="18" charset="-122"/>
                <a:ea typeface="Alibaba PuHuiTi R" pitchFamily="18" charset="-122"/>
                <a:cs typeface="Alibaba PuHuiTi R" pitchFamily="18" charset="-122"/>
              </a:rPr>
              <a:t> </a:t>
            </a:r>
            <a:r>
              <a:rPr lang="en-US" altLang="zh-CN" sz="1300" dirty="0" err="1">
                <a:latin typeface="Alibaba PuHuiTi R" pitchFamily="18" charset="-122"/>
                <a:ea typeface="Alibaba PuHuiTi R" pitchFamily="18" charset="-122"/>
                <a:cs typeface="Alibaba PuHuiTi R" pitchFamily="18" charset="-122"/>
              </a:rPr>
              <a:t>f.close</a:t>
            </a:r>
            <a:r>
              <a:rPr lang="en-US" altLang="zh-CN" sz="1300" dirty="0">
                <a:latin typeface="Alibaba PuHuiTi R" pitchFamily="18" charset="-122"/>
                <a:ea typeface="Alibaba PuHuiTi R" pitchFamily="18" charset="-122"/>
                <a:cs typeface="Alibaba PuHuiTi R" pitchFamily="18" charset="-122"/>
              </a:rPr>
              <a:t>()</a:t>
            </a:r>
          </a:p>
        </p:txBody>
      </p:sp>
      <p:pic>
        <p:nvPicPr>
          <p:cNvPr id="8" name="图片 7">
            <a:extLst>
              <a:ext uri="{FF2B5EF4-FFF2-40B4-BE49-F238E27FC236}">
                <a16:creationId xmlns:a16="http://schemas.microsoft.com/office/drawing/2014/main" id="{22893346-6D54-4B64-930D-C7BBF2601958}"/>
              </a:ext>
            </a:extLst>
          </p:cNvPr>
          <p:cNvPicPr>
            <a:picLocks noChangeAspect="1"/>
          </p:cNvPicPr>
          <p:nvPr/>
        </p:nvPicPr>
        <p:blipFill>
          <a:blip r:embed="rId3"/>
          <a:stretch>
            <a:fillRect/>
          </a:stretch>
        </p:blipFill>
        <p:spPr>
          <a:xfrm>
            <a:off x="3992922" y="3454034"/>
            <a:ext cx="7414903" cy="1767993"/>
          </a:xfrm>
          <a:prstGeom prst="rect">
            <a:avLst/>
          </a:prstGeom>
        </p:spPr>
      </p:pic>
      <p:sp>
        <p:nvSpPr>
          <p:cNvPr id="9" name="箭头: 右 8">
            <a:extLst>
              <a:ext uri="{FF2B5EF4-FFF2-40B4-BE49-F238E27FC236}">
                <a16:creationId xmlns:a16="http://schemas.microsoft.com/office/drawing/2014/main" id="{2D47A111-4190-4F48-AA1D-ED329F928D99}"/>
              </a:ext>
            </a:extLst>
          </p:cNvPr>
          <p:cNvSpPr/>
          <p:nvPr/>
        </p:nvSpPr>
        <p:spPr>
          <a:xfrm rot="1908012">
            <a:off x="2383587" y="3807844"/>
            <a:ext cx="1300320" cy="448106"/>
          </a:xfrm>
          <a:prstGeom prst="rightArrow">
            <a:avLst>
              <a:gd name="adj1" fmla="val 50000"/>
              <a:gd name="adj2" fmla="val 50000"/>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9899886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764C089C-0935-5E44-B9F7-7E9F84DDBA17}"/>
              </a:ext>
            </a:extLst>
          </p:cNvPr>
          <p:cNvSpPr>
            <a:spLocks noGrp="1"/>
          </p:cNvSpPr>
          <p:nvPr>
            <p:ph type="title"/>
          </p:nvPr>
        </p:nvSpPr>
        <p:spPr/>
        <p:txBody>
          <a:bodyPr/>
          <a:lstStyle/>
          <a:p>
            <a:r>
              <a:rPr lang="en-US" altLang="zh-CN" b="1" i="0" dirty="0">
                <a:solidFill>
                  <a:srgbClr val="333333"/>
                </a:solidFill>
                <a:effectLst/>
                <a:latin typeface="Helvetica Neue"/>
              </a:rPr>
              <a:t>Python</a:t>
            </a:r>
            <a:r>
              <a:rPr lang="zh-CN" altLang="en-US" b="1" i="0" dirty="0">
                <a:solidFill>
                  <a:srgbClr val="333333"/>
                </a:solidFill>
                <a:effectLst/>
                <a:latin typeface="Helvetica Neue"/>
              </a:rPr>
              <a:t>高级语法</a:t>
            </a:r>
            <a:endParaRPr kumimoji="1" lang="zh-CN" altLang="en-US" dirty="0"/>
          </a:p>
        </p:txBody>
      </p:sp>
      <p:sp>
        <p:nvSpPr>
          <p:cNvPr id="4" name="文本占位符 3">
            <a:extLst>
              <a:ext uri="{FF2B5EF4-FFF2-40B4-BE49-F238E27FC236}">
                <a16:creationId xmlns:a16="http://schemas.microsoft.com/office/drawing/2014/main" id="{6CF94E84-6F22-C942-A1D4-BA6A5DBD17DC}"/>
              </a:ext>
            </a:extLst>
          </p:cNvPr>
          <p:cNvSpPr>
            <a:spLocks noGrp="1"/>
          </p:cNvSpPr>
          <p:nvPr>
            <p:ph type="body" sz="quarter" idx="10"/>
          </p:nvPr>
        </p:nvSpPr>
        <p:spPr/>
        <p:txBody>
          <a:bodyPr/>
          <a:lstStyle/>
          <a:p>
            <a:r>
              <a:rPr lang="en-US" altLang="zh-CN" i="0" dirty="0">
                <a:solidFill>
                  <a:srgbClr val="333333"/>
                </a:solidFill>
                <a:effectLst/>
                <a:latin typeface="Helvetica Neue"/>
              </a:rPr>
              <a:t>3</a:t>
            </a:r>
            <a:r>
              <a:rPr lang="zh-CN" altLang="en-US" i="0" dirty="0">
                <a:solidFill>
                  <a:srgbClr val="333333"/>
                </a:solidFill>
                <a:effectLst/>
                <a:latin typeface="Helvetica Neue"/>
              </a:rPr>
              <a:t>、</a:t>
            </a:r>
            <a:r>
              <a:rPr lang="en-US" altLang="zh-CN" i="0" dirty="0">
                <a:solidFill>
                  <a:srgbClr val="333333"/>
                </a:solidFill>
                <a:effectLst/>
                <a:latin typeface="Helvetica Neue"/>
              </a:rPr>
              <a:t> try…except…finally</a:t>
            </a:r>
            <a:r>
              <a:rPr lang="zh-CN" altLang="en-US" i="0" dirty="0">
                <a:solidFill>
                  <a:srgbClr val="333333"/>
                </a:solidFill>
                <a:effectLst/>
                <a:latin typeface="Helvetica Neue"/>
              </a:rPr>
              <a:t>解决文件操作异常</a:t>
            </a:r>
            <a:endParaRPr lang="zh-CN" altLang="en-US" b="1" i="0" dirty="0">
              <a:solidFill>
                <a:srgbClr val="333333"/>
              </a:solidFill>
              <a:effectLst/>
              <a:latin typeface="Helvetica Neue"/>
            </a:endParaRPr>
          </a:p>
        </p:txBody>
      </p:sp>
      <p:sp>
        <p:nvSpPr>
          <p:cNvPr id="5" name="文本占位符 7">
            <a:extLst>
              <a:ext uri="{FF2B5EF4-FFF2-40B4-BE49-F238E27FC236}">
                <a16:creationId xmlns:a16="http://schemas.microsoft.com/office/drawing/2014/main" id="{68C5F7F5-A07B-43FC-BE63-2B5946B28C7A}"/>
              </a:ext>
            </a:extLst>
          </p:cNvPr>
          <p:cNvSpPr>
            <a:spLocks noGrp="1"/>
          </p:cNvSpPr>
          <p:nvPr>
            <p:ph type="body" sz="quarter" idx="11"/>
          </p:nvPr>
        </p:nvSpPr>
        <p:spPr>
          <a:xfrm>
            <a:off x="721201" y="1635973"/>
            <a:ext cx="10749598" cy="2180131"/>
          </a:xfrm>
        </p:spPr>
        <p:txBody>
          <a:bodyPr/>
          <a:lstStyle/>
          <a:p>
            <a:pPr marL="0" indent="0" algn="l">
              <a:buNone/>
            </a:pPr>
            <a:r>
              <a:rPr lang="zh-CN" altLang="en-US" dirty="0">
                <a:latin typeface="Helvetica Neue"/>
              </a:rPr>
              <a:t>安全写法</a:t>
            </a:r>
            <a:r>
              <a:rPr lang="en-US" altLang="zh-CN" dirty="0">
                <a:latin typeface="Helvetica Neue"/>
              </a:rPr>
              <a:t>, </a:t>
            </a:r>
            <a:r>
              <a:rPr lang="zh-CN" altLang="en-US" dirty="0">
                <a:latin typeface="Helvetica Neue"/>
              </a:rPr>
              <a:t>代码如下</a:t>
            </a:r>
            <a:r>
              <a:rPr lang="en-US" altLang="zh-CN" dirty="0">
                <a:latin typeface="Helvetica Neue"/>
              </a:rPr>
              <a:t>:</a:t>
            </a:r>
            <a:endParaRPr lang="zh-CN" altLang="en-US" dirty="0"/>
          </a:p>
        </p:txBody>
      </p:sp>
      <p:sp>
        <p:nvSpPr>
          <p:cNvPr id="7" name="TextBox 3">
            <a:extLst>
              <a:ext uri="{FF2B5EF4-FFF2-40B4-BE49-F238E27FC236}">
                <a16:creationId xmlns:a16="http://schemas.microsoft.com/office/drawing/2014/main" id="{E57E44E6-9713-4DE7-A85A-1F71E27D2100}"/>
              </a:ext>
            </a:extLst>
          </p:cNvPr>
          <p:cNvSpPr txBox="1"/>
          <p:nvPr/>
        </p:nvSpPr>
        <p:spPr>
          <a:xfrm>
            <a:off x="763805" y="2171733"/>
            <a:ext cx="10643747" cy="3657924"/>
          </a:xfrm>
          <a:prstGeom prst="rect">
            <a:avLst/>
          </a:prstGeom>
          <a:solidFill>
            <a:srgbClr val="FFFFE4"/>
          </a:solidFill>
          <a:ln w="3175">
            <a:solidFill>
              <a:srgbClr val="919191"/>
            </a:solidFill>
          </a:ln>
        </p:spPr>
        <p:txBody>
          <a:bodyPr wrap="square">
            <a:spAutoFit/>
          </a:bodyPr>
          <a:lstStyle/>
          <a:p>
            <a:pPr>
              <a:lnSpc>
                <a:spcPct val="150000"/>
              </a:lnSpc>
              <a:defRPr/>
            </a:pPr>
            <a:r>
              <a:rPr lang="en-US" altLang="zh-CN" sz="1300" dirty="0">
                <a:latin typeface="Alibaba PuHuiTi R" pitchFamily="18" charset="-122"/>
                <a:ea typeface="Alibaba PuHuiTi R" pitchFamily="18" charset="-122"/>
                <a:cs typeface="Alibaba PuHuiTi R" pitchFamily="18" charset="-122"/>
              </a:rPr>
              <a:t>try:</a:t>
            </a:r>
          </a:p>
          <a:p>
            <a:pPr>
              <a:lnSpc>
                <a:spcPct val="150000"/>
              </a:lnSpc>
              <a:defRPr/>
            </a:pPr>
            <a:r>
              <a:rPr lang="en-US" altLang="zh-CN" sz="1300" dirty="0">
                <a:latin typeface="Alibaba PuHuiTi R" pitchFamily="18" charset="-122"/>
                <a:ea typeface="Alibaba PuHuiTi R" pitchFamily="18" charset="-122"/>
                <a:cs typeface="Alibaba PuHuiTi R" pitchFamily="18" charset="-122"/>
              </a:rPr>
              <a:t>    # 1</a:t>
            </a:r>
            <a:r>
              <a:rPr lang="zh-CN" altLang="en-US" sz="1300" dirty="0">
                <a:latin typeface="Alibaba PuHuiTi R" pitchFamily="18" charset="-122"/>
                <a:ea typeface="Alibaba PuHuiTi R" pitchFamily="18" charset="-122"/>
                <a:cs typeface="Alibaba PuHuiTi R" pitchFamily="18" charset="-122"/>
              </a:rPr>
              <a:t>、以读的方式打开文件</a:t>
            </a:r>
          </a:p>
          <a:p>
            <a:pPr>
              <a:lnSpc>
                <a:spcPct val="150000"/>
              </a:lnSpc>
              <a:defRPr/>
            </a:pPr>
            <a:r>
              <a:rPr lang="zh-CN" altLang="en-US" sz="1300" dirty="0">
                <a:latin typeface="Alibaba PuHuiTi R" pitchFamily="18" charset="-122"/>
                <a:ea typeface="Alibaba PuHuiTi R" pitchFamily="18" charset="-122"/>
                <a:cs typeface="Alibaba PuHuiTi R" pitchFamily="18" charset="-122"/>
              </a:rPr>
              <a:t>    </a:t>
            </a:r>
            <a:r>
              <a:rPr lang="en-US" altLang="zh-CN" sz="1300" dirty="0">
                <a:latin typeface="Alibaba PuHuiTi R" pitchFamily="18" charset="-122"/>
                <a:ea typeface="Alibaba PuHuiTi R" pitchFamily="18" charset="-122"/>
                <a:cs typeface="Alibaba PuHuiTi R" pitchFamily="18" charset="-122"/>
              </a:rPr>
              <a:t>f = open("1.txt", "r")</a:t>
            </a:r>
          </a:p>
          <a:p>
            <a:pPr>
              <a:lnSpc>
                <a:spcPct val="150000"/>
              </a:lnSpc>
              <a:defRPr/>
            </a:pPr>
            <a:r>
              <a:rPr lang="en-US" altLang="zh-CN" sz="1300" dirty="0">
                <a:latin typeface="Alibaba PuHuiTi R" pitchFamily="18" charset="-122"/>
                <a:ea typeface="Alibaba PuHuiTi R" pitchFamily="18" charset="-122"/>
                <a:cs typeface="Alibaba PuHuiTi R" pitchFamily="18" charset="-122"/>
              </a:rPr>
              <a:t>    # 2</a:t>
            </a:r>
            <a:r>
              <a:rPr lang="zh-CN" altLang="en-US" sz="1300" dirty="0">
                <a:latin typeface="Alibaba PuHuiTi R" pitchFamily="18" charset="-122"/>
                <a:ea typeface="Alibaba PuHuiTi R" pitchFamily="18" charset="-122"/>
                <a:cs typeface="Alibaba PuHuiTi R" pitchFamily="18" charset="-122"/>
              </a:rPr>
              <a:t>、读取文件内容</a:t>
            </a:r>
          </a:p>
          <a:p>
            <a:pPr>
              <a:lnSpc>
                <a:spcPct val="150000"/>
              </a:lnSpc>
              <a:defRPr/>
            </a:pPr>
            <a:r>
              <a:rPr lang="zh-CN" altLang="en-US" sz="1300" dirty="0">
                <a:latin typeface="Alibaba PuHuiTi R" pitchFamily="18" charset="-122"/>
                <a:ea typeface="Alibaba PuHuiTi R" pitchFamily="18" charset="-122"/>
                <a:cs typeface="Alibaba PuHuiTi R" pitchFamily="18" charset="-122"/>
              </a:rPr>
              <a:t>    </a:t>
            </a:r>
            <a:r>
              <a:rPr lang="en-US" altLang="zh-CN" sz="1300" dirty="0" err="1">
                <a:latin typeface="Alibaba PuHuiTi R" pitchFamily="18" charset="-122"/>
                <a:ea typeface="Alibaba PuHuiTi R" pitchFamily="18" charset="-122"/>
                <a:cs typeface="Alibaba PuHuiTi R" pitchFamily="18" charset="-122"/>
              </a:rPr>
              <a:t>f.write</a:t>
            </a:r>
            <a:r>
              <a:rPr lang="en-US" altLang="zh-CN" sz="1300" dirty="0">
                <a:latin typeface="Alibaba PuHuiTi R" pitchFamily="18" charset="-122"/>
                <a:ea typeface="Alibaba PuHuiTi R" pitchFamily="18" charset="-122"/>
                <a:cs typeface="Alibaba PuHuiTi R" pitchFamily="18" charset="-122"/>
              </a:rPr>
              <a:t>("</a:t>
            </a:r>
            <a:r>
              <a:rPr lang="en-US" altLang="zh-CN" sz="1300" dirty="0" err="1">
                <a:latin typeface="Alibaba PuHuiTi R" pitchFamily="18" charset="-122"/>
                <a:ea typeface="Alibaba PuHuiTi R" pitchFamily="18" charset="-122"/>
                <a:cs typeface="Alibaba PuHuiTi R" pitchFamily="18" charset="-122"/>
              </a:rPr>
              <a:t>xxxxx</a:t>
            </a:r>
            <a:r>
              <a:rPr lang="en-US" altLang="zh-CN" sz="1300" dirty="0">
                <a:latin typeface="Alibaba PuHuiTi R" pitchFamily="18" charset="-122"/>
                <a:ea typeface="Alibaba PuHuiTi R" pitchFamily="18" charset="-122"/>
                <a:cs typeface="Alibaba PuHuiTi R" pitchFamily="18" charset="-122"/>
              </a:rPr>
              <a:t>")</a:t>
            </a:r>
          </a:p>
          <a:p>
            <a:pPr>
              <a:lnSpc>
                <a:spcPct val="150000"/>
              </a:lnSpc>
              <a:defRPr/>
            </a:pPr>
            <a:endParaRPr lang="en-US" altLang="zh-CN" sz="1300" dirty="0">
              <a:latin typeface="Alibaba PuHuiTi R" pitchFamily="18" charset="-122"/>
              <a:ea typeface="Alibaba PuHuiTi R" pitchFamily="18" charset="-122"/>
              <a:cs typeface="Alibaba PuHuiTi R" pitchFamily="18" charset="-122"/>
            </a:endParaRPr>
          </a:p>
          <a:p>
            <a:pPr>
              <a:lnSpc>
                <a:spcPct val="150000"/>
              </a:lnSpc>
              <a:defRPr/>
            </a:pPr>
            <a:r>
              <a:rPr lang="en-US" altLang="zh-CN" sz="1300" dirty="0">
                <a:latin typeface="Alibaba PuHuiTi R" pitchFamily="18" charset="-122"/>
                <a:ea typeface="Alibaba PuHuiTi R" pitchFamily="18" charset="-122"/>
                <a:cs typeface="Alibaba PuHuiTi R" pitchFamily="18" charset="-122"/>
              </a:rPr>
              <a:t>except </a:t>
            </a:r>
            <a:r>
              <a:rPr lang="en-US" altLang="zh-CN" sz="1300" dirty="0" err="1">
                <a:latin typeface="Alibaba PuHuiTi R" pitchFamily="18" charset="-122"/>
                <a:ea typeface="Alibaba PuHuiTi R" pitchFamily="18" charset="-122"/>
                <a:cs typeface="Alibaba PuHuiTi R" pitchFamily="18" charset="-122"/>
              </a:rPr>
              <a:t>IOError</a:t>
            </a:r>
            <a:r>
              <a:rPr lang="en-US" altLang="zh-CN" sz="1300" dirty="0">
                <a:latin typeface="Alibaba PuHuiTi R" pitchFamily="18" charset="-122"/>
                <a:ea typeface="Alibaba PuHuiTi R" pitchFamily="18" charset="-122"/>
                <a:cs typeface="Alibaba PuHuiTi R" pitchFamily="18" charset="-122"/>
              </a:rPr>
              <a:t> as e:</a:t>
            </a:r>
          </a:p>
          <a:p>
            <a:pPr>
              <a:lnSpc>
                <a:spcPct val="150000"/>
              </a:lnSpc>
              <a:defRPr/>
            </a:pPr>
            <a:r>
              <a:rPr lang="en-US" altLang="zh-CN" sz="1300" dirty="0">
                <a:latin typeface="Alibaba PuHuiTi R" pitchFamily="18" charset="-122"/>
                <a:ea typeface="Alibaba PuHuiTi R" pitchFamily="18" charset="-122"/>
                <a:cs typeface="Alibaba PuHuiTi R" pitchFamily="18" charset="-122"/>
              </a:rPr>
              <a:t>    print("</a:t>
            </a:r>
            <a:r>
              <a:rPr lang="zh-CN" altLang="en-US" sz="1300" dirty="0">
                <a:latin typeface="Alibaba PuHuiTi R" pitchFamily="18" charset="-122"/>
                <a:ea typeface="Alibaba PuHuiTi R" pitchFamily="18" charset="-122"/>
                <a:cs typeface="Alibaba PuHuiTi R" pitchFamily="18" charset="-122"/>
              </a:rPr>
              <a:t>文件操作出错</a:t>
            </a:r>
            <a:r>
              <a:rPr lang="en-US" altLang="zh-CN" sz="1300" dirty="0">
                <a:latin typeface="Alibaba PuHuiTi R" pitchFamily="18" charset="-122"/>
                <a:ea typeface="Alibaba PuHuiTi R" pitchFamily="18" charset="-122"/>
                <a:cs typeface="Alibaba PuHuiTi R" pitchFamily="18" charset="-122"/>
              </a:rPr>
              <a:t>", e)</a:t>
            </a:r>
          </a:p>
          <a:p>
            <a:pPr>
              <a:lnSpc>
                <a:spcPct val="150000"/>
              </a:lnSpc>
              <a:defRPr/>
            </a:pPr>
            <a:endParaRPr lang="en-US" altLang="zh-CN" sz="1300" dirty="0">
              <a:latin typeface="Alibaba PuHuiTi R" pitchFamily="18" charset="-122"/>
              <a:ea typeface="Alibaba PuHuiTi R" pitchFamily="18" charset="-122"/>
              <a:cs typeface="Alibaba PuHuiTi R" pitchFamily="18" charset="-122"/>
            </a:endParaRPr>
          </a:p>
          <a:p>
            <a:pPr>
              <a:lnSpc>
                <a:spcPct val="150000"/>
              </a:lnSpc>
              <a:defRPr/>
            </a:pPr>
            <a:r>
              <a:rPr lang="en-US" altLang="zh-CN" sz="1300" dirty="0">
                <a:latin typeface="Alibaba PuHuiTi R" pitchFamily="18" charset="-122"/>
                <a:ea typeface="Alibaba PuHuiTi R" pitchFamily="18" charset="-122"/>
                <a:cs typeface="Alibaba PuHuiTi R" pitchFamily="18" charset="-122"/>
              </a:rPr>
              <a:t>finally:</a:t>
            </a:r>
          </a:p>
          <a:p>
            <a:pPr>
              <a:lnSpc>
                <a:spcPct val="150000"/>
              </a:lnSpc>
              <a:defRPr/>
            </a:pPr>
            <a:r>
              <a:rPr lang="en-US" altLang="zh-CN" sz="1300" dirty="0">
                <a:latin typeface="Alibaba PuHuiTi R" pitchFamily="18" charset="-122"/>
                <a:ea typeface="Alibaba PuHuiTi R" pitchFamily="18" charset="-122"/>
                <a:cs typeface="Alibaba PuHuiTi R" pitchFamily="18" charset="-122"/>
              </a:rPr>
              <a:t>    # 3</a:t>
            </a:r>
            <a:r>
              <a:rPr lang="zh-CN" altLang="en-US" sz="1300" dirty="0">
                <a:latin typeface="Alibaba PuHuiTi R" pitchFamily="18" charset="-122"/>
                <a:ea typeface="Alibaba PuHuiTi R" pitchFamily="18" charset="-122"/>
                <a:cs typeface="Alibaba PuHuiTi R" pitchFamily="18" charset="-122"/>
              </a:rPr>
              <a:t>、关闭文件</a:t>
            </a:r>
          </a:p>
          <a:p>
            <a:pPr>
              <a:lnSpc>
                <a:spcPct val="150000"/>
              </a:lnSpc>
              <a:defRPr/>
            </a:pPr>
            <a:r>
              <a:rPr lang="zh-CN" altLang="en-US" sz="1300" dirty="0">
                <a:latin typeface="Alibaba PuHuiTi R" pitchFamily="18" charset="-122"/>
                <a:ea typeface="Alibaba PuHuiTi R" pitchFamily="18" charset="-122"/>
                <a:cs typeface="Alibaba PuHuiTi R" pitchFamily="18" charset="-122"/>
              </a:rPr>
              <a:t>    </a:t>
            </a:r>
            <a:r>
              <a:rPr lang="en-US" altLang="zh-CN" sz="1300" dirty="0" err="1">
                <a:latin typeface="Alibaba PuHuiTi R" pitchFamily="18" charset="-122"/>
                <a:ea typeface="Alibaba PuHuiTi R" pitchFamily="18" charset="-122"/>
                <a:cs typeface="Alibaba PuHuiTi R" pitchFamily="18" charset="-122"/>
              </a:rPr>
              <a:t>f.close</a:t>
            </a:r>
            <a:r>
              <a:rPr lang="en-US" altLang="zh-CN" sz="1300" dirty="0">
                <a:latin typeface="Alibaba PuHuiTi R" pitchFamily="18" charset="-122"/>
                <a:ea typeface="Alibaba PuHuiTi R" pitchFamily="18" charset="-122"/>
                <a:cs typeface="Alibaba PuHuiTi R" pitchFamily="18" charset="-122"/>
              </a:rPr>
              <a:t>()</a:t>
            </a:r>
          </a:p>
        </p:txBody>
      </p:sp>
      <p:pic>
        <p:nvPicPr>
          <p:cNvPr id="10" name="图片 9">
            <a:extLst>
              <a:ext uri="{FF2B5EF4-FFF2-40B4-BE49-F238E27FC236}">
                <a16:creationId xmlns:a16="http://schemas.microsoft.com/office/drawing/2014/main" id="{A752F769-18D0-44EA-8DA8-9E87FE3B2495}"/>
              </a:ext>
            </a:extLst>
          </p:cNvPr>
          <p:cNvPicPr>
            <a:picLocks noChangeAspect="1"/>
          </p:cNvPicPr>
          <p:nvPr/>
        </p:nvPicPr>
        <p:blipFill>
          <a:blip r:embed="rId3"/>
          <a:stretch>
            <a:fillRect/>
          </a:stretch>
        </p:blipFill>
        <p:spPr>
          <a:xfrm>
            <a:off x="3557118" y="3348884"/>
            <a:ext cx="7653104" cy="1291843"/>
          </a:xfrm>
          <a:prstGeom prst="rect">
            <a:avLst/>
          </a:prstGeom>
        </p:spPr>
      </p:pic>
    </p:spTree>
    <p:extLst>
      <p:ext uri="{BB962C8B-B14F-4D97-AF65-F5344CB8AC3E}">
        <p14:creationId xmlns:p14="http://schemas.microsoft.com/office/powerpoint/2010/main" val="23490134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764C089C-0935-5E44-B9F7-7E9F84DDBA17}"/>
              </a:ext>
            </a:extLst>
          </p:cNvPr>
          <p:cNvSpPr>
            <a:spLocks noGrp="1"/>
          </p:cNvSpPr>
          <p:nvPr>
            <p:ph type="title"/>
          </p:nvPr>
        </p:nvSpPr>
        <p:spPr/>
        <p:txBody>
          <a:bodyPr/>
          <a:lstStyle/>
          <a:p>
            <a:r>
              <a:rPr lang="en-US" altLang="zh-CN" b="1" i="0" dirty="0">
                <a:solidFill>
                  <a:srgbClr val="333333"/>
                </a:solidFill>
                <a:effectLst/>
                <a:latin typeface="Helvetica Neue"/>
              </a:rPr>
              <a:t>Python</a:t>
            </a:r>
            <a:r>
              <a:rPr lang="zh-CN" altLang="en-US" b="1" i="0" dirty="0">
                <a:solidFill>
                  <a:srgbClr val="333333"/>
                </a:solidFill>
                <a:effectLst/>
                <a:latin typeface="Helvetica Neue"/>
              </a:rPr>
              <a:t>高级语法</a:t>
            </a:r>
            <a:endParaRPr kumimoji="1" lang="zh-CN" altLang="en-US" dirty="0"/>
          </a:p>
        </p:txBody>
      </p:sp>
      <p:sp>
        <p:nvSpPr>
          <p:cNvPr id="4" name="文本占位符 3">
            <a:extLst>
              <a:ext uri="{FF2B5EF4-FFF2-40B4-BE49-F238E27FC236}">
                <a16:creationId xmlns:a16="http://schemas.microsoft.com/office/drawing/2014/main" id="{6CF94E84-6F22-C942-A1D4-BA6A5DBD17DC}"/>
              </a:ext>
            </a:extLst>
          </p:cNvPr>
          <p:cNvSpPr>
            <a:spLocks noGrp="1"/>
          </p:cNvSpPr>
          <p:nvPr>
            <p:ph type="body" sz="quarter" idx="10"/>
          </p:nvPr>
        </p:nvSpPr>
        <p:spPr/>
        <p:txBody>
          <a:bodyPr/>
          <a:lstStyle/>
          <a:p>
            <a:r>
              <a:rPr lang="en-US" altLang="zh-CN" i="0" dirty="0">
                <a:solidFill>
                  <a:srgbClr val="333333"/>
                </a:solidFill>
                <a:effectLst/>
                <a:latin typeface="Helvetica Neue"/>
              </a:rPr>
              <a:t>4</a:t>
            </a:r>
            <a:r>
              <a:rPr lang="zh-CN" altLang="en-US" i="0" dirty="0">
                <a:solidFill>
                  <a:srgbClr val="333333"/>
                </a:solidFill>
                <a:effectLst/>
                <a:latin typeface="Helvetica Neue"/>
              </a:rPr>
              <a:t>、</a:t>
            </a:r>
            <a:r>
              <a:rPr lang="en-US" altLang="zh-CN" i="0" dirty="0">
                <a:solidFill>
                  <a:srgbClr val="333333"/>
                </a:solidFill>
                <a:effectLst/>
                <a:latin typeface="Helvetica Neue"/>
              </a:rPr>
              <a:t>with</a:t>
            </a:r>
            <a:r>
              <a:rPr lang="zh-CN" altLang="en-US" i="0" dirty="0">
                <a:solidFill>
                  <a:srgbClr val="333333"/>
                </a:solidFill>
                <a:effectLst/>
                <a:latin typeface="Helvetica Neue"/>
              </a:rPr>
              <a:t>语句</a:t>
            </a:r>
            <a:endParaRPr lang="zh-CN" altLang="en-US" b="1" i="0" dirty="0">
              <a:solidFill>
                <a:srgbClr val="333333"/>
              </a:solidFill>
              <a:effectLst/>
              <a:latin typeface="Helvetica Neue"/>
            </a:endParaRPr>
          </a:p>
        </p:txBody>
      </p:sp>
      <p:sp>
        <p:nvSpPr>
          <p:cNvPr id="5" name="文本占位符 7">
            <a:extLst>
              <a:ext uri="{FF2B5EF4-FFF2-40B4-BE49-F238E27FC236}">
                <a16:creationId xmlns:a16="http://schemas.microsoft.com/office/drawing/2014/main" id="{68C5F7F5-A07B-43FC-BE63-2B5946B28C7A}"/>
              </a:ext>
            </a:extLst>
          </p:cNvPr>
          <p:cNvSpPr>
            <a:spLocks noGrp="1"/>
          </p:cNvSpPr>
          <p:nvPr>
            <p:ph type="body" sz="quarter" idx="11"/>
          </p:nvPr>
        </p:nvSpPr>
        <p:spPr>
          <a:xfrm>
            <a:off x="721201" y="1635973"/>
            <a:ext cx="10749598" cy="2180131"/>
          </a:xfrm>
        </p:spPr>
        <p:txBody>
          <a:bodyPr/>
          <a:lstStyle/>
          <a:p>
            <a:pPr marL="0" indent="0" algn="l">
              <a:buNone/>
            </a:pPr>
            <a:r>
              <a:rPr lang="zh-CN" altLang="en-US" b="0" i="0" dirty="0">
                <a:solidFill>
                  <a:srgbClr val="333333"/>
                </a:solidFill>
                <a:effectLst/>
                <a:latin typeface="Helvetica Neue"/>
              </a:rPr>
              <a:t>这种方法虽然代码运行良好</a:t>
            </a:r>
            <a:r>
              <a:rPr lang="en-US" altLang="zh-CN" b="0" i="0" dirty="0">
                <a:solidFill>
                  <a:srgbClr val="333333"/>
                </a:solidFill>
                <a:effectLst/>
                <a:latin typeface="Helvetica Neue"/>
              </a:rPr>
              <a:t>,</a:t>
            </a:r>
            <a:r>
              <a:rPr lang="zh-CN" altLang="en-US" b="0" i="0" dirty="0">
                <a:solidFill>
                  <a:srgbClr val="333333"/>
                </a:solidFill>
                <a:effectLst/>
                <a:latin typeface="Helvetica Neue"/>
              </a:rPr>
              <a:t>但是缺点就是代码过于冗长</a:t>
            </a:r>
            <a:r>
              <a:rPr lang="en-US" altLang="zh-CN" b="0" i="0" dirty="0">
                <a:solidFill>
                  <a:srgbClr val="333333"/>
                </a:solidFill>
                <a:effectLst/>
                <a:latin typeface="Helvetica Neue"/>
              </a:rPr>
              <a:t>,</a:t>
            </a:r>
            <a:r>
              <a:rPr lang="zh-CN" altLang="en-US" b="0" i="0" dirty="0">
                <a:solidFill>
                  <a:srgbClr val="333333"/>
                </a:solidFill>
                <a:effectLst/>
                <a:latin typeface="Helvetica Neue"/>
              </a:rPr>
              <a:t>并且需要添加</a:t>
            </a:r>
            <a:r>
              <a:rPr lang="en-US" altLang="zh-CN" b="0" i="0" dirty="0">
                <a:solidFill>
                  <a:srgbClr val="333333"/>
                </a:solidFill>
                <a:effectLst/>
                <a:latin typeface="Helvetica Neue"/>
              </a:rPr>
              <a:t>try-except-finally</a:t>
            </a:r>
            <a:r>
              <a:rPr lang="zh-CN" altLang="en-US" b="0" i="0" dirty="0">
                <a:solidFill>
                  <a:srgbClr val="333333"/>
                </a:solidFill>
                <a:effectLst/>
                <a:latin typeface="Helvetica Neue"/>
              </a:rPr>
              <a:t>语句</a:t>
            </a:r>
            <a:r>
              <a:rPr lang="en-US" altLang="zh-CN" b="0" i="0" dirty="0">
                <a:solidFill>
                  <a:srgbClr val="333333"/>
                </a:solidFill>
                <a:effectLst/>
                <a:latin typeface="Helvetica Neue"/>
              </a:rPr>
              <a:t>,</a:t>
            </a:r>
            <a:r>
              <a:rPr lang="zh-CN" altLang="en-US" b="0" i="0" dirty="0">
                <a:solidFill>
                  <a:srgbClr val="333333"/>
                </a:solidFill>
                <a:effectLst/>
                <a:latin typeface="Helvetica Neue"/>
              </a:rPr>
              <a:t>不是很方便</a:t>
            </a:r>
            <a:r>
              <a:rPr lang="en-US" altLang="zh-CN" b="0" i="0" dirty="0">
                <a:solidFill>
                  <a:srgbClr val="333333"/>
                </a:solidFill>
                <a:effectLst/>
                <a:latin typeface="Helvetica Neue"/>
              </a:rPr>
              <a:t>,</a:t>
            </a:r>
            <a:r>
              <a:rPr lang="zh-CN" altLang="en-US" b="0" i="0" dirty="0">
                <a:solidFill>
                  <a:srgbClr val="333333"/>
                </a:solidFill>
                <a:effectLst/>
                <a:latin typeface="Helvetica Neue"/>
              </a:rPr>
              <a:t>也容易忘记</a:t>
            </a:r>
            <a:r>
              <a:rPr lang="en-US" altLang="zh-CN" b="0" i="0" dirty="0">
                <a:solidFill>
                  <a:srgbClr val="333333"/>
                </a:solidFill>
                <a:effectLst/>
                <a:latin typeface="Helvetica Neue"/>
              </a:rPr>
              <a:t>.</a:t>
            </a:r>
          </a:p>
          <a:p>
            <a:pPr marL="0" indent="0" algn="l">
              <a:buNone/>
            </a:pPr>
            <a:endParaRPr lang="en-US" altLang="zh-CN" b="0" i="0" dirty="0">
              <a:solidFill>
                <a:srgbClr val="333333"/>
              </a:solidFill>
              <a:effectLst/>
              <a:latin typeface="Helvetica Neue"/>
            </a:endParaRPr>
          </a:p>
          <a:p>
            <a:pPr marL="0" indent="0" algn="l">
              <a:buNone/>
            </a:pPr>
            <a:r>
              <a:rPr lang="zh-CN" altLang="en-US" b="0" i="0" dirty="0">
                <a:solidFill>
                  <a:srgbClr val="333333"/>
                </a:solidFill>
                <a:effectLst/>
                <a:latin typeface="Helvetica Neue"/>
              </a:rPr>
              <a:t>在这种情况下</a:t>
            </a:r>
            <a:r>
              <a:rPr lang="zh-CN" altLang="en-US" dirty="0">
                <a:solidFill>
                  <a:srgbClr val="333333"/>
                </a:solidFill>
                <a:latin typeface="Helvetica Neue"/>
              </a:rPr>
              <a:t>，</a:t>
            </a:r>
            <a:r>
              <a:rPr lang="en-US" altLang="zh-CN" b="1" i="0" dirty="0">
                <a:solidFill>
                  <a:srgbClr val="C00000"/>
                </a:solidFill>
                <a:effectLst/>
                <a:latin typeface="Helvetica Neue"/>
              </a:rPr>
              <a:t>Python</a:t>
            </a:r>
            <a:r>
              <a:rPr lang="zh-CN" altLang="en-US" b="1" i="0" dirty="0">
                <a:solidFill>
                  <a:srgbClr val="C00000"/>
                </a:solidFill>
                <a:effectLst/>
                <a:latin typeface="Helvetica Neue"/>
              </a:rPr>
              <a:t>提供了 </a:t>
            </a:r>
            <a:r>
              <a:rPr lang="en-US" altLang="zh-CN" b="1" i="0" dirty="0">
                <a:solidFill>
                  <a:srgbClr val="C00000"/>
                </a:solidFill>
                <a:effectLst/>
                <a:latin typeface="Helvetica Neue"/>
              </a:rPr>
              <a:t>with </a:t>
            </a:r>
            <a:r>
              <a:rPr lang="zh-CN" altLang="en-US" b="1" i="0" dirty="0">
                <a:solidFill>
                  <a:srgbClr val="C00000"/>
                </a:solidFill>
                <a:effectLst/>
                <a:latin typeface="Helvetica Neue"/>
              </a:rPr>
              <a:t>语句的这种写法，既简单又安全，并且 </a:t>
            </a:r>
            <a:r>
              <a:rPr lang="en-US" altLang="zh-CN" b="1" i="0" dirty="0">
                <a:solidFill>
                  <a:srgbClr val="C00000"/>
                </a:solidFill>
                <a:effectLst/>
                <a:latin typeface="Helvetica Neue"/>
              </a:rPr>
              <a:t>with </a:t>
            </a:r>
            <a:r>
              <a:rPr lang="zh-CN" altLang="en-US" b="1" i="0" dirty="0">
                <a:solidFill>
                  <a:srgbClr val="C00000"/>
                </a:solidFill>
                <a:effectLst/>
                <a:latin typeface="Helvetica Neue"/>
              </a:rPr>
              <a:t>语句执行完成以后自动调用关闭文件操作，即使出现异常也会自动调用关闭文件操作</a:t>
            </a:r>
            <a:r>
              <a:rPr lang="zh-CN" altLang="en-US" b="0" i="0" dirty="0">
                <a:solidFill>
                  <a:srgbClr val="C00000"/>
                </a:solidFill>
                <a:effectLst/>
                <a:latin typeface="Helvetica Neue"/>
              </a:rPr>
              <a:t>。</a:t>
            </a:r>
            <a:endParaRPr lang="en-US" altLang="zh-CN" b="0" i="0" dirty="0">
              <a:solidFill>
                <a:srgbClr val="C00000"/>
              </a:solidFill>
              <a:effectLst/>
              <a:latin typeface="Helvetica Neue"/>
            </a:endParaRPr>
          </a:p>
          <a:p>
            <a:pPr marL="0" indent="0" algn="l">
              <a:buNone/>
            </a:pPr>
            <a:endParaRPr lang="zh-CN" altLang="en-US" b="0" i="0" dirty="0">
              <a:solidFill>
                <a:srgbClr val="333333"/>
              </a:solidFill>
              <a:effectLst/>
              <a:latin typeface="Helvetica Neue"/>
            </a:endParaRPr>
          </a:p>
          <a:p>
            <a:pPr marL="0" indent="0" algn="l">
              <a:buNone/>
            </a:pPr>
            <a:r>
              <a:rPr lang="en-US" altLang="zh-CN" dirty="0">
                <a:latin typeface="Helvetica Neue"/>
              </a:rPr>
              <a:t>with </a:t>
            </a:r>
            <a:r>
              <a:rPr lang="zh-CN" altLang="en-US" dirty="0">
                <a:latin typeface="Helvetica Neue"/>
              </a:rPr>
              <a:t>语句的示例代码：</a:t>
            </a:r>
            <a:endParaRPr lang="zh-CN" altLang="en-US" dirty="0"/>
          </a:p>
        </p:txBody>
      </p:sp>
      <p:sp>
        <p:nvSpPr>
          <p:cNvPr id="7" name="TextBox 3">
            <a:extLst>
              <a:ext uri="{FF2B5EF4-FFF2-40B4-BE49-F238E27FC236}">
                <a16:creationId xmlns:a16="http://schemas.microsoft.com/office/drawing/2014/main" id="{E57E44E6-9713-4DE7-A85A-1F71E27D2100}"/>
              </a:ext>
            </a:extLst>
          </p:cNvPr>
          <p:cNvSpPr txBox="1"/>
          <p:nvPr/>
        </p:nvSpPr>
        <p:spPr>
          <a:xfrm>
            <a:off x="763805" y="4248183"/>
            <a:ext cx="10643747" cy="1257267"/>
          </a:xfrm>
          <a:prstGeom prst="rect">
            <a:avLst/>
          </a:prstGeom>
          <a:solidFill>
            <a:srgbClr val="FFFFE4"/>
          </a:solidFill>
          <a:ln w="3175">
            <a:solidFill>
              <a:srgbClr val="919191"/>
            </a:solidFill>
          </a:ln>
        </p:spPr>
        <p:txBody>
          <a:bodyPr wrap="square">
            <a:spAutoFit/>
          </a:bodyPr>
          <a:lstStyle/>
          <a:p>
            <a:pPr>
              <a:lnSpc>
                <a:spcPct val="150000"/>
              </a:lnSpc>
              <a:defRPr/>
            </a:pPr>
            <a:r>
              <a:rPr lang="en-US" altLang="zh-CN" sz="1300" dirty="0">
                <a:latin typeface="Alibaba PuHuiTi R" pitchFamily="18" charset="-122"/>
                <a:ea typeface="Alibaba PuHuiTi R" pitchFamily="18" charset="-122"/>
                <a:cs typeface="Alibaba PuHuiTi R" pitchFamily="18" charset="-122"/>
              </a:rPr>
              <a:t># 1</a:t>
            </a:r>
            <a:r>
              <a:rPr lang="zh-CN" altLang="en-US" sz="1300" dirty="0">
                <a:latin typeface="Alibaba PuHuiTi R" pitchFamily="18" charset="-122"/>
                <a:ea typeface="Alibaba PuHuiTi R" pitchFamily="18" charset="-122"/>
                <a:cs typeface="Alibaba PuHuiTi R" pitchFamily="18" charset="-122"/>
              </a:rPr>
              <a:t>、以写的方式打开文件</a:t>
            </a:r>
          </a:p>
          <a:p>
            <a:pPr>
              <a:lnSpc>
                <a:spcPct val="150000"/>
              </a:lnSpc>
              <a:defRPr/>
            </a:pPr>
            <a:r>
              <a:rPr lang="en-US" altLang="zh-CN" sz="1300" dirty="0">
                <a:latin typeface="Alibaba PuHuiTi R" pitchFamily="18" charset="-122"/>
                <a:ea typeface="Alibaba PuHuiTi R" pitchFamily="18" charset="-122"/>
                <a:cs typeface="Alibaba PuHuiTi R" pitchFamily="18" charset="-122"/>
              </a:rPr>
              <a:t>with open("1.txt", "w") as f:</a:t>
            </a:r>
          </a:p>
          <a:p>
            <a:pPr>
              <a:lnSpc>
                <a:spcPct val="150000"/>
              </a:lnSpc>
              <a:defRPr/>
            </a:pPr>
            <a:r>
              <a:rPr lang="en-US" altLang="zh-CN" sz="1300" dirty="0">
                <a:latin typeface="Alibaba PuHuiTi R" pitchFamily="18" charset="-122"/>
                <a:ea typeface="Alibaba PuHuiTi R" pitchFamily="18" charset="-122"/>
                <a:cs typeface="Alibaba PuHuiTi R" pitchFamily="18" charset="-122"/>
              </a:rPr>
              <a:t>    # 2</a:t>
            </a:r>
            <a:r>
              <a:rPr lang="zh-CN" altLang="en-US" sz="1300" dirty="0">
                <a:latin typeface="Alibaba PuHuiTi R" pitchFamily="18" charset="-122"/>
                <a:ea typeface="Alibaba PuHuiTi R" pitchFamily="18" charset="-122"/>
                <a:cs typeface="Alibaba PuHuiTi R" pitchFamily="18" charset="-122"/>
              </a:rPr>
              <a:t>、读取文件内容</a:t>
            </a:r>
          </a:p>
          <a:p>
            <a:pPr>
              <a:lnSpc>
                <a:spcPct val="150000"/>
              </a:lnSpc>
              <a:defRPr/>
            </a:pPr>
            <a:r>
              <a:rPr lang="zh-CN" altLang="en-US" sz="1300" dirty="0">
                <a:latin typeface="Alibaba PuHuiTi R" pitchFamily="18" charset="-122"/>
                <a:ea typeface="Alibaba PuHuiTi R" pitchFamily="18" charset="-122"/>
                <a:cs typeface="Alibaba PuHuiTi R" pitchFamily="18" charset="-122"/>
              </a:rPr>
              <a:t>    </a:t>
            </a:r>
            <a:r>
              <a:rPr lang="en-US" altLang="zh-CN" sz="1300" dirty="0" err="1">
                <a:latin typeface="Alibaba PuHuiTi R" pitchFamily="18" charset="-122"/>
                <a:ea typeface="Alibaba PuHuiTi R" pitchFamily="18" charset="-122"/>
                <a:cs typeface="Alibaba PuHuiTi R" pitchFamily="18" charset="-122"/>
              </a:rPr>
              <a:t>f.write</a:t>
            </a:r>
            <a:r>
              <a:rPr lang="en-US" altLang="zh-CN" sz="1300" dirty="0">
                <a:latin typeface="Alibaba PuHuiTi R" pitchFamily="18" charset="-122"/>
                <a:ea typeface="Alibaba PuHuiTi R" pitchFamily="18" charset="-122"/>
                <a:cs typeface="Alibaba PuHuiTi R" pitchFamily="18" charset="-122"/>
              </a:rPr>
              <a:t>("hello world")</a:t>
            </a:r>
          </a:p>
        </p:txBody>
      </p:sp>
    </p:spTree>
    <p:extLst>
      <p:ext uri="{BB962C8B-B14F-4D97-AF65-F5344CB8AC3E}">
        <p14:creationId xmlns:p14="http://schemas.microsoft.com/office/powerpoint/2010/main" val="18280345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6DC7A42-DEB9-4846-9885-EF1F65B29AB4}"/>
              </a:ext>
            </a:extLst>
          </p:cNvPr>
          <p:cNvSpPr>
            <a:spLocks noGrp="1"/>
          </p:cNvSpPr>
          <p:nvPr>
            <p:ph type="title"/>
          </p:nvPr>
        </p:nvSpPr>
        <p:spPr/>
        <p:txBody>
          <a:bodyPr/>
          <a:lstStyle/>
          <a:p>
            <a:pPr algn="l"/>
            <a:r>
              <a:rPr lang="en-US" altLang="zh-CN" b="1" dirty="0">
                <a:solidFill>
                  <a:srgbClr val="333333"/>
                </a:solidFill>
                <a:latin typeface="Helvetica Neue"/>
              </a:rPr>
              <a:t>Python</a:t>
            </a:r>
            <a:r>
              <a:rPr lang="zh-CN" altLang="en-US" b="1" i="0" dirty="0">
                <a:solidFill>
                  <a:srgbClr val="333333"/>
                </a:solidFill>
                <a:effectLst/>
                <a:latin typeface="Helvetica Neue"/>
              </a:rPr>
              <a:t>生成器</a:t>
            </a:r>
          </a:p>
        </p:txBody>
      </p:sp>
      <p:sp>
        <p:nvSpPr>
          <p:cNvPr id="3" name="文本占位符 2">
            <a:extLst>
              <a:ext uri="{FF2B5EF4-FFF2-40B4-BE49-F238E27FC236}">
                <a16:creationId xmlns:a16="http://schemas.microsoft.com/office/drawing/2014/main" id="{DC0D98B5-82FB-804B-8565-7E31DD4B40B6}"/>
              </a:ext>
            </a:extLst>
          </p:cNvPr>
          <p:cNvSpPr>
            <a:spLocks noGrp="1"/>
          </p:cNvSpPr>
          <p:nvPr>
            <p:ph type="body" sz="quarter" idx="10"/>
          </p:nvPr>
        </p:nvSpPr>
        <p:spPr/>
        <p:txBody>
          <a:bodyPr/>
          <a:lstStyle/>
          <a:p>
            <a:r>
              <a:rPr kumimoji="1" lang="en-US" altLang="zh-CN" dirty="0"/>
              <a:t>02</a:t>
            </a:r>
            <a:endParaRPr kumimoji="1" lang="zh-CN" altLang="en-US" dirty="0"/>
          </a:p>
        </p:txBody>
      </p:sp>
    </p:spTree>
    <p:extLst>
      <p:ext uri="{BB962C8B-B14F-4D97-AF65-F5344CB8AC3E}">
        <p14:creationId xmlns:p14="http://schemas.microsoft.com/office/powerpoint/2010/main" val="40806277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764C089C-0935-5E44-B9F7-7E9F84DDBA17}"/>
              </a:ext>
            </a:extLst>
          </p:cNvPr>
          <p:cNvSpPr>
            <a:spLocks noGrp="1"/>
          </p:cNvSpPr>
          <p:nvPr>
            <p:ph type="title"/>
          </p:nvPr>
        </p:nvSpPr>
        <p:spPr/>
        <p:txBody>
          <a:bodyPr/>
          <a:lstStyle/>
          <a:p>
            <a:r>
              <a:rPr lang="en-US" altLang="zh-CN" b="1" i="0" dirty="0">
                <a:solidFill>
                  <a:srgbClr val="333333"/>
                </a:solidFill>
                <a:effectLst/>
                <a:latin typeface="Helvetica Neue"/>
              </a:rPr>
              <a:t>Python</a:t>
            </a:r>
            <a:r>
              <a:rPr lang="zh-CN" altLang="en-US" b="1" i="0" dirty="0">
                <a:solidFill>
                  <a:srgbClr val="333333"/>
                </a:solidFill>
                <a:effectLst/>
                <a:latin typeface="Helvetica Neue"/>
              </a:rPr>
              <a:t>高级语法</a:t>
            </a:r>
            <a:endParaRPr kumimoji="1" lang="zh-CN" altLang="en-US" dirty="0"/>
          </a:p>
        </p:txBody>
      </p:sp>
      <p:sp>
        <p:nvSpPr>
          <p:cNvPr id="4" name="文本占位符 3">
            <a:extLst>
              <a:ext uri="{FF2B5EF4-FFF2-40B4-BE49-F238E27FC236}">
                <a16:creationId xmlns:a16="http://schemas.microsoft.com/office/drawing/2014/main" id="{6CF94E84-6F22-C942-A1D4-BA6A5DBD17DC}"/>
              </a:ext>
            </a:extLst>
          </p:cNvPr>
          <p:cNvSpPr>
            <a:spLocks noGrp="1"/>
          </p:cNvSpPr>
          <p:nvPr>
            <p:ph type="body" sz="quarter" idx="10"/>
          </p:nvPr>
        </p:nvSpPr>
        <p:spPr/>
        <p:txBody>
          <a:bodyPr/>
          <a:lstStyle/>
          <a:p>
            <a:r>
              <a:rPr lang="en-US" altLang="zh-CN" i="0" dirty="0">
                <a:solidFill>
                  <a:srgbClr val="333333"/>
                </a:solidFill>
                <a:effectLst/>
                <a:latin typeface="Helvetica Neue"/>
              </a:rPr>
              <a:t>1</a:t>
            </a:r>
            <a:r>
              <a:rPr lang="zh-CN" altLang="en-US" i="0" dirty="0">
                <a:solidFill>
                  <a:srgbClr val="333333"/>
                </a:solidFill>
                <a:effectLst/>
                <a:latin typeface="Helvetica Neue"/>
              </a:rPr>
              <a:t>、</a:t>
            </a:r>
            <a:r>
              <a:rPr lang="zh-CN" altLang="en-US" dirty="0">
                <a:solidFill>
                  <a:srgbClr val="333333"/>
                </a:solidFill>
                <a:latin typeface="Helvetica Neue"/>
              </a:rPr>
              <a:t>什么是生成器</a:t>
            </a:r>
            <a:endParaRPr lang="zh-CN" altLang="en-US" b="1" i="0" dirty="0">
              <a:solidFill>
                <a:srgbClr val="333333"/>
              </a:solidFill>
              <a:effectLst/>
              <a:latin typeface="Helvetica Neue"/>
            </a:endParaRPr>
          </a:p>
        </p:txBody>
      </p:sp>
      <p:sp>
        <p:nvSpPr>
          <p:cNvPr id="5" name="文本占位符 7">
            <a:extLst>
              <a:ext uri="{FF2B5EF4-FFF2-40B4-BE49-F238E27FC236}">
                <a16:creationId xmlns:a16="http://schemas.microsoft.com/office/drawing/2014/main" id="{68C5F7F5-A07B-43FC-BE63-2B5946B28C7A}"/>
              </a:ext>
            </a:extLst>
          </p:cNvPr>
          <p:cNvSpPr>
            <a:spLocks noGrp="1"/>
          </p:cNvSpPr>
          <p:nvPr>
            <p:ph type="body" sz="quarter" idx="11"/>
          </p:nvPr>
        </p:nvSpPr>
        <p:spPr>
          <a:xfrm>
            <a:off x="721201" y="1635973"/>
            <a:ext cx="10749598" cy="815825"/>
          </a:xfrm>
        </p:spPr>
        <p:txBody>
          <a:bodyPr/>
          <a:lstStyle/>
          <a:p>
            <a:pPr marL="0" indent="0" algn="l">
              <a:buNone/>
            </a:pPr>
            <a:r>
              <a:rPr lang="zh-CN" altLang="en-US" b="0" i="0" dirty="0">
                <a:solidFill>
                  <a:srgbClr val="333333"/>
                </a:solidFill>
                <a:effectLst/>
                <a:latin typeface="Helvetica Neue"/>
              </a:rPr>
              <a:t>根据程序员制定的规则循环生成数据，当条件不成立时则生成数据结束。数据不是一次性全部生成出来，而是使用一个，再生成一个，可以</a:t>
            </a:r>
            <a:r>
              <a:rPr lang="zh-CN" altLang="en-US" b="1" i="0" dirty="0">
                <a:solidFill>
                  <a:srgbClr val="C00000"/>
                </a:solidFill>
                <a:effectLst/>
                <a:latin typeface="Helvetica Neue"/>
              </a:rPr>
              <a:t>节约大量的内存</a:t>
            </a:r>
            <a:r>
              <a:rPr lang="zh-CN" altLang="en-US" b="0" i="0" dirty="0">
                <a:solidFill>
                  <a:srgbClr val="C00000"/>
                </a:solidFill>
                <a:effectLst/>
                <a:latin typeface="Helvetica Neue"/>
              </a:rPr>
              <a:t>。</a:t>
            </a:r>
            <a:endParaRPr lang="en-US" altLang="zh-CN" dirty="0">
              <a:solidFill>
                <a:srgbClr val="C00000"/>
              </a:solidFill>
              <a:latin typeface="Helvetica Neue"/>
            </a:endParaRPr>
          </a:p>
          <a:p>
            <a:pPr marL="0" indent="0" algn="l">
              <a:buNone/>
            </a:pPr>
            <a:endParaRPr lang="en-US" altLang="zh-CN" b="0" i="0" dirty="0">
              <a:solidFill>
                <a:srgbClr val="333333"/>
              </a:solidFill>
              <a:effectLst/>
              <a:latin typeface="Helvetica Neue"/>
            </a:endParaRPr>
          </a:p>
          <a:p>
            <a:pPr marL="0" indent="0" algn="l">
              <a:buNone/>
            </a:pPr>
            <a:endParaRPr lang="en-US" altLang="zh-CN" dirty="0">
              <a:solidFill>
                <a:srgbClr val="333333"/>
              </a:solidFill>
              <a:latin typeface="Helvetica Neue"/>
            </a:endParaRPr>
          </a:p>
          <a:p>
            <a:pPr marL="0" indent="0" algn="l">
              <a:buNone/>
            </a:pPr>
            <a:endParaRPr lang="en-US" altLang="zh-CN" b="0" i="0" dirty="0">
              <a:solidFill>
                <a:srgbClr val="333333"/>
              </a:solidFill>
              <a:effectLst/>
              <a:latin typeface="Helvetica Neue"/>
            </a:endParaRPr>
          </a:p>
          <a:p>
            <a:pPr marL="0" indent="0" algn="l">
              <a:buNone/>
            </a:pPr>
            <a:endParaRPr lang="en-US" altLang="zh-CN" dirty="0">
              <a:solidFill>
                <a:srgbClr val="333333"/>
              </a:solidFill>
              <a:latin typeface="Helvetica Neue"/>
            </a:endParaRPr>
          </a:p>
          <a:p>
            <a:pPr marL="0" indent="0" algn="l">
              <a:buNone/>
            </a:pPr>
            <a:endParaRPr lang="en-US" altLang="zh-CN" b="0" i="0" dirty="0">
              <a:solidFill>
                <a:srgbClr val="333333"/>
              </a:solidFill>
              <a:effectLst/>
              <a:latin typeface="Helvetica Neue"/>
            </a:endParaRPr>
          </a:p>
          <a:p>
            <a:pPr marL="0" indent="0" algn="l">
              <a:buNone/>
            </a:pPr>
            <a:endParaRPr lang="en-US" altLang="zh-CN" dirty="0">
              <a:solidFill>
                <a:srgbClr val="333333"/>
              </a:solidFill>
              <a:latin typeface="Helvetica Neue"/>
            </a:endParaRPr>
          </a:p>
          <a:p>
            <a:pPr marL="0" indent="0" algn="l">
              <a:buNone/>
            </a:pPr>
            <a:endParaRPr lang="en-US" altLang="zh-CN" b="0" i="0">
              <a:solidFill>
                <a:srgbClr val="333333"/>
              </a:solidFill>
              <a:effectLst/>
              <a:latin typeface="Helvetica Neue"/>
            </a:endParaRPr>
          </a:p>
          <a:p>
            <a:pPr marL="0" indent="0" algn="l">
              <a:buNone/>
            </a:pPr>
            <a:endParaRPr lang="en-US" altLang="zh-CN" b="0" i="0" dirty="0">
              <a:solidFill>
                <a:srgbClr val="333333"/>
              </a:solidFill>
              <a:effectLst/>
              <a:latin typeface="Helvetica Neue"/>
            </a:endParaRPr>
          </a:p>
          <a:p>
            <a:pPr marL="0" indent="0" algn="l">
              <a:buNone/>
            </a:pPr>
            <a:r>
              <a:rPr lang="zh-CN" altLang="en-US" b="0" i="0" dirty="0">
                <a:solidFill>
                  <a:srgbClr val="333333"/>
                </a:solidFill>
                <a:effectLst/>
                <a:latin typeface="Helvetica Neue"/>
              </a:rPr>
              <a:t>创建生成器的方式：</a:t>
            </a:r>
            <a:r>
              <a:rPr lang="zh-CN" altLang="en-US" b="0" i="0" dirty="0">
                <a:solidFill>
                  <a:srgbClr val="C00000"/>
                </a:solidFill>
                <a:effectLst/>
                <a:latin typeface="Helvetica Neue"/>
              </a:rPr>
              <a:t>① 生成器推导式  ② </a:t>
            </a:r>
            <a:r>
              <a:rPr lang="en-US" altLang="zh-CN" b="0" i="0" dirty="0">
                <a:solidFill>
                  <a:srgbClr val="C00000"/>
                </a:solidFill>
                <a:effectLst/>
                <a:latin typeface="Helvetica Neue"/>
              </a:rPr>
              <a:t>yield </a:t>
            </a:r>
            <a:r>
              <a:rPr lang="zh-CN" altLang="en-US" b="0" i="0" dirty="0">
                <a:solidFill>
                  <a:srgbClr val="C00000"/>
                </a:solidFill>
                <a:effectLst/>
                <a:latin typeface="Helvetica Neue"/>
              </a:rPr>
              <a:t>关键字</a:t>
            </a:r>
          </a:p>
        </p:txBody>
      </p:sp>
      <p:pic>
        <p:nvPicPr>
          <p:cNvPr id="6" name="图片 5">
            <a:extLst>
              <a:ext uri="{FF2B5EF4-FFF2-40B4-BE49-F238E27FC236}">
                <a16:creationId xmlns:a16="http://schemas.microsoft.com/office/drawing/2014/main" id="{3A94CF9E-03EF-443A-A124-073EAF21F7F1}"/>
              </a:ext>
            </a:extLst>
          </p:cNvPr>
          <p:cNvPicPr>
            <a:picLocks noChangeAspect="1"/>
          </p:cNvPicPr>
          <p:nvPr/>
        </p:nvPicPr>
        <p:blipFill>
          <a:blip r:embed="rId3"/>
          <a:stretch>
            <a:fillRect/>
          </a:stretch>
        </p:blipFill>
        <p:spPr>
          <a:xfrm>
            <a:off x="3744560" y="2630500"/>
            <a:ext cx="3128513" cy="2981000"/>
          </a:xfrm>
          <a:prstGeom prst="rect">
            <a:avLst/>
          </a:prstGeom>
        </p:spPr>
      </p:pic>
    </p:spTree>
    <p:extLst>
      <p:ext uri="{BB962C8B-B14F-4D97-AF65-F5344CB8AC3E}">
        <p14:creationId xmlns:p14="http://schemas.microsoft.com/office/powerpoint/2010/main" val="31027364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764C089C-0935-5E44-B9F7-7E9F84DDBA17}"/>
              </a:ext>
            </a:extLst>
          </p:cNvPr>
          <p:cNvSpPr>
            <a:spLocks noGrp="1"/>
          </p:cNvSpPr>
          <p:nvPr>
            <p:ph type="title"/>
          </p:nvPr>
        </p:nvSpPr>
        <p:spPr/>
        <p:txBody>
          <a:bodyPr/>
          <a:lstStyle/>
          <a:p>
            <a:r>
              <a:rPr lang="en-US" altLang="zh-CN" b="1" i="0" dirty="0">
                <a:solidFill>
                  <a:srgbClr val="333333"/>
                </a:solidFill>
                <a:effectLst/>
                <a:latin typeface="Helvetica Neue"/>
              </a:rPr>
              <a:t>Python</a:t>
            </a:r>
            <a:r>
              <a:rPr lang="zh-CN" altLang="en-US" b="1" i="0" dirty="0">
                <a:solidFill>
                  <a:srgbClr val="333333"/>
                </a:solidFill>
                <a:effectLst/>
                <a:latin typeface="Helvetica Neue"/>
              </a:rPr>
              <a:t>高级语法</a:t>
            </a:r>
            <a:endParaRPr kumimoji="1" lang="zh-CN" altLang="en-US" dirty="0"/>
          </a:p>
        </p:txBody>
      </p:sp>
      <p:sp>
        <p:nvSpPr>
          <p:cNvPr id="4" name="文本占位符 3">
            <a:extLst>
              <a:ext uri="{FF2B5EF4-FFF2-40B4-BE49-F238E27FC236}">
                <a16:creationId xmlns:a16="http://schemas.microsoft.com/office/drawing/2014/main" id="{6CF94E84-6F22-C942-A1D4-BA6A5DBD17DC}"/>
              </a:ext>
            </a:extLst>
          </p:cNvPr>
          <p:cNvSpPr>
            <a:spLocks noGrp="1"/>
          </p:cNvSpPr>
          <p:nvPr>
            <p:ph type="body" sz="quarter" idx="10"/>
          </p:nvPr>
        </p:nvSpPr>
        <p:spPr/>
        <p:txBody>
          <a:bodyPr/>
          <a:lstStyle/>
          <a:p>
            <a:r>
              <a:rPr lang="en-US" altLang="zh-CN" i="0" dirty="0">
                <a:solidFill>
                  <a:srgbClr val="333333"/>
                </a:solidFill>
                <a:effectLst/>
                <a:latin typeface="Helvetica Neue"/>
              </a:rPr>
              <a:t>2</a:t>
            </a:r>
            <a:r>
              <a:rPr lang="zh-CN" altLang="en-US" i="0" dirty="0">
                <a:solidFill>
                  <a:srgbClr val="333333"/>
                </a:solidFill>
                <a:effectLst/>
                <a:latin typeface="Helvetica Neue"/>
              </a:rPr>
              <a:t>、生成器推导式</a:t>
            </a:r>
            <a:endParaRPr lang="zh-CN" altLang="en-US" b="1" i="0" dirty="0">
              <a:solidFill>
                <a:srgbClr val="333333"/>
              </a:solidFill>
              <a:effectLst/>
              <a:latin typeface="Helvetica Neue"/>
            </a:endParaRPr>
          </a:p>
        </p:txBody>
      </p:sp>
      <p:sp>
        <p:nvSpPr>
          <p:cNvPr id="5" name="文本占位符 7">
            <a:extLst>
              <a:ext uri="{FF2B5EF4-FFF2-40B4-BE49-F238E27FC236}">
                <a16:creationId xmlns:a16="http://schemas.microsoft.com/office/drawing/2014/main" id="{68C5F7F5-A07B-43FC-BE63-2B5946B28C7A}"/>
              </a:ext>
            </a:extLst>
          </p:cNvPr>
          <p:cNvSpPr>
            <a:spLocks noGrp="1"/>
          </p:cNvSpPr>
          <p:nvPr>
            <p:ph type="body" sz="quarter" idx="11"/>
          </p:nvPr>
        </p:nvSpPr>
        <p:spPr>
          <a:xfrm>
            <a:off x="721201" y="1635972"/>
            <a:ext cx="10749598" cy="2986269"/>
          </a:xfrm>
        </p:spPr>
        <p:txBody>
          <a:bodyPr/>
          <a:lstStyle/>
          <a:p>
            <a:pPr marL="0" indent="0" algn="l">
              <a:buNone/>
            </a:pPr>
            <a:r>
              <a:rPr lang="en-US" altLang="zh-CN" b="0" i="0" dirty="0">
                <a:solidFill>
                  <a:srgbClr val="333333"/>
                </a:solidFill>
                <a:effectLst/>
                <a:latin typeface="Helvetica Neue"/>
              </a:rPr>
              <a:t># </a:t>
            </a:r>
            <a:r>
              <a:rPr lang="zh-CN" altLang="en-US" b="0" i="0" dirty="0">
                <a:solidFill>
                  <a:srgbClr val="333333"/>
                </a:solidFill>
                <a:effectLst/>
                <a:latin typeface="Helvetica Neue"/>
              </a:rPr>
              <a:t>创建生成器</a:t>
            </a:r>
            <a:endParaRPr lang="en-US" altLang="zh-CN" b="0" i="0" dirty="0">
              <a:solidFill>
                <a:srgbClr val="333333"/>
              </a:solidFill>
              <a:effectLst/>
              <a:latin typeface="Helvetica Neue"/>
            </a:endParaRPr>
          </a:p>
          <a:p>
            <a:pPr marL="0" indent="0" algn="l">
              <a:buNone/>
            </a:pPr>
            <a:endParaRPr lang="en-US" altLang="zh-CN" dirty="0">
              <a:solidFill>
                <a:srgbClr val="333333"/>
              </a:solidFill>
              <a:latin typeface="Helvetica Neue"/>
            </a:endParaRPr>
          </a:p>
          <a:p>
            <a:pPr marL="0" indent="0" algn="l">
              <a:buNone/>
            </a:pPr>
            <a:endParaRPr lang="zh-CN" altLang="en-US" b="0" i="0" dirty="0">
              <a:solidFill>
                <a:srgbClr val="333333"/>
              </a:solidFill>
              <a:effectLst/>
              <a:latin typeface="Helvetica Neue"/>
            </a:endParaRPr>
          </a:p>
          <a:p>
            <a:pPr marL="0" indent="0" algn="l">
              <a:buNone/>
            </a:pPr>
            <a:endParaRPr lang="en-US" altLang="zh-CN" dirty="0">
              <a:solidFill>
                <a:srgbClr val="C00000"/>
              </a:solidFill>
              <a:latin typeface="Helvetica Neue"/>
            </a:endParaRPr>
          </a:p>
          <a:p>
            <a:pPr marL="0" indent="0" algn="l">
              <a:buNone/>
            </a:pPr>
            <a:endParaRPr lang="en-US" altLang="zh-CN" b="0" i="0" dirty="0">
              <a:solidFill>
                <a:srgbClr val="C00000"/>
              </a:solidFill>
              <a:effectLst/>
              <a:latin typeface="Helvetica Neue"/>
            </a:endParaRPr>
          </a:p>
          <a:p>
            <a:pPr marL="0" indent="0" algn="l">
              <a:buNone/>
            </a:pPr>
            <a:endParaRPr lang="en-US" altLang="zh-CN" dirty="0">
              <a:solidFill>
                <a:srgbClr val="333333"/>
              </a:solidFill>
              <a:latin typeface="Helvetica Neue"/>
            </a:endParaRPr>
          </a:p>
          <a:p>
            <a:pPr marL="0" indent="0" algn="l">
              <a:buNone/>
            </a:pPr>
            <a:endParaRPr lang="en-US" altLang="zh-CN" dirty="0">
              <a:solidFill>
                <a:srgbClr val="333333"/>
              </a:solidFill>
              <a:latin typeface="Helvetica Neue"/>
            </a:endParaRPr>
          </a:p>
          <a:p>
            <a:pPr marL="0" indent="0" algn="l">
              <a:buNone/>
            </a:pPr>
            <a:endParaRPr lang="en-US" altLang="zh-CN" dirty="0">
              <a:solidFill>
                <a:srgbClr val="333333"/>
              </a:solidFill>
              <a:latin typeface="Helvetica Neue"/>
            </a:endParaRPr>
          </a:p>
          <a:p>
            <a:pPr marL="0" indent="0" algn="l">
              <a:buNone/>
            </a:pPr>
            <a:endParaRPr lang="en-US" altLang="zh-CN" dirty="0">
              <a:solidFill>
                <a:srgbClr val="333333"/>
              </a:solidFill>
              <a:latin typeface="Helvetica Neue"/>
            </a:endParaRPr>
          </a:p>
          <a:p>
            <a:pPr marL="0" indent="0" algn="l">
              <a:buNone/>
            </a:pPr>
            <a:r>
              <a:rPr lang="zh-CN" altLang="en-US" b="0" i="0" dirty="0">
                <a:effectLst/>
                <a:latin typeface="Helvetica Neue"/>
              </a:rPr>
              <a:t>生成器相关函数：</a:t>
            </a:r>
            <a:endParaRPr lang="en-US" altLang="zh-CN" b="0" i="0" dirty="0">
              <a:effectLst/>
              <a:latin typeface="Helvetica Neue"/>
            </a:endParaRPr>
          </a:p>
          <a:p>
            <a:pPr marL="0" indent="0" algn="l">
              <a:buNone/>
            </a:pPr>
            <a:r>
              <a:rPr lang="en-US" altLang="zh-CN" b="0" i="0" dirty="0">
                <a:solidFill>
                  <a:srgbClr val="C00000"/>
                </a:solidFill>
                <a:effectLst/>
                <a:latin typeface="Helvetica Neue"/>
              </a:rPr>
              <a:t>next </a:t>
            </a:r>
            <a:r>
              <a:rPr lang="zh-CN" altLang="en-US" b="0" i="0" dirty="0">
                <a:solidFill>
                  <a:srgbClr val="C00000"/>
                </a:solidFill>
                <a:effectLst/>
                <a:latin typeface="Helvetica Neue"/>
              </a:rPr>
              <a:t>函数获取生成器中的下一个值</a:t>
            </a:r>
          </a:p>
          <a:p>
            <a:pPr marL="0" indent="0" algn="l">
              <a:buNone/>
            </a:pPr>
            <a:r>
              <a:rPr lang="en-US" altLang="zh-CN" b="0" i="0" dirty="0">
                <a:solidFill>
                  <a:srgbClr val="C00000"/>
                </a:solidFill>
                <a:effectLst/>
                <a:latin typeface="Helvetica Neue"/>
              </a:rPr>
              <a:t>for  </a:t>
            </a:r>
            <a:r>
              <a:rPr lang="zh-CN" altLang="en-US" b="0" i="0" dirty="0">
                <a:solidFill>
                  <a:srgbClr val="C00000"/>
                </a:solidFill>
                <a:effectLst/>
                <a:latin typeface="Helvetica Neue"/>
              </a:rPr>
              <a:t>循环遍历生成器中的每一个值 </a:t>
            </a:r>
          </a:p>
        </p:txBody>
      </p:sp>
      <p:sp>
        <p:nvSpPr>
          <p:cNvPr id="7" name="TextBox 3">
            <a:extLst>
              <a:ext uri="{FF2B5EF4-FFF2-40B4-BE49-F238E27FC236}">
                <a16:creationId xmlns:a16="http://schemas.microsoft.com/office/drawing/2014/main" id="{B07F5818-3A98-4CAE-9E96-079B353D5F27}"/>
              </a:ext>
            </a:extLst>
          </p:cNvPr>
          <p:cNvSpPr txBox="1"/>
          <p:nvPr/>
        </p:nvSpPr>
        <p:spPr>
          <a:xfrm>
            <a:off x="721201" y="2125392"/>
            <a:ext cx="10362131" cy="3106684"/>
          </a:xfrm>
          <a:prstGeom prst="rect">
            <a:avLst/>
          </a:prstGeom>
          <a:solidFill>
            <a:srgbClr val="FFFFE4"/>
          </a:solidFill>
          <a:ln w="3175">
            <a:solidFill>
              <a:srgbClr val="919191"/>
            </a:solidFill>
          </a:ln>
        </p:spPr>
        <p:txBody>
          <a:bodyPr wrap="square">
            <a:spAutoFit/>
          </a:bodyPr>
          <a:lstStyle/>
          <a:p>
            <a:pPr>
              <a:lnSpc>
                <a:spcPct val="150000"/>
              </a:lnSpc>
              <a:defRPr/>
            </a:pPr>
            <a:r>
              <a:rPr lang="en-US" altLang="zh-CN" sz="1200" dirty="0">
                <a:latin typeface="Alibaba PuHuiTi R" pitchFamily="18" charset="-122"/>
                <a:ea typeface="Alibaba PuHuiTi R" pitchFamily="18" charset="-122"/>
                <a:cs typeface="Alibaba PuHuiTi R" pitchFamily="18" charset="-122"/>
              </a:rPr>
              <a:t># </a:t>
            </a:r>
            <a:r>
              <a:rPr lang="zh-CN" altLang="en-US" sz="1200" dirty="0">
                <a:latin typeface="Alibaba PuHuiTi R" pitchFamily="18" charset="-122"/>
                <a:ea typeface="Alibaba PuHuiTi R" pitchFamily="18" charset="-122"/>
                <a:cs typeface="Alibaba PuHuiTi R" pitchFamily="18" charset="-122"/>
              </a:rPr>
              <a:t>创建生成器</a:t>
            </a:r>
          </a:p>
          <a:p>
            <a:pPr>
              <a:lnSpc>
                <a:spcPct val="150000"/>
              </a:lnSpc>
              <a:defRPr/>
            </a:pPr>
            <a:r>
              <a:rPr lang="en-US" altLang="zh-CN" sz="1200" dirty="0" err="1">
                <a:latin typeface="Alibaba PuHuiTi R" pitchFamily="18" charset="-122"/>
                <a:ea typeface="Alibaba PuHuiTi R" pitchFamily="18" charset="-122"/>
                <a:cs typeface="Alibaba PuHuiTi R" pitchFamily="18" charset="-122"/>
              </a:rPr>
              <a:t>my_generator</a:t>
            </a:r>
            <a:r>
              <a:rPr lang="en-US" altLang="zh-CN" sz="1200" dirty="0">
                <a:latin typeface="Alibaba PuHuiTi R" pitchFamily="18" charset="-122"/>
                <a:ea typeface="Alibaba PuHuiTi R" pitchFamily="18" charset="-122"/>
                <a:cs typeface="Alibaba PuHuiTi R" pitchFamily="18" charset="-122"/>
              </a:rPr>
              <a:t> = </a:t>
            </a:r>
            <a:r>
              <a:rPr lang="en-US" altLang="zh-CN" sz="1200" dirty="0">
                <a:solidFill>
                  <a:srgbClr val="C00000"/>
                </a:solidFill>
                <a:latin typeface="Alibaba PuHuiTi R" pitchFamily="18" charset="-122"/>
                <a:ea typeface="Alibaba PuHuiTi R" pitchFamily="18" charset="-122"/>
                <a:cs typeface="Alibaba PuHuiTi R" pitchFamily="18" charset="-122"/>
              </a:rPr>
              <a:t>(</a:t>
            </a:r>
            <a:r>
              <a:rPr lang="en-US" altLang="zh-CN" sz="1200" dirty="0" err="1">
                <a:solidFill>
                  <a:srgbClr val="C00000"/>
                </a:solidFill>
                <a:latin typeface="Alibaba PuHuiTi R" pitchFamily="18" charset="-122"/>
                <a:ea typeface="Alibaba PuHuiTi R" pitchFamily="18" charset="-122"/>
                <a:cs typeface="Alibaba PuHuiTi R" pitchFamily="18" charset="-122"/>
              </a:rPr>
              <a:t>i</a:t>
            </a:r>
            <a:r>
              <a:rPr lang="en-US" altLang="zh-CN" sz="1200" dirty="0">
                <a:solidFill>
                  <a:srgbClr val="C00000"/>
                </a:solidFill>
                <a:latin typeface="Alibaba PuHuiTi R" pitchFamily="18" charset="-122"/>
                <a:ea typeface="Alibaba PuHuiTi R" pitchFamily="18" charset="-122"/>
                <a:cs typeface="Alibaba PuHuiTi R" pitchFamily="18" charset="-122"/>
              </a:rPr>
              <a:t> * 2 for </a:t>
            </a:r>
            <a:r>
              <a:rPr lang="en-US" altLang="zh-CN" sz="1200" dirty="0" err="1">
                <a:solidFill>
                  <a:srgbClr val="C00000"/>
                </a:solidFill>
                <a:latin typeface="Alibaba PuHuiTi R" pitchFamily="18" charset="-122"/>
                <a:ea typeface="Alibaba PuHuiTi R" pitchFamily="18" charset="-122"/>
                <a:cs typeface="Alibaba PuHuiTi R" pitchFamily="18" charset="-122"/>
              </a:rPr>
              <a:t>i</a:t>
            </a:r>
            <a:r>
              <a:rPr lang="en-US" altLang="zh-CN" sz="1200" dirty="0">
                <a:solidFill>
                  <a:srgbClr val="C00000"/>
                </a:solidFill>
                <a:latin typeface="Alibaba PuHuiTi R" pitchFamily="18" charset="-122"/>
                <a:ea typeface="Alibaba PuHuiTi R" pitchFamily="18" charset="-122"/>
                <a:cs typeface="Alibaba PuHuiTi R" pitchFamily="18" charset="-122"/>
              </a:rPr>
              <a:t> in range(5))</a:t>
            </a:r>
          </a:p>
          <a:p>
            <a:pPr>
              <a:lnSpc>
                <a:spcPct val="150000"/>
              </a:lnSpc>
              <a:defRPr/>
            </a:pPr>
            <a:r>
              <a:rPr lang="en-US" altLang="zh-CN" sz="1200" dirty="0">
                <a:latin typeface="Alibaba PuHuiTi R" pitchFamily="18" charset="-122"/>
                <a:ea typeface="Alibaba PuHuiTi R" pitchFamily="18" charset="-122"/>
                <a:cs typeface="Alibaba PuHuiTi R" pitchFamily="18" charset="-122"/>
              </a:rPr>
              <a:t>print(</a:t>
            </a:r>
            <a:r>
              <a:rPr lang="en-US" altLang="zh-CN" sz="1200" dirty="0" err="1">
                <a:latin typeface="Alibaba PuHuiTi R" pitchFamily="18" charset="-122"/>
                <a:ea typeface="Alibaba PuHuiTi R" pitchFamily="18" charset="-122"/>
                <a:cs typeface="Alibaba PuHuiTi R" pitchFamily="18" charset="-122"/>
              </a:rPr>
              <a:t>my_generator</a:t>
            </a:r>
            <a:r>
              <a:rPr lang="en-US" altLang="zh-CN" sz="1200" dirty="0">
                <a:latin typeface="Alibaba PuHuiTi R" pitchFamily="18" charset="-122"/>
                <a:ea typeface="Alibaba PuHuiTi R" pitchFamily="18" charset="-122"/>
                <a:cs typeface="Alibaba PuHuiTi R" pitchFamily="18" charset="-122"/>
              </a:rPr>
              <a:t>)</a:t>
            </a:r>
          </a:p>
          <a:p>
            <a:pPr>
              <a:lnSpc>
                <a:spcPct val="150000"/>
              </a:lnSpc>
              <a:defRPr/>
            </a:pPr>
            <a:endParaRPr lang="en-US" altLang="zh-CN" sz="1200" dirty="0">
              <a:latin typeface="Alibaba PuHuiTi R" pitchFamily="18" charset="-122"/>
              <a:ea typeface="Alibaba PuHuiTi R" pitchFamily="18" charset="-122"/>
              <a:cs typeface="Alibaba PuHuiTi R" pitchFamily="18" charset="-122"/>
            </a:endParaRPr>
          </a:p>
          <a:p>
            <a:pPr>
              <a:lnSpc>
                <a:spcPct val="150000"/>
              </a:lnSpc>
              <a:defRPr/>
            </a:pPr>
            <a:r>
              <a:rPr lang="en-US" altLang="zh-CN" sz="1200" dirty="0">
                <a:latin typeface="Alibaba PuHuiTi R" pitchFamily="18" charset="-122"/>
                <a:ea typeface="Alibaba PuHuiTi R" pitchFamily="18" charset="-122"/>
                <a:cs typeface="Alibaba PuHuiTi R" pitchFamily="18" charset="-122"/>
              </a:rPr>
              <a:t># next</a:t>
            </a:r>
            <a:r>
              <a:rPr lang="zh-CN" altLang="en-US" sz="1200" dirty="0">
                <a:latin typeface="Alibaba PuHuiTi R" pitchFamily="18" charset="-122"/>
                <a:ea typeface="Alibaba PuHuiTi R" pitchFamily="18" charset="-122"/>
                <a:cs typeface="Alibaba PuHuiTi R" pitchFamily="18" charset="-122"/>
              </a:rPr>
              <a:t>获取生成器下一个值</a:t>
            </a:r>
          </a:p>
          <a:p>
            <a:pPr>
              <a:lnSpc>
                <a:spcPct val="150000"/>
              </a:lnSpc>
              <a:defRPr/>
            </a:pPr>
            <a:r>
              <a:rPr lang="en-US" altLang="zh-CN" sz="1200" dirty="0">
                <a:latin typeface="Alibaba PuHuiTi R" pitchFamily="18" charset="-122"/>
                <a:ea typeface="Alibaba PuHuiTi R" pitchFamily="18" charset="-122"/>
                <a:cs typeface="Alibaba PuHuiTi R" pitchFamily="18" charset="-122"/>
              </a:rPr>
              <a:t># value = </a:t>
            </a:r>
            <a:r>
              <a:rPr lang="en-US" altLang="zh-CN" sz="1200" dirty="0">
                <a:solidFill>
                  <a:srgbClr val="C00000"/>
                </a:solidFill>
                <a:latin typeface="Alibaba PuHuiTi R" pitchFamily="18" charset="-122"/>
                <a:ea typeface="Alibaba PuHuiTi R" pitchFamily="18" charset="-122"/>
                <a:cs typeface="Alibaba PuHuiTi R" pitchFamily="18" charset="-122"/>
              </a:rPr>
              <a:t>next(</a:t>
            </a:r>
            <a:r>
              <a:rPr lang="en-US" altLang="zh-CN" sz="1200" dirty="0" err="1">
                <a:solidFill>
                  <a:srgbClr val="C00000"/>
                </a:solidFill>
                <a:latin typeface="Alibaba PuHuiTi R" pitchFamily="18" charset="-122"/>
                <a:ea typeface="Alibaba PuHuiTi R" pitchFamily="18" charset="-122"/>
                <a:cs typeface="Alibaba PuHuiTi R" pitchFamily="18" charset="-122"/>
              </a:rPr>
              <a:t>my_generator</a:t>
            </a:r>
            <a:r>
              <a:rPr lang="en-US" altLang="zh-CN" sz="1200" dirty="0">
                <a:solidFill>
                  <a:srgbClr val="C00000"/>
                </a:solidFill>
                <a:latin typeface="Alibaba PuHuiTi R" pitchFamily="18" charset="-122"/>
                <a:ea typeface="Alibaba PuHuiTi R" pitchFamily="18" charset="-122"/>
                <a:cs typeface="Alibaba PuHuiTi R" pitchFamily="18" charset="-122"/>
              </a:rPr>
              <a:t>)</a:t>
            </a:r>
          </a:p>
          <a:p>
            <a:pPr>
              <a:lnSpc>
                <a:spcPct val="150000"/>
              </a:lnSpc>
              <a:defRPr/>
            </a:pPr>
            <a:r>
              <a:rPr lang="en-US" altLang="zh-CN" sz="1200" dirty="0">
                <a:latin typeface="Alibaba PuHuiTi R" pitchFamily="18" charset="-122"/>
                <a:ea typeface="Alibaba PuHuiTi R" pitchFamily="18" charset="-122"/>
                <a:cs typeface="Alibaba PuHuiTi R" pitchFamily="18" charset="-122"/>
              </a:rPr>
              <a:t># print(value)</a:t>
            </a:r>
          </a:p>
          <a:p>
            <a:pPr>
              <a:lnSpc>
                <a:spcPct val="150000"/>
              </a:lnSpc>
              <a:defRPr/>
            </a:pPr>
            <a:endParaRPr lang="en-US" altLang="zh-CN" sz="1200" dirty="0">
              <a:latin typeface="Alibaba PuHuiTi R" pitchFamily="18" charset="-122"/>
              <a:ea typeface="Alibaba PuHuiTi R" pitchFamily="18" charset="-122"/>
              <a:cs typeface="Alibaba PuHuiTi R" pitchFamily="18" charset="-122"/>
            </a:endParaRPr>
          </a:p>
          <a:p>
            <a:pPr>
              <a:lnSpc>
                <a:spcPct val="150000"/>
              </a:lnSpc>
              <a:defRPr/>
            </a:pPr>
            <a:r>
              <a:rPr lang="en-US" altLang="zh-CN" sz="1200" dirty="0">
                <a:latin typeface="Alibaba PuHuiTi R" pitchFamily="18" charset="-122"/>
                <a:ea typeface="Alibaba PuHuiTi R" pitchFamily="18" charset="-122"/>
                <a:cs typeface="Alibaba PuHuiTi R" pitchFamily="18" charset="-122"/>
              </a:rPr>
              <a:t># </a:t>
            </a:r>
            <a:r>
              <a:rPr lang="zh-CN" altLang="en-US" sz="1200" dirty="0">
                <a:latin typeface="Alibaba PuHuiTi R" pitchFamily="18" charset="-122"/>
                <a:ea typeface="Alibaba PuHuiTi R" pitchFamily="18" charset="-122"/>
                <a:cs typeface="Alibaba PuHuiTi R" pitchFamily="18" charset="-122"/>
              </a:rPr>
              <a:t>遍历生成器</a:t>
            </a:r>
          </a:p>
          <a:p>
            <a:pPr>
              <a:lnSpc>
                <a:spcPct val="150000"/>
              </a:lnSpc>
              <a:defRPr/>
            </a:pPr>
            <a:r>
              <a:rPr lang="en-US" altLang="zh-CN" sz="1200" dirty="0">
                <a:latin typeface="Alibaba PuHuiTi R" pitchFamily="18" charset="-122"/>
                <a:ea typeface="Alibaba PuHuiTi R" pitchFamily="18" charset="-122"/>
                <a:cs typeface="Alibaba PuHuiTi R" pitchFamily="18" charset="-122"/>
              </a:rPr>
              <a:t>for value in </a:t>
            </a:r>
            <a:r>
              <a:rPr lang="en-US" altLang="zh-CN" sz="1200" dirty="0" err="1">
                <a:latin typeface="Alibaba PuHuiTi R" pitchFamily="18" charset="-122"/>
                <a:ea typeface="Alibaba PuHuiTi R" pitchFamily="18" charset="-122"/>
                <a:cs typeface="Alibaba PuHuiTi R" pitchFamily="18" charset="-122"/>
              </a:rPr>
              <a:t>my_generator</a:t>
            </a:r>
            <a:r>
              <a:rPr lang="en-US" altLang="zh-CN" sz="1200" dirty="0">
                <a:latin typeface="Alibaba PuHuiTi R" pitchFamily="18" charset="-122"/>
                <a:ea typeface="Alibaba PuHuiTi R" pitchFamily="18" charset="-122"/>
                <a:cs typeface="Alibaba PuHuiTi R" pitchFamily="18" charset="-122"/>
              </a:rPr>
              <a:t>:</a:t>
            </a:r>
          </a:p>
          <a:p>
            <a:pPr>
              <a:lnSpc>
                <a:spcPct val="150000"/>
              </a:lnSpc>
              <a:defRPr/>
            </a:pPr>
            <a:r>
              <a:rPr lang="en-US" altLang="zh-CN" sz="1200" dirty="0">
                <a:latin typeface="Alibaba PuHuiTi R" pitchFamily="18" charset="-122"/>
                <a:ea typeface="Alibaba PuHuiTi R" pitchFamily="18" charset="-122"/>
                <a:cs typeface="Alibaba PuHuiTi R" pitchFamily="18" charset="-122"/>
              </a:rPr>
              <a:t>    print(value)</a:t>
            </a:r>
            <a:endParaRPr lang="en-US" altLang="zh-CN" sz="1200" dirty="0">
              <a:solidFill>
                <a:srgbClr val="C00000"/>
              </a:solidFill>
              <a:latin typeface="Alibaba PuHuiTi R" pitchFamily="18" charset="-122"/>
              <a:ea typeface="Alibaba PuHuiTi R" pitchFamily="18" charset="-122"/>
              <a:cs typeface="Alibaba PuHuiTi R" pitchFamily="18" charset="-122"/>
            </a:endParaRPr>
          </a:p>
        </p:txBody>
      </p:sp>
    </p:spTree>
    <p:extLst>
      <p:ext uri="{BB962C8B-B14F-4D97-AF65-F5344CB8AC3E}">
        <p14:creationId xmlns:p14="http://schemas.microsoft.com/office/powerpoint/2010/main" val="18724872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764C089C-0935-5E44-B9F7-7E9F84DDBA17}"/>
              </a:ext>
            </a:extLst>
          </p:cNvPr>
          <p:cNvSpPr>
            <a:spLocks noGrp="1"/>
          </p:cNvSpPr>
          <p:nvPr>
            <p:ph type="title"/>
          </p:nvPr>
        </p:nvSpPr>
        <p:spPr/>
        <p:txBody>
          <a:bodyPr/>
          <a:lstStyle/>
          <a:p>
            <a:r>
              <a:rPr lang="en-US" altLang="zh-CN" b="1" i="0" dirty="0">
                <a:solidFill>
                  <a:srgbClr val="333333"/>
                </a:solidFill>
                <a:effectLst/>
                <a:latin typeface="Helvetica Neue"/>
              </a:rPr>
              <a:t>Python</a:t>
            </a:r>
            <a:r>
              <a:rPr lang="zh-CN" altLang="en-US" b="1" i="0" dirty="0">
                <a:solidFill>
                  <a:srgbClr val="333333"/>
                </a:solidFill>
                <a:effectLst/>
                <a:latin typeface="Helvetica Neue"/>
              </a:rPr>
              <a:t>高级语法</a:t>
            </a:r>
            <a:endParaRPr kumimoji="1" lang="zh-CN" altLang="en-US" dirty="0"/>
          </a:p>
        </p:txBody>
      </p:sp>
      <p:sp>
        <p:nvSpPr>
          <p:cNvPr id="4" name="文本占位符 3">
            <a:extLst>
              <a:ext uri="{FF2B5EF4-FFF2-40B4-BE49-F238E27FC236}">
                <a16:creationId xmlns:a16="http://schemas.microsoft.com/office/drawing/2014/main" id="{6CF94E84-6F22-C942-A1D4-BA6A5DBD17DC}"/>
              </a:ext>
            </a:extLst>
          </p:cNvPr>
          <p:cNvSpPr>
            <a:spLocks noGrp="1"/>
          </p:cNvSpPr>
          <p:nvPr>
            <p:ph type="body" sz="quarter" idx="10"/>
          </p:nvPr>
        </p:nvSpPr>
        <p:spPr/>
        <p:txBody>
          <a:bodyPr/>
          <a:lstStyle/>
          <a:p>
            <a:r>
              <a:rPr lang="en-US" altLang="zh-CN" i="0" dirty="0">
                <a:solidFill>
                  <a:srgbClr val="333333"/>
                </a:solidFill>
                <a:effectLst/>
                <a:latin typeface="Helvetica Neue"/>
              </a:rPr>
              <a:t>3</a:t>
            </a:r>
            <a:r>
              <a:rPr lang="zh-CN" altLang="en-US" i="0" dirty="0">
                <a:solidFill>
                  <a:srgbClr val="333333"/>
                </a:solidFill>
                <a:effectLst/>
                <a:latin typeface="Helvetica Neue"/>
              </a:rPr>
              <a:t>、</a:t>
            </a:r>
            <a:r>
              <a:rPr lang="en-US" altLang="zh-CN" i="0" dirty="0">
                <a:solidFill>
                  <a:srgbClr val="333333"/>
                </a:solidFill>
                <a:effectLst/>
                <a:latin typeface="Helvetica Neue"/>
              </a:rPr>
              <a:t>yield</a:t>
            </a:r>
            <a:r>
              <a:rPr lang="zh-CN" altLang="en-US" i="0" dirty="0">
                <a:solidFill>
                  <a:srgbClr val="333333"/>
                </a:solidFill>
                <a:effectLst/>
                <a:latin typeface="Helvetica Neue"/>
              </a:rPr>
              <a:t>生成器</a:t>
            </a:r>
            <a:endParaRPr lang="zh-CN" altLang="en-US" b="1" i="0" dirty="0">
              <a:solidFill>
                <a:srgbClr val="333333"/>
              </a:solidFill>
              <a:effectLst/>
              <a:latin typeface="Helvetica Neue"/>
            </a:endParaRPr>
          </a:p>
        </p:txBody>
      </p:sp>
      <p:sp>
        <p:nvSpPr>
          <p:cNvPr id="5" name="文本占位符 7">
            <a:extLst>
              <a:ext uri="{FF2B5EF4-FFF2-40B4-BE49-F238E27FC236}">
                <a16:creationId xmlns:a16="http://schemas.microsoft.com/office/drawing/2014/main" id="{68C5F7F5-A07B-43FC-BE63-2B5946B28C7A}"/>
              </a:ext>
            </a:extLst>
          </p:cNvPr>
          <p:cNvSpPr>
            <a:spLocks noGrp="1"/>
          </p:cNvSpPr>
          <p:nvPr>
            <p:ph type="body" sz="quarter" idx="11"/>
          </p:nvPr>
        </p:nvSpPr>
        <p:spPr>
          <a:xfrm>
            <a:off x="721201" y="1635972"/>
            <a:ext cx="10749598" cy="4977839"/>
          </a:xfrm>
        </p:spPr>
        <p:txBody>
          <a:bodyPr/>
          <a:lstStyle/>
          <a:p>
            <a:pPr marL="0" indent="0" algn="l">
              <a:buNone/>
            </a:pPr>
            <a:r>
              <a:rPr lang="zh-CN" altLang="en-US" b="0" i="0" dirty="0">
                <a:solidFill>
                  <a:srgbClr val="333333"/>
                </a:solidFill>
                <a:effectLst/>
                <a:latin typeface="Helvetica Neue"/>
              </a:rPr>
              <a:t>只要在</a:t>
            </a:r>
            <a:r>
              <a:rPr lang="en-US" altLang="zh-CN" b="0" i="0" dirty="0">
                <a:solidFill>
                  <a:srgbClr val="333333"/>
                </a:solidFill>
                <a:effectLst/>
                <a:latin typeface="Helvetica Neue"/>
              </a:rPr>
              <a:t>def</a:t>
            </a:r>
            <a:r>
              <a:rPr lang="zh-CN" altLang="en-US" b="0" i="0" dirty="0">
                <a:solidFill>
                  <a:srgbClr val="333333"/>
                </a:solidFill>
                <a:effectLst/>
                <a:latin typeface="Helvetica Neue"/>
              </a:rPr>
              <a:t>函数里面看到有 </a:t>
            </a:r>
            <a:r>
              <a:rPr lang="en-US" altLang="zh-CN" b="0" i="0" dirty="0">
                <a:solidFill>
                  <a:srgbClr val="333333"/>
                </a:solidFill>
                <a:effectLst/>
                <a:latin typeface="Helvetica Neue"/>
              </a:rPr>
              <a:t>yield </a:t>
            </a:r>
            <a:r>
              <a:rPr lang="zh-CN" altLang="en-US" b="0" i="0" dirty="0">
                <a:solidFill>
                  <a:srgbClr val="333333"/>
                </a:solidFill>
                <a:effectLst/>
                <a:latin typeface="Helvetica Neue"/>
              </a:rPr>
              <a:t>关键字那么就是生成器</a:t>
            </a:r>
          </a:p>
        </p:txBody>
      </p:sp>
      <p:sp>
        <p:nvSpPr>
          <p:cNvPr id="7" name="TextBox 3">
            <a:extLst>
              <a:ext uri="{FF2B5EF4-FFF2-40B4-BE49-F238E27FC236}">
                <a16:creationId xmlns:a16="http://schemas.microsoft.com/office/drawing/2014/main" id="{B07F5818-3A98-4CAE-9E96-079B353D5F27}"/>
              </a:ext>
            </a:extLst>
          </p:cNvPr>
          <p:cNvSpPr txBox="1"/>
          <p:nvPr/>
        </p:nvSpPr>
        <p:spPr>
          <a:xfrm>
            <a:off x="721201" y="2125392"/>
            <a:ext cx="2594755" cy="1444691"/>
          </a:xfrm>
          <a:prstGeom prst="rect">
            <a:avLst/>
          </a:prstGeom>
          <a:solidFill>
            <a:srgbClr val="FFFFE4"/>
          </a:solidFill>
          <a:ln w="3175">
            <a:solidFill>
              <a:srgbClr val="919191"/>
            </a:solidFill>
          </a:ln>
        </p:spPr>
        <p:txBody>
          <a:bodyPr wrap="square">
            <a:spAutoFit/>
          </a:bodyPr>
          <a:lstStyle/>
          <a:p>
            <a:pPr>
              <a:lnSpc>
                <a:spcPct val="150000"/>
              </a:lnSpc>
              <a:defRPr/>
            </a:pPr>
            <a:r>
              <a:rPr lang="en-US" altLang="zh-CN" sz="1200" dirty="0">
                <a:latin typeface="Alibaba PuHuiTi R" pitchFamily="18" charset="-122"/>
                <a:ea typeface="Alibaba PuHuiTi R" pitchFamily="18" charset="-122"/>
                <a:cs typeface="Alibaba PuHuiTi R" pitchFamily="18" charset="-122"/>
              </a:rPr>
              <a:t>def </a:t>
            </a:r>
            <a:r>
              <a:rPr lang="en-US" altLang="zh-CN" sz="1200" dirty="0" err="1">
                <a:latin typeface="Alibaba PuHuiTi R" pitchFamily="18" charset="-122"/>
                <a:ea typeface="Alibaba PuHuiTi R" pitchFamily="18" charset="-122"/>
                <a:cs typeface="Alibaba PuHuiTi R" pitchFamily="18" charset="-122"/>
              </a:rPr>
              <a:t>mygenerater</a:t>
            </a:r>
            <a:r>
              <a:rPr lang="en-US" altLang="zh-CN" sz="1200" dirty="0">
                <a:latin typeface="Alibaba PuHuiTi R" pitchFamily="18" charset="-122"/>
                <a:ea typeface="Alibaba PuHuiTi R" pitchFamily="18" charset="-122"/>
                <a:cs typeface="Alibaba PuHuiTi R" pitchFamily="18" charset="-122"/>
              </a:rPr>
              <a:t>(n):</a:t>
            </a:r>
          </a:p>
          <a:p>
            <a:pPr>
              <a:lnSpc>
                <a:spcPct val="150000"/>
              </a:lnSpc>
              <a:defRPr/>
            </a:pPr>
            <a:r>
              <a:rPr lang="en-US" altLang="zh-CN" sz="1200" dirty="0">
                <a:latin typeface="Alibaba PuHuiTi R" pitchFamily="18" charset="-122"/>
                <a:ea typeface="Alibaba PuHuiTi R" pitchFamily="18" charset="-122"/>
                <a:cs typeface="Alibaba PuHuiTi R" pitchFamily="18" charset="-122"/>
              </a:rPr>
              <a:t>    for </a:t>
            </a:r>
            <a:r>
              <a:rPr lang="en-US" altLang="zh-CN" sz="1200" dirty="0" err="1">
                <a:latin typeface="Alibaba PuHuiTi R" pitchFamily="18" charset="-122"/>
                <a:ea typeface="Alibaba PuHuiTi R" pitchFamily="18" charset="-122"/>
                <a:cs typeface="Alibaba PuHuiTi R" pitchFamily="18" charset="-122"/>
              </a:rPr>
              <a:t>i</a:t>
            </a:r>
            <a:r>
              <a:rPr lang="en-US" altLang="zh-CN" sz="1200" dirty="0">
                <a:latin typeface="Alibaba PuHuiTi R" pitchFamily="18" charset="-122"/>
                <a:ea typeface="Alibaba PuHuiTi R" pitchFamily="18" charset="-122"/>
                <a:cs typeface="Alibaba PuHuiTi R" pitchFamily="18" charset="-122"/>
              </a:rPr>
              <a:t> in range(n):</a:t>
            </a:r>
          </a:p>
          <a:p>
            <a:pPr>
              <a:lnSpc>
                <a:spcPct val="150000"/>
              </a:lnSpc>
              <a:defRPr/>
            </a:pPr>
            <a:r>
              <a:rPr lang="en-US" altLang="zh-CN" sz="1200" dirty="0">
                <a:latin typeface="Alibaba PuHuiTi R" pitchFamily="18" charset="-122"/>
                <a:ea typeface="Alibaba PuHuiTi R" pitchFamily="18" charset="-122"/>
                <a:cs typeface="Alibaba PuHuiTi R" pitchFamily="18" charset="-122"/>
              </a:rPr>
              <a:t>        print('</a:t>
            </a:r>
            <a:r>
              <a:rPr lang="zh-CN" altLang="en-US" sz="1200" dirty="0">
                <a:latin typeface="Alibaba PuHuiTi R" pitchFamily="18" charset="-122"/>
                <a:ea typeface="Alibaba PuHuiTi R" pitchFamily="18" charset="-122"/>
                <a:cs typeface="Alibaba PuHuiTi R" pitchFamily="18" charset="-122"/>
              </a:rPr>
              <a:t>开始生成</a:t>
            </a:r>
            <a:r>
              <a:rPr lang="en-US" altLang="zh-CN" sz="1200" dirty="0">
                <a:latin typeface="Alibaba PuHuiTi R" pitchFamily="18" charset="-122"/>
                <a:ea typeface="Alibaba PuHuiTi R" pitchFamily="18" charset="-122"/>
                <a:cs typeface="Alibaba PuHuiTi R" pitchFamily="18" charset="-122"/>
              </a:rPr>
              <a:t>...')</a:t>
            </a:r>
          </a:p>
          <a:p>
            <a:pPr>
              <a:lnSpc>
                <a:spcPct val="150000"/>
              </a:lnSpc>
              <a:defRPr/>
            </a:pPr>
            <a:r>
              <a:rPr lang="en-US" altLang="zh-CN" sz="1200" dirty="0">
                <a:latin typeface="Alibaba PuHuiTi R" pitchFamily="18" charset="-122"/>
                <a:ea typeface="Alibaba PuHuiTi R" pitchFamily="18" charset="-122"/>
                <a:cs typeface="Alibaba PuHuiTi R" pitchFamily="18" charset="-122"/>
              </a:rPr>
              <a:t>        yield </a:t>
            </a:r>
            <a:r>
              <a:rPr lang="en-US" altLang="zh-CN" sz="1200" dirty="0" err="1">
                <a:latin typeface="Alibaba PuHuiTi R" pitchFamily="18" charset="-122"/>
                <a:ea typeface="Alibaba PuHuiTi R" pitchFamily="18" charset="-122"/>
                <a:cs typeface="Alibaba PuHuiTi R" pitchFamily="18" charset="-122"/>
              </a:rPr>
              <a:t>i</a:t>
            </a:r>
            <a:endParaRPr lang="en-US" altLang="zh-CN" sz="1200" dirty="0">
              <a:latin typeface="Alibaba PuHuiTi R" pitchFamily="18" charset="-122"/>
              <a:ea typeface="Alibaba PuHuiTi R" pitchFamily="18" charset="-122"/>
              <a:cs typeface="Alibaba PuHuiTi R" pitchFamily="18" charset="-122"/>
            </a:endParaRPr>
          </a:p>
          <a:p>
            <a:pPr>
              <a:lnSpc>
                <a:spcPct val="150000"/>
              </a:lnSpc>
              <a:defRPr/>
            </a:pPr>
            <a:r>
              <a:rPr lang="en-US" altLang="zh-CN" sz="1200" dirty="0">
                <a:latin typeface="Alibaba PuHuiTi R" pitchFamily="18" charset="-122"/>
                <a:ea typeface="Alibaba PuHuiTi R" pitchFamily="18" charset="-122"/>
                <a:cs typeface="Alibaba PuHuiTi R" pitchFamily="18" charset="-122"/>
              </a:rPr>
              <a:t>        print('</a:t>
            </a:r>
            <a:r>
              <a:rPr lang="zh-CN" altLang="en-US" sz="1200" dirty="0">
                <a:latin typeface="Alibaba PuHuiTi R" pitchFamily="18" charset="-122"/>
                <a:ea typeface="Alibaba PuHuiTi R" pitchFamily="18" charset="-122"/>
                <a:cs typeface="Alibaba PuHuiTi R" pitchFamily="18" charset="-122"/>
              </a:rPr>
              <a:t>完成一次</a:t>
            </a:r>
            <a:r>
              <a:rPr lang="en-US" altLang="zh-CN" sz="1200" dirty="0">
                <a:latin typeface="Alibaba PuHuiTi R" pitchFamily="18" charset="-122"/>
                <a:ea typeface="Alibaba PuHuiTi R" pitchFamily="18" charset="-122"/>
                <a:cs typeface="Alibaba PuHuiTi R" pitchFamily="18" charset="-122"/>
              </a:rPr>
              <a:t>...')</a:t>
            </a:r>
            <a:endParaRPr lang="en-US" altLang="zh-CN" sz="1200" dirty="0">
              <a:solidFill>
                <a:srgbClr val="C00000"/>
              </a:solidFill>
              <a:latin typeface="Alibaba PuHuiTi R" pitchFamily="18" charset="-122"/>
              <a:ea typeface="Alibaba PuHuiTi R" pitchFamily="18" charset="-122"/>
              <a:cs typeface="Alibaba PuHuiTi R" pitchFamily="18" charset="-122"/>
            </a:endParaRPr>
          </a:p>
        </p:txBody>
      </p:sp>
      <p:sp>
        <p:nvSpPr>
          <p:cNvPr id="8" name="TextBox 3">
            <a:extLst>
              <a:ext uri="{FF2B5EF4-FFF2-40B4-BE49-F238E27FC236}">
                <a16:creationId xmlns:a16="http://schemas.microsoft.com/office/drawing/2014/main" id="{3AEE7A14-3FA2-41A9-85CF-7F336DFF7FFE}"/>
              </a:ext>
            </a:extLst>
          </p:cNvPr>
          <p:cNvSpPr txBox="1"/>
          <p:nvPr/>
        </p:nvSpPr>
        <p:spPr>
          <a:xfrm>
            <a:off x="4479284" y="2122132"/>
            <a:ext cx="7227046" cy="4491679"/>
          </a:xfrm>
          <a:prstGeom prst="rect">
            <a:avLst/>
          </a:prstGeom>
          <a:solidFill>
            <a:srgbClr val="FFFFE4"/>
          </a:solidFill>
          <a:ln w="3175">
            <a:solidFill>
              <a:srgbClr val="919191"/>
            </a:solidFill>
          </a:ln>
        </p:spPr>
        <p:txBody>
          <a:bodyPr wrap="square">
            <a:spAutoFit/>
          </a:bodyPr>
          <a:lstStyle/>
          <a:p>
            <a:pPr>
              <a:lnSpc>
                <a:spcPct val="150000"/>
              </a:lnSpc>
              <a:defRPr/>
            </a:pPr>
            <a:r>
              <a:rPr lang="en-US" altLang="zh-CN" sz="1200" dirty="0">
                <a:latin typeface="Alibaba PuHuiTi R" pitchFamily="18" charset="-122"/>
                <a:ea typeface="Alibaba PuHuiTi R" pitchFamily="18" charset="-122"/>
                <a:cs typeface="Alibaba PuHuiTi R" pitchFamily="18" charset="-122"/>
              </a:rPr>
              <a:t>if __name__ == '__main__':</a:t>
            </a:r>
          </a:p>
          <a:p>
            <a:pPr>
              <a:lnSpc>
                <a:spcPct val="150000"/>
              </a:lnSpc>
              <a:defRPr/>
            </a:pPr>
            <a:r>
              <a:rPr lang="en-US" altLang="zh-CN" sz="1200" dirty="0">
                <a:latin typeface="Alibaba PuHuiTi R" pitchFamily="18" charset="-122"/>
                <a:ea typeface="Alibaba PuHuiTi R" pitchFamily="18" charset="-122"/>
                <a:cs typeface="Alibaba PuHuiTi R" pitchFamily="18" charset="-122"/>
              </a:rPr>
              <a:t>    g = </a:t>
            </a:r>
            <a:r>
              <a:rPr lang="en-US" altLang="zh-CN" sz="1200" dirty="0" err="1">
                <a:latin typeface="Alibaba PuHuiTi R" pitchFamily="18" charset="-122"/>
                <a:ea typeface="Alibaba PuHuiTi R" pitchFamily="18" charset="-122"/>
                <a:cs typeface="Alibaba PuHuiTi R" pitchFamily="18" charset="-122"/>
              </a:rPr>
              <a:t>mygenerater</a:t>
            </a:r>
            <a:r>
              <a:rPr lang="en-US" altLang="zh-CN" sz="1200" dirty="0">
                <a:latin typeface="Alibaba PuHuiTi R" pitchFamily="18" charset="-122"/>
                <a:ea typeface="Alibaba PuHuiTi R" pitchFamily="18" charset="-122"/>
                <a:cs typeface="Alibaba PuHuiTi R" pitchFamily="18" charset="-122"/>
              </a:rPr>
              <a:t>(2)</a:t>
            </a:r>
          </a:p>
          <a:p>
            <a:pPr>
              <a:lnSpc>
                <a:spcPct val="150000"/>
              </a:lnSpc>
              <a:defRPr/>
            </a:pPr>
            <a:r>
              <a:rPr lang="en-US" altLang="zh-CN" sz="1200" dirty="0">
                <a:latin typeface="Alibaba PuHuiTi R" pitchFamily="18" charset="-122"/>
                <a:ea typeface="Alibaba PuHuiTi R" pitchFamily="18" charset="-122"/>
                <a:cs typeface="Alibaba PuHuiTi R" pitchFamily="18" charset="-122"/>
              </a:rPr>
              <a:t>    # </a:t>
            </a:r>
            <a:r>
              <a:rPr lang="zh-CN" altLang="en-US" sz="1200" dirty="0">
                <a:latin typeface="Alibaba PuHuiTi R" pitchFamily="18" charset="-122"/>
                <a:ea typeface="Alibaba PuHuiTi R" pitchFamily="18" charset="-122"/>
                <a:cs typeface="Alibaba PuHuiTi R" pitchFamily="18" charset="-122"/>
              </a:rPr>
              <a:t>获取生成器中下一个值</a:t>
            </a:r>
          </a:p>
          <a:p>
            <a:pPr>
              <a:lnSpc>
                <a:spcPct val="150000"/>
              </a:lnSpc>
              <a:defRPr/>
            </a:pPr>
            <a:r>
              <a:rPr lang="zh-CN" altLang="en-US" sz="1200" dirty="0">
                <a:latin typeface="Alibaba PuHuiTi R" pitchFamily="18" charset="-122"/>
                <a:ea typeface="Alibaba PuHuiTi R" pitchFamily="18" charset="-122"/>
                <a:cs typeface="Alibaba PuHuiTi R" pitchFamily="18" charset="-122"/>
              </a:rPr>
              <a:t>    </a:t>
            </a:r>
            <a:r>
              <a:rPr lang="en-US" altLang="zh-CN" sz="1200" dirty="0">
                <a:latin typeface="Alibaba PuHuiTi R" pitchFamily="18" charset="-122"/>
                <a:ea typeface="Alibaba PuHuiTi R" pitchFamily="18" charset="-122"/>
                <a:cs typeface="Alibaba PuHuiTi R" pitchFamily="18" charset="-122"/>
              </a:rPr>
              <a:t># result = next(g)</a:t>
            </a:r>
          </a:p>
          <a:p>
            <a:pPr>
              <a:lnSpc>
                <a:spcPct val="150000"/>
              </a:lnSpc>
              <a:defRPr/>
            </a:pPr>
            <a:r>
              <a:rPr lang="en-US" altLang="zh-CN" sz="1200" dirty="0">
                <a:latin typeface="Alibaba PuHuiTi R" pitchFamily="18" charset="-122"/>
                <a:ea typeface="Alibaba PuHuiTi R" pitchFamily="18" charset="-122"/>
                <a:cs typeface="Alibaba PuHuiTi R" pitchFamily="18" charset="-122"/>
              </a:rPr>
              <a:t>    # print(result)</a:t>
            </a:r>
          </a:p>
          <a:p>
            <a:pPr>
              <a:lnSpc>
                <a:spcPct val="150000"/>
              </a:lnSpc>
              <a:defRPr/>
            </a:pPr>
            <a:endParaRPr lang="en-US" altLang="zh-CN" sz="1200" dirty="0">
              <a:latin typeface="Alibaba PuHuiTi R" pitchFamily="18" charset="-122"/>
              <a:ea typeface="Alibaba PuHuiTi R" pitchFamily="18" charset="-122"/>
              <a:cs typeface="Alibaba PuHuiTi R" pitchFamily="18" charset="-122"/>
            </a:endParaRPr>
          </a:p>
          <a:p>
            <a:pPr>
              <a:lnSpc>
                <a:spcPct val="150000"/>
              </a:lnSpc>
              <a:defRPr/>
            </a:pPr>
            <a:r>
              <a:rPr lang="en-US" altLang="zh-CN" sz="1200" dirty="0">
                <a:latin typeface="Alibaba PuHuiTi R" pitchFamily="18" charset="-122"/>
                <a:ea typeface="Alibaba PuHuiTi R" pitchFamily="18" charset="-122"/>
                <a:cs typeface="Alibaba PuHuiTi R" pitchFamily="18" charset="-122"/>
              </a:rPr>
              <a:t>    # while True:</a:t>
            </a:r>
          </a:p>
          <a:p>
            <a:pPr>
              <a:lnSpc>
                <a:spcPct val="150000"/>
              </a:lnSpc>
              <a:defRPr/>
            </a:pPr>
            <a:r>
              <a:rPr lang="en-US" altLang="zh-CN" sz="1200" dirty="0">
                <a:latin typeface="Alibaba PuHuiTi R" pitchFamily="18" charset="-122"/>
                <a:ea typeface="Alibaba PuHuiTi R" pitchFamily="18" charset="-122"/>
                <a:cs typeface="Alibaba PuHuiTi R" pitchFamily="18" charset="-122"/>
              </a:rPr>
              <a:t>    #     try:</a:t>
            </a:r>
          </a:p>
          <a:p>
            <a:pPr>
              <a:lnSpc>
                <a:spcPct val="150000"/>
              </a:lnSpc>
              <a:defRPr/>
            </a:pPr>
            <a:r>
              <a:rPr lang="en-US" altLang="zh-CN" sz="1200" dirty="0">
                <a:latin typeface="Alibaba PuHuiTi R" pitchFamily="18" charset="-122"/>
                <a:ea typeface="Alibaba PuHuiTi R" pitchFamily="18" charset="-122"/>
                <a:cs typeface="Alibaba PuHuiTi R" pitchFamily="18" charset="-122"/>
              </a:rPr>
              <a:t>    #         result = next(g)</a:t>
            </a:r>
          </a:p>
          <a:p>
            <a:pPr>
              <a:lnSpc>
                <a:spcPct val="150000"/>
              </a:lnSpc>
              <a:defRPr/>
            </a:pPr>
            <a:r>
              <a:rPr lang="en-US" altLang="zh-CN" sz="1200" dirty="0">
                <a:latin typeface="Alibaba PuHuiTi R" pitchFamily="18" charset="-122"/>
                <a:ea typeface="Alibaba PuHuiTi R" pitchFamily="18" charset="-122"/>
                <a:cs typeface="Alibaba PuHuiTi R" pitchFamily="18" charset="-122"/>
              </a:rPr>
              <a:t>    #         print(result)</a:t>
            </a:r>
          </a:p>
          <a:p>
            <a:pPr>
              <a:lnSpc>
                <a:spcPct val="150000"/>
              </a:lnSpc>
              <a:defRPr/>
            </a:pPr>
            <a:r>
              <a:rPr lang="en-US" altLang="zh-CN" sz="1200" dirty="0">
                <a:latin typeface="Alibaba PuHuiTi R" pitchFamily="18" charset="-122"/>
                <a:ea typeface="Alibaba PuHuiTi R" pitchFamily="18" charset="-122"/>
                <a:cs typeface="Alibaba PuHuiTi R" pitchFamily="18" charset="-122"/>
              </a:rPr>
              <a:t>    #     except </a:t>
            </a:r>
            <a:r>
              <a:rPr lang="en-US" altLang="zh-CN" sz="1200" dirty="0" err="1">
                <a:latin typeface="Alibaba PuHuiTi R" pitchFamily="18" charset="-122"/>
                <a:ea typeface="Alibaba PuHuiTi R" pitchFamily="18" charset="-122"/>
                <a:cs typeface="Alibaba PuHuiTi R" pitchFamily="18" charset="-122"/>
              </a:rPr>
              <a:t>StopIteration</a:t>
            </a:r>
            <a:r>
              <a:rPr lang="en-US" altLang="zh-CN" sz="1200" dirty="0">
                <a:latin typeface="Alibaba PuHuiTi R" pitchFamily="18" charset="-122"/>
                <a:ea typeface="Alibaba PuHuiTi R" pitchFamily="18" charset="-122"/>
                <a:cs typeface="Alibaba PuHuiTi R" pitchFamily="18" charset="-122"/>
              </a:rPr>
              <a:t> as e:</a:t>
            </a:r>
          </a:p>
          <a:p>
            <a:pPr>
              <a:lnSpc>
                <a:spcPct val="150000"/>
              </a:lnSpc>
              <a:defRPr/>
            </a:pPr>
            <a:r>
              <a:rPr lang="en-US" altLang="zh-CN" sz="1200" dirty="0">
                <a:latin typeface="Alibaba PuHuiTi R" pitchFamily="18" charset="-122"/>
                <a:ea typeface="Alibaba PuHuiTi R" pitchFamily="18" charset="-122"/>
                <a:cs typeface="Alibaba PuHuiTi R" pitchFamily="18" charset="-122"/>
              </a:rPr>
              <a:t>    #         break</a:t>
            </a:r>
          </a:p>
          <a:p>
            <a:pPr>
              <a:lnSpc>
                <a:spcPct val="150000"/>
              </a:lnSpc>
              <a:defRPr/>
            </a:pPr>
            <a:endParaRPr lang="en-US" altLang="zh-CN" sz="1200" dirty="0">
              <a:latin typeface="Alibaba PuHuiTi R" pitchFamily="18" charset="-122"/>
              <a:ea typeface="Alibaba PuHuiTi R" pitchFamily="18" charset="-122"/>
              <a:cs typeface="Alibaba PuHuiTi R" pitchFamily="18" charset="-122"/>
            </a:endParaRPr>
          </a:p>
          <a:p>
            <a:pPr>
              <a:lnSpc>
                <a:spcPct val="150000"/>
              </a:lnSpc>
              <a:defRPr/>
            </a:pPr>
            <a:r>
              <a:rPr lang="en-US" altLang="zh-CN" sz="1200" dirty="0">
                <a:latin typeface="Alibaba PuHuiTi R" pitchFamily="18" charset="-122"/>
                <a:ea typeface="Alibaba PuHuiTi R" pitchFamily="18" charset="-122"/>
                <a:cs typeface="Alibaba PuHuiTi R" pitchFamily="18" charset="-122"/>
              </a:rPr>
              <a:t>    # # for</a:t>
            </a:r>
            <a:r>
              <a:rPr lang="zh-CN" altLang="en-US" sz="1200" dirty="0">
                <a:latin typeface="Alibaba PuHuiTi R" pitchFamily="18" charset="-122"/>
                <a:ea typeface="Alibaba PuHuiTi R" pitchFamily="18" charset="-122"/>
                <a:cs typeface="Alibaba PuHuiTi R" pitchFamily="18" charset="-122"/>
              </a:rPr>
              <a:t>遍历生成器</a:t>
            </a:r>
            <a:r>
              <a:rPr lang="en-US" altLang="zh-CN" sz="1200" dirty="0">
                <a:latin typeface="Alibaba PuHuiTi R" pitchFamily="18" charset="-122"/>
                <a:ea typeface="Alibaba PuHuiTi R" pitchFamily="18" charset="-122"/>
                <a:cs typeface="Alibaba PuHuiTi R" pitchFamily="18" charset="-122"/>
              </a:rPr>
              <a:t>, for </a:t>
            </a:r>
            <a:r>
              <a:rPr lang="zh-CN" altLang="en-US" sz="1200" dirty="0">
                <a:latin typeface="Alibaba PuHuiTi R" pitchFamily="18" charset="-122"/>
                <a:ea typeface="Alibaba PuHuiTi R" pitchFamily="18" charset="-122"/>
                <a:cs typeface="Alibaba PuHuiTi R" pitchFamily="18" charset="-122"/>
              </a:rPr>
              <a:t>循环内部自动处理了停止迭代异常，使用起来更加方便</a:t>
            </a:r>
          </a:p>
          <a:p>
            <a:pPr>
              <a:lnSpc>
                <a:spcPct val="150000"/>
              </a:lnSpc>
              <a:defRPr/>
            </a:pPr>
            <a:r>
              <a:rPr lang="zh-CN" altLang="en-US" sz="1200" dirty="0">
                <a:latin typeface="Alibaba PuHuiTi R" pitchFamily="18" charset="-122"/>
                <a:ea typeface="Alibaba PuHuiTi R" pitchFamily="18" charset="-122"/>
                <a:cs typeface="Alibaba PuHuiTi R" pitchFamily="18" charset="-122"/>
              </a:rPr>
              <a:t>    </a:t>
            </a:r>
            <a:r>
              <a:rPr lang="en-US" altLang="zh-CN" sz="1200" dirty="0">
                <a:latin typeface="Alibaba PuHuiTi R" pitchFamily="18" charset="-122"/>
                <a:ea typeface="Alibaba PuHuiTi R" pitchFamily="18" charset="-122"/>
                <a:cs typeface="Alibaba PuHuiTi R" pitchFamily="18" charset="-122"/>
              </a:rPr>
              <a:t>for </a:t>
            </a:r>
            <a:r>
              <a:rPr lang="en-US" altLang="zh-CN" sz="1200" dirty="0" err="1">
                <a:latin typeface="Alibaba PuHuiTi R" pitchFamily="18" charset="-122"/>
                <a:ea typeface="Alibaba PuHuiTi R" pitchFamily="18" charset="-122"/>
                <a:cs typeface="Alibaba PuHuiTi R" pitchFamily="18" charset="-122"/>
              </a:rPr>
              <a:t>i</a:t>
            </a:r>
            <a:r>
              <a:rPr lang="en-US" altLang="zh-CN" sz="1200" dirty="0">
                <a:latin typeface="Alibaba PuHuiTi R" pitchFamily="18" charset="-122"/>
                <a:ea typeface="Alibaba PuHuiTi R" pitchFamily="18" charset="-122"/>
                <a:cs typeface="Alibaba PuHuiTi R" pitchFamily="18" charset="-122"/>
              </a:rPr>
              <a:t> in g:</a:t>
            </a:r>
          </a:p>
          <a:p>
            <a:pPr>
              <a:lnSpc>
                <a:spcPct val="150000"/>
              </a:lnSpc>
              <a:defRPr/>
            </a:pPr>
            <a:r>
              <a:rPr lang="en-US" altLang="zh-CN" sz="1200" dirty="0">
                <a:latin typeface="Alibaba PuHuiTi R" pitchFamily="18" charset="-122"/>
                <a:ea typeface="Alibaba PuHuiTi R" pitchFamily="18" charset="-122"/>
                <a:cs typeface="Alibaba PuHuiTi R" pitchFamily="18" charset="-122"/>
              </a:rPr>
              <a:t>        print(</a:t>
            </a:r>
            <a:r>
              <a:rPr lang="en-US" altLang="zh-CN" sz="1200" dirty="0" err="1">
                <a:latin typeface="Alibaba PuHuiTi R" pitchFamily="18" charset="-122"/>
                <a:ea typeface="Alibaba PuHuiTi R" pitchFamily="18" charset="-122"/>
                <a:cs typeface="Alibaba PuHuiTi R" pitchFamily="18" charset="-122"/>
              </a:rPr>
              <a:t>i</a:t>
            </a:r>
            <a:r>
              <a:rPr lang="en-US" altLang="zh-CN" sz="1200" dirty="0">
                <a:latin typeface="Alibaba PuHuiTi R" pitchFamily="18" charset="-122"/>
                <a:ea typeface="Alibaba PuHuiTi R" pitchFamily="18" charset="-122"/>
                <a:cs typeface="Alibaba PuHuiTi R" pitchFamily="18" charset="-122"/>
              </a:rPr>
              <a:t>)</a:t>
            </a:r>
            <a:endParaRPr lang="en-US" altLang="zh-CN" sz="1200" dirty="0">
              <a:solidFill>
                <a:srgbClr val="C00000"/>
              </a:solidFill>
              <a:latin typeface="Alibaba PuHuiTi R" pitchFamily="18" charset="-122"/>
              <a:ea typeface="Alibaba PuHuiTi R" pitchFamily="18" charset="-122"/>
              <a:cs typeface="Alibaba PuHuiTi R" pitchFamily="18" charset="-122"/>
            </a:endParaRPr>
          </a:p>
        </p:txBody>
      </p:sp>
      <p:sp>
        <p:nvSpPr>
          <p:cNvPr id="9" name="箭头: 右 8">
            <a:extLst>
              <a:ext uri="{FF2B5EF4-FFF2-40B4-BE49-F238E27FC236}">
                <a16:creationId xmlns:a16="http://schemas.microsoft.com/office/drawing/2014/main" id="{72A6AEC4-1813-405F-8C66-2DE7D6E2F989}"/>
              </a:ext>
            </a:extLst>
          </p:cNvPr>
          <p:cNvSpPr/>
          <p:nvPr/>
        </p:nvSpPr>
        <p:spPr>
          <a:xfrm rot="2136822">
            <a:off x="3379188" y="2897994"/>
            <a:ext cx="1065125" cy="462225"/>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4838611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764C089C-0935-5E44-B9F7-7E9F84DDBA17}"/>
              </a:ext>
            </a:extLst>
          </p:cNvPr>
          <p:cNvSpPr>
            <a:spLocks noGrp="1"/>
          </p:cNvSpPr>
          <p:nvPr>
            <p:ph type="title"/>
          </p:nvPr>
        </p:nvSpPr>
        <p:spPr/>
        <p:txBody>
          <a:bodyPr/>
          <a:lstStyle/>
          <a:p>
            <a:r>
              <a:rPr lang="en-US" altLang="zh-CN" b="1" i="0" dirty="0">
                <a:solidFill>
                  <a:srgbClr val="333333"/>
                </a:solidFill>
                <a:effectLst/>
                <a:latin typeface="Helvetica Neue"/>
              </a:rPr>
              <a:t>Python</a:t>
            </a:r>
            <a:r>
              <a:rPr lang="zh-CN" altLang="en-US" b="1" i="0" dirty="0">
                <a:solidFill>
                  <a:srgbClr val="333333"/>
                </a:solidFill>
                <a:effectLst/>
                <a:latin typeface="Helvetica Neue"/>
              </a:rPr>
              <a:t>高级语法</a:t>
            </a:r>
            <a:endParaRPr kumimoji="1" lang="zh-CN" altLang="en-US" dirty="0"/>
          </a:p>
        </p:txBody>
      </p:sp>
      <p:sp>
        <p:nvSpPr>
          <p:cNvPr id="4" name="文本占位符 3">
            <a:extLst>
              <a:ext uri="{FF2B5EF4-FFF2-40B4-BE49-F238E27FC236}">
                <a16:creationId xmlns:a16="http://schemas.microsoft.com/office/drawing/2014/main" id="{6CF94E84-6F22-C942-A1D4-BA6A5DBD17DC}"/>
              </a:ext>
            </a:extLst>
          </p:cNvPr>
          <p:cNvSpPr>
            <a:spLocks noGrp="1"/>
          </p:cNvSpPr>
          <p:nvPr>
            <p:ph type="body" sz="quarter" idx="10"/>
          </p:nvPr>
        </p:nvSpPr>
        <p:spPr/>
        <p:txBody>
          <a:bodyPr/>
          <a:lstStyle/>
          <a:p>
            <a:r>
              <a:rPr lang="en-US" altLang="zh-CN" i="0" dirty="0">
                <a:solidFill>
                  <a:srgbClr val="333333"/>
                </a:solidFill>
                <a:effectLst/>
                <a:latin typeface="Helvetica Neue"/>
              </a:rPr>
              <a:t>4</a:t>
            </a:r>
            <a:r>
              <a:rPr lang="zh-CN" altLang="en-US" i="0" dirty="0">
                <a:solidFill>
                  <a:srgbClr val="333333"/>
                </a:solidFill>
                <a:effectLst/>
                <a:latin typeface="Helvetica Neue"/>
              </a:rPr>
              <a:t>、为什么要使用</a:t>
            </a:r>
            <a:r>
              <a:rPr lang="en-US" altLang="zh-CN" i="0" dirty="0">
                <a:solidFill>
                  <a:srgbClr val="333333"/>
                </a:solidFill>
                <a:effectLst/>
                <a:latin typeface="Helvetica Neue"/>
              </a:rPr>
              <a:t>yield</a:t>
            </a:r>
            <a:r>
              <a:rPr lang="zh-CN" altLang="en-US" i="0" dirty="0">
                <a:solidFill>
                  <a:srgbClr val="333333"/>
                </a:solidFill>
                <a:effectLst/>
                <a:latin typeface="Helvetica Neue"/>
              </a:rPr>
              <a:t>生成器</a:t>
            </a:r>
            <a:endParaRPr lang="zh-CN" altLang="en-US" b="1" i="0" dirty="0">
              <a:solidFill>
                <a:srgbClr val="333333"/>
              </a:solidFill>
              <a:effectLst/>
              <a:latin typeface="Helvetica Neue"/>
            </a:endParaRPr>
          </a:p>
        </p:txBody>
      </p:sp>
      <p:sp>
        <p:nvSpPr>
          <p:cNvPr id="8" name="TextBox 3">
            <a:extLst>
              <a:ext uri="{FF2B5EF4-FFF2-40B4-BE49-F238E27FC236}">
                <a16:creationId xmlns:a16="http://schemas.microsoft.com/office/drawing/2014/main" id="{3AEE7A14-3FA2-41A9-85CF-7F336DFF7FFE}"/>
              </a:ext>
            </a:extLst>
          </p:cNvPr>
          <p:cNvSpPr txBox="1"/>
          <p:nvPr/>
        </p:nvSpPr>
        <p:spPr>
          <a:xfrm>
            <a:off x="710879" y="1621830"/>
            <a:ext cx="10749599" cy="4578561"/>
          </a:xfrm>
          <a:prstGeom prst="rect">
            <a:avLst/>
          </a:prstGeom>
          <a:solidFill>
            <a:srgbClr val="FFFFE4"/>
          </a:solidFill>
          <a:ln w="3175">
            <a:solidFill>
              <a:srgbClr val="919191"/>
            </a:solidFill>
          </a:ln>
        </p:spPr>
        <p:txBody>
          <a:bodyPr wrap="square">
            <a:spAutoFit/>
          </a:bodyPr>
          <a:lstStyle/>
          <a:p>
            <a:pPr>
              <a:lnSpc>
                <a:spcPct val="150000"/>
              </a:lnSpc>
              <a:defRPr/>
            </a:pPr>
            <a:r>
              <a:rPr lang="en-US" altLang="zh-CN" sz="1400" dirty="0">
                <a:latin typeface="Alibaba PuHuiTi R" pitchFamily="18" charset="-122"/>
                <a:ea typeface="Alibaba PuHuiTi R" pitchFamily="18" charset="-122"/>
                <a:cs typeface="Alibaba PuHuiTi R" pitchFamily="18" charset="-122"/>
              </a:rPr>
              <a:t>import </a:t>
            </a:r>
            <a:r>
              <a:rPr lang="en-US" altLang="zh-CN" sz="1400" dirty="0" err="1">
                <a:latin typeface="Alibaba PuHuiTi R" pitchFamily="18" charset="-122"/>
                <a:ea typeface="Alibaba PuHuiTi R" pitchFamily="18" charset="-122"/>
                <a:cs typeface="Alibaba PuHuiTi R" pitchFamily="18" charset="-122"/>
              </a:rPr>
              <a:t>memory_profiler</a:t>
            </a:r>
            <a:r>
              <a:rPr lang="en-US" altLang="zh-CN" sz="1400" dirty="0">
                <a:latin typeface="Alibaba PuHuiTi R" pitchFamily="18" charset="-122"/>
                <a:ea typeface="Alibaba PuHuiTi R" pitchFamily="18" charset="-122"/>
                <a:cs typeface="Alibaba PuHuiTi R" pitchFamily="18" charset="-122"/>
              </a:rPr>
              <a:t> as mem</a:t>
            </a:r>
          </a:p>
          <a:p>
            <a:pPr>
              <a:lnSpc>
                <a:spcPct val="150000"/>
              </a:lnSpc>
              <a:defRPr/>
            </a:pPr>
            <a:endParaRPr lang="en-US" altLang="zh-CN" sz="1400" dirty="0">
              <a:latin typeface="Alibaba PuHuiTi R" pitchFamily="18" charset="-122"/>
              <a:ea typeface="Alibaba PuHuiTi R" pitchFamily="18" charset="-122"/>
              <a:cs typeface="Alibaba PuHuiTi R" pitchFamily="18" charset="-122"/>
            </a:endParaRPr>
          </a:p>
          <a:p>
            <a:pPr>
              <a:lnSpc>
                <a:spcPct val="150000"/>
              </a:lnSpc>
              <a:defRPr/>
            </a:pPr>
            <a:endParaRPr lang="en-US" altLang="zh-CN" sz="1400" dirty="0">
              <a:latin typeface="Alibaba PuHuiTi R" pitchFamily="18" charset="-122"/>
              <a:ea typeface="Alibaba PuHuiTi R" pitchFamily="18" charset="-122"/>
              <a:cs typeface="Alibaba PuHuiTi R" pitchFamily="18" charset="-122"/>
            </a:endParaRPr>
          </a:p>
          <a:p>
            <a:pPr>
              <a:lnSpc>
                <a:spcPct val="150000"/>
              </a:lnSpc>
              <a:defRPr/>
            </a:pPr>
            <a:r>
              <a:rPr lang="en-US" altLang="zh-CN" sz="1400" dirty="0">
                <a:latin typeface="Alibaba PuHuiTi R" pitchFamily="18" charset="-122"/>
                <a:ea typeface="Alibaba PuHuiTi R" pitchFamily="18" charset="-122"/>
                <a:cs typeface="Alibaba PuHuiTi R" pitchFamily="18" charset="-122"/>
              </a:rPr>
              <a:t># </a:t>
            </a:r>
            <a:r>
              <a:rPr lang="en-US" altLang="zh-CN" sz="1400" dirty="0" err="1">
                <a:latin typeface="Alibaba PuHuiTi R" pitchFamily="18" charset="-122"/>
                <a:ea typeface="Alibaba PuHuiTi R" pitchFamily="18" charset="-122"/>
                <a:cs typeface="Alibaba PuHuiTi R" pitchFamily="18" charset="-122"/>
              </a:rPr>
              <a:t>nums</a:t>
            </a:r>
            <a:r>
              <a:rPr lang="en-US" altLang="zh-CN" sz="1400" dirty="0">
                <a:latin typeface="Alibaba PuHuiTi R" pitchFamily="18" charset="-122"/>
                <a:ea typeface="Alibaba PuHuiTi R" pitchFamily="18" charset="-122"/>
                <a:cs typeface="Alibaba PuHuiTi R" pitchFamily="18" charset="-122"/>
              </a:rPr>
              <a:t> = [1, 2, 3, 4, 5]</a:t>
            </a:r>
          </a:p>
          <a:p>
            <a:pPr>
              <a:lnSpc>
                <a:spcPct val="150000"/>
              </a:lnSpc>
              <a:defRPr/>
            </a:pPr>
            <a:r>
              <a:rPr lang="en-US" altLang="zh-CN" sz="1400" dirty="0">
                <a:latin typeface="Alibaba PuHuiTi R" pitchFamily="18" charset="-122"/>
                <a:ea typeface="Alibaba PuHuiTi R" pitchFamily="18" charset="-122"/>
                <a:cs typeface="Alibaba PuHuiTi R" pitchFamily="18" charset="-122"/>
              </a:rPr>
              <a:t># print([</a:t>
            </a:r>
            <a:r>
              <a:rPr lang="en-US" altLang="zh-CN" sz="1400" dirty="0" err="1">
                <a:latin typeface="Alibaba PuHuiTi R" pitchFamily="18" charset="-122"/>
                <a:ea typeface="Alibaba PuHuiTi R" pitchFamily="18" charset="-122"/>
                <a:cs typeface="Alibaba PuHuiTi R" pitchFamily="18" charset="-122"/>
              </a:rPr>
              <a:t>i</a:t>
            </a:r>
            <a:r>
              <a:rPr lang="en-US" altLang="zh-CN" sz="1400" dirty="0">
                <a:latin typeface="Alibaba PuHuiTi R" pitchFamily="18" charset="-122"/>
                <a:ea typeface="Alibaba PuHuiTi R" pitchFamily="18" charset="-122"/>
                <a:cs typeface="Alibaba PuHuiTi R" pitchFamily="18" charset="-122"/>
              </a:rPr>
              <a:t>*</a:t>
            </a:r>
            <a:r>
              <a:rPr lang="en-US" altLang="zh-CN" sz="1400" dirty="0" err="1">
                <a:latin typeface="Alibaba PuHuiTi R" pitchFamily="18" charset="-122"/>
                <a:ea typeface="Alibaba PuHuiTi R" pitchFamily="18" charset="-122"/>
                <a:cs typeface="Alibaba PuHuiTi R" pitchFamily="18" charset="-122"/>
              </a:rPr>
              <a:t>i</a:t>
            </a:r>
            <a:r>
              <a:rPr lang="en-US" altLang="zh-CN" sz="1400" dirty="0">
                <a:latin typeface="Alibaba PuHuiTi R" pitchFamily="18" charset="-122"/>
                <a:ea typeface="Alibaba PuHuiTi R" pitchFamily="18" charset="-122"/>
                <a:cs typeface="Alibaba PuHuiTi R" pitchFamily="18" charset="-122"/>
              </a:rPr>
              <a:t> for </a:t>
            </a:r>
            <a:r>
              <a:rPr lang="en-US" altLang="zh-CN" sz="1400" dirty="0" err="1">
                <a:latin typeface="Alibaba PuHuiTi R" pitchFamily="18" charset="-122"/>
                <a:ea typeface="Alibaba PuHuiTi R" pitchFamily="18" charset="-122"/>
                <a:cs typeface="Alibaba PuHuiTi R" pitchFamily="18" charset="-122"/>
              </a:rPr>
              <a:t>i</a:t>
            </a:r>
            <a:r>
              <a:rPr lang="en-US" altLang="zh-CN" sz="1400" dirty="0">
                <a:latin typeface="Alibaba PuHuiTi R" pitchFamily="18" charset="-122"/>
                <a:ea typeface="Alibaba PuHuiTi R" pitchFamily="18" charset="-122"/>
                <a:cs typeface="Alibaba PuHuiTi R" pitchFamily="18" charset="-122"/>
              </a:rPr>
              <a:t> in </a:t>
            </a:r>
            <a:r>
              <a:rPr lang="en-US" altLang="zh-CN" sz="1400" dirty="0" err="1">
                <a:latin typeface="Alibaba PuHuiTi R" pitchFamily="18" charset="-122"/>
                <a:ea typeface="Alibaba PuHuiTi R" pitchFamily="18" charset="-122"/>
                <a:cs typeface="Alibaba PuHuiTi R" pitchFamily="18" charset="-122"/>
              </a:rPr>
              <a:t>nums</a:t>
            </a:r>
            <a:r>
              <a:rPr lang="en-US" altLang="zh-CN" sz="1400" dirty="0">
                <a:latin typeface="Alibaba PuHuiTi R" pitchFamily="18" charset="-122"/>
                <a:ea typeface="Alibaba PuHuiTi R" pitchFamily="18" charset="-122"/>
                <a:cs typeface="Alibaba PuHuiTi R" pitchFamily="18" charset="-122"/>
              </a:rPr>
              <a:t>])</a:t>
            </a:r>
          </a:p>
          <a:p>
            <a:pPr>
              <a:lnSpc>
                <a:spcPct val="150000"/>
              </a:lnSpc>
              <a:defRPr/>
            </a:pPr>
            <a:endParaRPr lang="en-US" altLang="zh-CN" sz="1400" dirty="0">
              <a:latin typeface="Alibaba PuHuiTi R" pitchFamily="18" charset="-122"/>
              <a:ea typeface="Alibaba PuHuiTi R" pitchFamily="18" charset="-122"/>
              <a:cs typeface="Alibaba PuHuiTi R" pitchFamily="18" charset="-122"/>
            </a:endParaRPr>
          </a:p>
          <a:p>
            <a:pPr>
              <a:lnSpc>
                <a:spcPct val="150000"/>
              </a:lnSpc>
              <a:defRPr/>
            </a:pPr>
            <a:endParaRPr lang="en-US" altLang="zh-CN" sz="1400" dirty="0">
              <a:latin typeface="Alibaba PuHuiTi R" pitchFamily="18" charset="-122"/>
              <a:ea typeface="Alibaba PuHuiTi R" pitchFamily="18" charset="-122"/>
              <a:cs typeface="Alibaba PuHuiTi R" pitchFamily="18" charset="-122"/>
            </a:endParaRPr>
          </a:p>
          <a:p>
            <a:pPr>
              <a:lnSpc>
                <a:spcPct val="150000"/>
              </a:lnSpc>
              <a:defRPr/>
            </a:pPr>
            <a:r>
              <a:rPr lang="en-US" altLang="zh-CN" sz="1400" dirty="0" err="1">
                <a:latin typeface="Alibaba PuHuiTi R" pitchFamily="18" charset="-122"/>
                <a:ea typeface="Alibaba PuHuiTi R" pitchFamily="18" charset="-122"/>
                <a:cs typeface="Alibaba PuHuiTi R" pitchFamily="18" charset="-122"/>
              </a:rPr>
              <a:t>nums</a:t>
            </a:r>
            <a:r>
              <a:rPr lang="en-US" altLang="zh-CN" sz="1400" dirty="0">
                <a:latin typeface="Alibaba PuHuiTi R" pitchFamily="18" charset="-122"/>
                <a:ea typeface="Alibaba PuHuiTi R" pitchFamily="18" charset="-122"/>
                <a:cs typeface="Alibaba PuHuiTi R" pitchFamily="18" charset="-122"/>
              </a:rPr>
              <a:t> = list(range(10000000))</a:t>
            </a:r>
          </a:p>
          <a:p>
            <a:pPr>
              <a:lnSpc>
                <a:spcPct val="150000"/>
              </a:lnSpc>
              <a:defRPr/>
            </a:pPr>
            <a:r>
              <a:rPr lang="en-US" altLang="zh-CN" sz="1400" dirty="0">
                <a:latin typeface="Alibaba PuHuiTi R" pitchFamily="18" charset="-122"/>
                <a:ea typeface="Alibaba PuHuiTi R" pitchFamily="18" charset="-122"/>
                <a:cs typeface="Alibaba PuHuiTi R" pitchFamily="18" charset="-122"/>
              </a:rPr>
              <a:t>print('</a:t>
            </a:r>
            <a:r>
              <a:rPr lang="zh-CN" altLang="en-US" sz="1400" dirty="0">
                <a:latin typeface="Alibaba PuHuiTi R" pitchFamily="18" charset="-122"/>
                <a:ea typeface="Alibaba PuHuiTi R" pitchFamily="18" charset="-122"/>
                <a:cs typeface="Alibaba PuHuiTi R" pitchFamily="18" charset="-122"/>
              </a:rPr>
              <a:t>运算前内存：</a:t>
            </a:r>
            <a:r>
              <a:rPr lang="en-US" altLang="zh-CN" sz="1400" dirty="0">
                <a:latin typeface="Alibaba PuHuiTi R" pitchFamily="18" charset="-122"/>
                <a:ea typeface="Alibaba PuHuiTi R" pitchFamily="18" charset="-122"/>
                <a:cs typeface="Alibaba PuHuiTi R" pitchFamily="18" charset="-122"/>
              </a:rPr>
              <a:t>', </a:t>
            </a:r>
            <a:r>
              <a:rPr lang="en-US" altLang="zh-CN" sz="1400" dirty="0" err="1">
                <a:latin typeface="Alibaba PuHuiTi R" pitchFamily="18" charset="-122"/>
                <a:ea typeface="Alibaba PuHuiTi R" pitchFamily="18" charset="-122"/>
                <a:cs typeface="Alibaba PuHuiTi R" pitchFamily="18" charset="-122"/>
              </a:rPr>
              <a:t>mem.memory_usage</a:t>
            </a:r>
            <a:r>
              <a:rPr lang="en-US" altLang="zh-CN" sz="1400" dirty="0">
                <a:latin typeface="Alibaba PuHuiTi R" pitchFamily="18" charset="-122"/>
                <a:ea typeface="Alibaba PuHuiTi R" pitchFamily="18" charset="-122"/>
                <a:cs typeface="Alibaba PuHuiTi R" pitchFamily="18" charset="-122"/>
              </a:rPr>
              <a:t>())</a:t>
            </a:r>
          </a:p>
          <a:p>
            <a:pPr>
              <a:lnSpc>
                <a:spcPct val="150000"/>
              </a:lnSpc>
              <a:defRPr/>
            </a:pPr>
            <a:r>
              <a:rPr lang="en-US" altLang="zh-CN" sz="1400" dirty="0">
                <a:solidFill>
                  <a:srgbClr val="C00000"/>
                </a:solidFill>
                <a:latin typeface="Alibaba PuHuiTi R" pitchFamily="18" charset="-122"/>
                <a:ea typeface="Alibaba PuHuiTi R" pitchFamily="18" charset="-122"/>
                <a:cs typeface="Alibaba PuHuiTi R" pitchFamily="18" charset="-122"/>
              </a:rPr>
              <a:t># </a:t>
            </a:r>
            <a:r>
              <a:rPr lang="zh-CN" altLang="en-US" sz="1400" dirty="0">
                <a:solidFill>
                  <a:srgbClr val="C00000"/>
                </a:solidFill>
                <a:latin typeface="Alibaba PuHuiTi R" pitchFamily="18" charset="-122"/>
                <a:ea typeface="Alibaba PuHuiTi R" pitchFamily="18" charset="-122"/>
                <a:cs typeface="Alibaba PuHuiTi R" pitchFamily="18" charset="-122"/>
              </a:rPr>
              <a:t>列表</a:t>
            </a:r>
          </a:p>
          <a:p>
            <a:pPr>
              <a:lnSpc>
                <a:spcPct val="150000"/>
              </a:lnSpc>
              <a:defRPr/>
            </a:pPr>
            <a:r>
              <a:rPr lang="en-US" altLang="zh-CN" sz="1400" dirty="0">
                <a:solidFill>
                  <a:srgbClr val="C00000"/>
                </a:solidFill>
                <a:latin typeface="Alibaba PuHuiTi R" pitchFamily="18" charset="-122"/>
                <a:ea typeface="Alibaba PuHuiTi R" pitchFamily="18" charset="-122"/>
                <a:cs typeface="Alibaba PuHuiTi R" pitchFamily="18" charset="-122"/>
              </a:rPr>
              <a:t># </a:t>
            </a:r>
            <a:r>
              <a:rPr lang="en-US" altLang="zh-CN" sz="1400" dirty="0" err="1">
                <a:solidFill>
                  <a:srgbClr val="C00000"/>
                </a:solidFill>
                <a:latin typeface="Alibaba PuHuiTi R" pitchFamily="18" charset="-122"/>
                <a:ea typeface="Alibaba PuHuiTi R" pitchFamily="18" charset="-122"/>
                <a:cs typeface="Alibaba PuHuiTi R" pitchFamily="18" charset="-122"/>
              </a:rPr>
              <a:t>square_nums</a:t>
            </a:r>
            <a:r>
              <a:rPr lang="en-US" altLang="zh-CN" sz="1400" dirty="0">
                <a:solidFill>
                  <a:srgbClr val="C00000"/>
                </a:solidFill>
                <a:latin typeface="Alibaba PuHuiTi R" pitchFamily="18" charset="-122"/>
                <a:ea typeface="Alibaba PuHuiTi R" pitchFamily="18" charset="-122"/>
                <a:cs typeface="Alibaba PuHuiTi R" pitchFamily="18" charset="-122"/>
              </a:rPr>
              <a:t> = [n * n for n in </a:t>
            </a:r>
            <a:r>
              <a:rPr lang="en-US" altLang="zh-CN" sz="1400" dirty="0" err="1">
                <a:solidFill>
                  <a:srgbClr val="C00000"/>
                </a:solidFill>
                <a:latin typeface="Alibaba PuHuiTi R" pitchFamily="18" charset="-122"/>
                <a:ea typeface="Alibaba PuHuiTi R" pitchFamily="18" charset="-122"/>
                <a:cs typeface="Alibaba PuHuiTi R" pitchFamily="18" charset="-122"/>
              </a:rPr>
              <a:t>nums</a:t>
            </a:r>
            <a:r>
              <a:rPr lang="en-US" altLang="zh-CN" sz="1400" dirty="0">
                <a:solidFill>
                  <a:srgbClr val="C00000"/>
                </a:solidFill>
                <a:latin typeface="Alibaba PuHuiTi R" pitchFamily="18" charset="-122"/>
                <a:ea typeface="Alibaba PuHuiTi R" pitchFamily="18" charset="-122"/>
                <a:cs typeface="Alibaba PuHuiTi R" pitchFamily="18" charset="-122"/>
              </a:rPr>
              <a:t>]</a:t>
            </a:r>
          </a:p>
          <a:p>
            <a:pPr>
              <a:lnSpc>
                <a:spcPct val="150000"/>
              </a:lnSpc>
              <a:defRPr/>
            </a:pPr>
            <a:r>
              <a:rPr lang="en-US" altLang="zh-CN" sz="1400" dirty="0">
                <a:solidFill>
                  <a:srgbClr val="C00000"/>
                </a:solidFill>
                <a:latin typeface="Alibaba PuHuiTi R" pitchFamily="18" charset="-122"/>
                <a:ea typeface="Alibaba PuHuiTi R" pitchFamily="18" charset="-122"/>
                <a:cs typeface="Alibaba PuHuiTi R" pitchFamily="18" charset="-122"/>
              </a:rPr>
              <a:t># </a:t>
            </a:r>
            <a:r>
              <a:rPr lang="zh-CN" altLang="en-US" sz="1400" dirty="0">
                <a:solidFill>
                  <a:srgbClr val="C00000"/>
                </a:solidFill>
                <a:latin typeface="Alibaba PuHuiTi R" pitchFamily="18" charset="-122"/>
                <a:ea typeface="Alibaba PuHuiTi R" pitchFamily="18" charset="-122"/>
                <a:cs typeface="Alibaba PuHuiTi R" pitchFamily="18" charset="-122"/>
              </a:rPr>
              <a:t>生成器</a:t>
            </a:r>
          </a:p>
          <a:p>
            <a:pPr>
              <a:lnSpc>
                <a:spcPct val="150000"/>
              </a:lnSpc>
              <a:defRPr/>
            </a:pPr>
            <a:r>
              <a:rPr lang="en-US" altLang="zh-CN" sz="1400" dirty="0" err="1">
                <a:solidFill>
                  <a:srgbClr val="C00000"/>
                </a:solidFill>
                <a:latin typeface="Alibaba PuHuiTi R" pitchFamily="18" charset="-122"/>
                <a:ea typeface="Alibaba PuHuiTi R" pitchFamily="18" charset="-122"/>
                <a:cs typeface="Alibaba PuHuiTi R" pitchFamily="18" charset="-122"/>
              </a:rPr>
              <a:t>square_nums</a:t>
            </a:r>
            <a:r>
              <a:rPr lang="en-US" altLang="zh-CN" sz="1400" dirty="0">
                <a:solidFill>
                  <a:srgbClr val="C00000"/>
                </a:solidFill>
                <a:latin typeface="Alibaba PuHuiTi R" pitchFamily="18" charset="-122"/>
                <a:ea typeface="Alibaba PuHuiTi R" pitchFamily="18" charset="-122"/>
                <a:cs typeface="Alibaba PuHuiTi R" pitchFamily="18" charset="-122"/>
              </a:rPr>
              <a:t> = (n * n for n in </a:t>
            </a:r>
            <a:r>
              <a:rPr lang="en-US" altLang="zh-CN" sz="1400" dirty="0" err="1">
                <a:solidFill>
                  <a:srgbClr val="C00000"/>
                </a:solidFill>
                <a:latin typeface="Alibaba PuHuiTi R" pitchFamily="18" charset="-122"/>
                <a:ea typeface="Alibaba PuHuiTi R" pitchFamily="18" charset="-122"/>
                <a:cs typeface="Alibaba PuHuiTi R" pitchFamily="18" charset="-122"/>
              </a:rPr>
              <a:t>nums</a:t>
            </a:r>
            <a:r>
              <a:rPr lang="en-US" altLang="zh-CN" sz="1400" dirty="0">
                <a:solidFill>
                  <a:srgbClr val="C00000"/>
                </a:solidFill>
                <a:latin typeface="Alibaba PuHuiTi R" pitchFamily="18" charset="-122"/>
                <a:ea typeface="Alibaba PuHuiTi R" pitchFamily="18" charset="-122"/>
                <a:cs typeface="Alibaba PuHuiTi R" pitchFamily="18" charset="-122"/>
              </a:rPr>
              <a:t>)</a:t>
            </a:r>
          </a:p>
          <a:p>
            <a:pPr>
              <a:lnSpc>
                <a:spcPct val="150000"/>
              </a:lnSpc>
              <a:defRPr/>
            </a:pPr>
            <a:r>
              <a:rPr lang="en-US" altLang="zh-CN" sz="1400" dirty="0">
                <a:latin typeface="Alibaba PuHuiTi R" pitchFamily="18" charset="-122"/>
                <a:ea typeface="Alibaba PuHuiTi R" pitchFamily="18" charset="-122"/>
                <a:cs typeface="Alibaba PuHuiTi R" pitchFamily="18" charset="-122"/>
              </a:rPr>
              <a:t>print('</a:t>
            </a:r>
            <a:r>
              <a:rPr lang="zh-CN" altLang="en-US" sz="1400" dirty="0">
                <a:latin typeface="Alibaba PuHuiTi R" pitchFamily="18" charset="-122"/>
                <a:ea typeface="Alibaba PuHuiTi R" pitchFamily="18" charset="-122"/>
                <a:cs typeface="Alibaba PuHuiTi R" pitchFamily="18" charset="-122"/>
              </a:rPr>
              <a:t>运算后内存：</a:t>
            </a:r>
            <a:r>
              <a:rPr lang="en-US" altLang="zh-CN" sz="1400" dirty="0">
                <a:latin typeface="Alibaba PuHuiTi R" pitchFamily="18" charset="-122"/>
                <a:ea typeface="Alibaba PuHuiTi R" pitchFamily="18" charset="-122"/>
                <a:cs typeface="Alibaba PuHuiTi R" pitchFamily="18" charset="-122"/>
              </a:rPr>
              <a:t>', </a:t>
            </a:r>
            <a:r>
              <a:rPr lang="en-US" altLang="zh-CN" sz="1400" dirty="0" err="1">
                <a:latin typeface="Alibaba PuHuiTi R" pitchFamily="18" charset="-122"/>
                <a:ea typeface="Alibaba PuHuiTi R" pitchFamily="18" charset="-122"/>
                <a:cs typeface="Alibaba PuHuiTi R" pitchFamily="18" charset="-122"/>
              </a:rPr>
              <a:t>mem.memory_usage</a:t>
            </a:r>
            <a:r>
              <a:rPr lang="en-US" altLang="zh-CN" sz="1400" dirty="0">
                <a:latin typeface="Alibaba PuHuiTi R" pitchFamily="18" charset="-122"/>
                <a:ea typeface="Alibaba PuHuiTi R" pitchFamily="18" charset="-122"/>
                <a:cs typeface="Alibaba PuHuiTi R" pitchFamily="18" charset="-122"/>
              </a:rPr>
              <a:t>())</a:t>
            </a:r>
            <a:endParaRPr lang="en-US" altLang="zh-CN" sz="1400" dirty="0">
              <a:solidFill>
                <a:srgbClr val="C00000"/>
              </a:solidFill>
              <a:latin typeface="Alibaba PuHuiTi R" pitchFamily="18" charset="-122"/>
              <a:ea typeface="Alibaba PuHuiTi R" pitchFamily="18" charset="-122"/>
              <a:cs typeface="Alibaba PuHuiTi R" pitchFamily="18" charset="-122"/>
            </a:endParaRPr>
          </a:p>
        </p:txBody>
      </p:sp>
    </p:spTree>
    <p:extLst>
      <p:ext uri="{BB962C8B-B14F-4D97-AF65-F5344CB8AC3E}">
        <p14:creationId xmlns:p14="http://schemas.microsoft.com/office/powerpoint/2010/main" val="16604277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764C089C-0935-5E44-B9F7-7E9F84DDBA17}"/>
              </a:ext>
            </a:extLst>
          </p:cNvPr>
          <p:cNvSpPr>
            <a:spLocks noGrp="1"/>
          </p:cNvSpPr>
          <p:nvPr>
            <p:ph type="title"/>
          </p:nvPr>
        </p:nvSpPr>
        <p:spPr/>
        <p:txBody>
          <a:bodyPr/>
          <a:lstStyle/>
          <a:p>
            <a:r>
              <a:rPr lang="en-US" altLang="zh-CN" b="1" i="0" dirty="0">
                <a:solidFill>
                  <a:srgbClr val="333333"/>
                </a:solidFill>
                <a:effectLst/>
                <a:latin typeface="Helvetica Neue"/>
              </a:rPr>
              <a:t>Python</a:t>
            </a:r>
            <a:r>
              <a:rPr lang="zh-CN" altLang="en-US" b="1" i="0" dirty="0">
                <a:solidFill>
                  <a:srgbClr val="333333"/>
                </a:solidFill>
                <a:effectLst/>
                <a:latin typeface="Helvetica Neue"/>
              </a:rPr>
              <a:t>高级语法</a:t>
            </a:r>
            <a:endParaRPr kumimoji="1" lang="zh-CN" altLang="en-US" dirty="0"/>
          </a:p>
        </p:txBody>
      </p:sp>
      <p:sp>
        <p:nvSpPr>
          <p:cNvPr id="4" name="文本占位符 3">
            <a:extLst>
              <a:ext uri="{FF2B5EF4-FFF2-40B4-BE49-F238E27FC236}">
                <a16:creationId xmlns:a16="http://schemas.microsoft.com/office/drawing/2014/main" id="{6CF94E84-6F22-C942-A1D4-BA6A5DBD17DC}"/>
              </a:ext>
            </a:extLst>
          </p:cNvPr>
          <p:cNvSpPr>
            <a:spLocks noGrp="1"/>
          </p:cNvSpPr>
          <p:nvPr>
            <p:ph type="body" sz="quarter" idx="10"/>
          </p:nvPr>
        </p:nvSpPr>
        <p:spPr/>
        <p:txBody>
          <a:bodyPr/>
          <a:lstStyle/>
          <a:p>
            <a:r>
              <a:rPr lang="en-US" altLang="zh-CN" i="0" dirty="0">
                <a:solidFill>
                  <a:srgbClr val="333333"/>
                </a:solidFill>
                <a:effectLst/>
                <a:latin typeface="Helvetica Neue"/>
              </a:rPr>
              <a:t>5</a:t>
            </a:r>
            <a:r>
              <a:rPr lang="zh-CN" altLang="en-US" i="0" dirty="0">
                <a:solidFill>
                  <a:srgbClr val="333333"/>
                </a:solidFill>
                <a:effectLst/>
                <a:latin typeface="Helvetica Neue"/>
              </a:rPr>
              <a:t>、使用</a:t>
            </a:r>
            <a:r>
              <a:rPr lang="en-US" altLang="zh-CN" i="0" dirty="0">
                <a:solidFill>
                  <a:srgbClr val="333333"/>
                </a:solidFill>
                <a:effectLst/>
                <a:latin typeface="Helvetica Neue"/>
              </a:rPr>
              <a:t>yield</a:t>
            </a:r>
            <a:r>
              <a:rPr lang="zh-CN" altLang="en-US" i="0" dirty="0">
                <a:solidFill>
                  <a:srgbClr val="333333"/>
                </a:solidFill>
                <a:effectLst/>
                <a:latin typeface="Helvetica Neue"/>
              </a:rPr>
              <a:t>生成器求斐波那契数列</a:t>
            </a:r>
            <a:endParaRPr lang="zh-CN" altLang="en-US" b="1" i="0" dirty="0">
              <a:solidFill>
                <a:srgbClr val="333333"/>
              </a:solidFill>
              <a:effectLst/>
              <a:latin typeface="Helvetica Neue"/>
            </a:endParaRPr>
          </a:p>
        </p:txBody>
      </p:sp>
      <p:sp>
        <p:nvSpPr>
          <p:cNvPr id="8" name="TextBox 3">
            <a:extLst>
              <a:ext uri="{FF2B5EF4-FFF2-40B4-BE49-F238E27FC236}">
                <a16:creationId xmlns:a16="http://schemas.microsoft.com/office/drawing/2014/main" id="{3AEE7A14-3FA2-41A9-85CF-7F336DFF7FFE}"/>
              </a:ext>
            </a:extLst>
          </p:cNvPr>
          <p:cNvSpPr txBox="1"/>
          <p:nvPr/>
        </p:nvSpPr>
        <p:spPr>
          <a:xfrm>
            <a:off x="710879" y="2917371"/>
            <a:ext cx="10749599" cy="2962734"/>
          </a:xfrm>
          <a:prstGeom prst="rect">
            <a:avLst/>
          </a:prstGeom>
          <a:solidFill>
            <a:srgbClr val="FFFFE4"/>
          </a:solidFill>
          <a:ln w="3175">
            <a:solidFill>
              <a:srgbClr val="919191"/>
            </a:solidFill>
          </a:ln>
        </p:spPr>
        <p:txBody>
          <a:bodyPr wrap="square">
            <a:spAutoFit/>
          </a:bodyPr>
          <a:lstStyle/>
          <a:p>
            <a:pPr>
              <a:lnSpc>
                <a:spcPct val="150000"/>
              </a:lnSpc>
              <a:defRPr/>
            </a:pPr>
            <a:r>
              <a:rPr lang="en-US" altLang="zh-CN" sz="1400" dirty="0">
                <a:solidFill>
                  <a:schemeClr val="tx1">
                    <a:lumMod val="85000"/>
                    <a:lumOff val="15000"/>
                  </a:schemeClr>
                </a:solidFill>
                <a:latin typeface="Alibaba PuHuiTi R" pitchFamily="18" charset="-122"/>
                <a:ea typeface="Alibaba PuHuiTi R" pitchFamily="18" charset="-122"/>
                <a:cs typeface="Alibaba PuHuiTi R" pitchFamily="18" charset="-122"/>
              </a:rPr>
              <a:t>def fib(max): </a:t>
            </a:r>
          </a:p>
          <a:p>
            <a:pPr>
              <a:lnSpc>
                <a:spcPct val="150000"/>
              </a:lnSpc>
              <a:defRPr/>
            </a:pPr>
            <a:r>
              <a:rPr lang="en-US" altLang="zh-CN" sz="1400" dirty="0">
                <a:solidFill>
                  <a:schemeClr val="tx1">
                    <a:lumMod val="85000"/>
                    <a:lumOff val="15000"/>
                  </a:schemeClr>
                </a:solidFill>
                <a:latin typeface="Alibaba PuHuiTi R" pitchFamily="18" charset="-122"/>
                <a:ea typeface="Alibaba PuHuiTi R" pitchFamily="18" charset="-122"/>
                <a:cs typeface="Alibaba PuHuiTi R" pitchFamily="18" charset="-122"/>
              </a:rPr>
              <a:t>    n, a, b = 0, 0, 1 </a:t>
            </a:r>
          </a:p>
          <a:p>
            <a:pPr>
              <a:lnSpc>
                <a:spcPct val="150000"/>
              </a:lnSpc>
              <a:defRPr/>
            </a:pPr>
            <a:r>
              <a:rPr lang="en-US" altLang="zh-CN" sz="1400" dirty="0">
                <a:solidFill>
                  <a:schemeClr val="tx1">
                    <a:lumMod val="85000"/>
                    <a:lumOff val="15000"/>
                  </a:schemeClr>
                </a:solidFill>
                <a:latin typeface="Alibaba PuHuiTi R" pitchFamily="18" charset="-122"/>
                <a:ea typeface="Alibaba PuHuiTi R" pitchFamily="18" charset="-122"/>
                <a:cs typeface="Alibaba PuHuiTi R" pitchFamily="18" charset="-122"/>
              </a:rPr>
              <a:t>    while n &lt; max: </a:t>
            </a:r>
          </a:p>
          <a:p>
            <a:pPr>
              <a:lnSpc>
                <a:spcPct val="150000"/>
              </a:lnSpc>
              <a:defRPr/>
            </a:pPr>
            <a:r>
              <a:rPr lang="en-US" altLang="zh-CN" sz="1400" dirty="0">
                <a:solidFill>
                  <a:schemeClr val="tx1">
                    <a:lumMod val="85000"/>
                    <a:lumOff val="15000"/>
                  </a:schemeClr>
                </a:solidFill>
                <a:latin typeface="Alibaba PuHuiTi R" pitchFamily="18" charset="-122"/>
                <a:ea typeface="Alibaba PuHuiTi R" pitchFamily="18" charset="-122"/>
                <a:cs typeface="Alibaba PuHuiTi R" pitchFamily="18" charset="-122"/>
              </a:rPr>
              <a:t>        </a:t>
            </a:r>
            <a:r>
              <a:rPr lang="en-US" altLang="zh-CN" sz="1400" dirty="0">
                <a:solidFill>
                  <a:srgbClr val="C00000"/>
                </a:solidFill>
                <a:latin typeface="Alibaba PuHuiTi R" pitchFamily="18" charset="-122"/>
                <a:ea typeface="Alibaba PuHuiTi R" pitchFamily="18" charset="-122"/>
                <a:cs typeface="Alibaba PuHuiTi R" pitchFamily="18" charset="-122"/>
              </a:rPr>
              <a:t>yield b      # </a:t>
            </a:r>
            <a:r>
              <a:rPr lang="zh-CN" altLang="en-US" sz="1400" dirty="0">
                <a:solidFill>
                  <a:srgbClr val="C00000"/>
                </a:solidFill>
                <a:latin typeface="Alibaba PuHuiTi R" pitchFamily="18" charset="-122"/>
                <a:ea typeface="Alibaba PuHuiTi R" pitchFamily="18" charset="-122"/>
                <a:cs typeface="Alibaba PuHuiTi R" pitchFamily="18" charset="-122"/>
              </a:rPr>
              <a:t>使用 </a:t>
            </a:r>
            <a:r>
              <a:rPr lang="en-US" altLang="zh-CN" sz="1400" dirty="0">
                <a:solidFill>
                  <a:srgbClr val="C00000"/>
                </a:solidFill>
                <a:latin typeface="Alibaba PuHuiTi R" pitchFamily="18" charset="-122"/>
                <a:ea typeface="Alibaba PuHuiTi R" pitchFamily="18" charset="-122"/>
                <a:cs typeface="Alibaba PuHuiTi R" pitchFamily="18" charset="-122"/>
              </a:rPr>
              <a:t>yield</a:t>
            </a:r>
          </a:p>
          <a:p>
            <a:pPr>
              <a:lnSpc>
                <a:spcPct val="150000"/>
              </a:lnSpc>
              <a:defRPr/>
            </a:pPr>
            <a:r>
              <a:rPr lang="en-US" altLang="zh-CN" sz="1400" dirty="0">
                <a:solidFill>
                  <a:schemeClr val="tx1">
                    <a:lumMod val="85000"/>
                    <a:lumOff val="15000"/>
                  </a:schemeClr>
                </a:solidFill>
                <a:latin typeface="Alibaba PuHuiTi R" pitchFamily="18" charset="-122"/>
                <a:ea typeface="Alibaba PuHuiTi R" pitchFamily="18" charset="-122"/>
                <a:cs typeface="Alibaba PuHuiTi R" pitchFamily="18" charset="-122"/>
              </a:rPr>
              <a:t>        a, b = b, a + b </a:t>
            </a:r>
          </a:p>
          <a:p>
            <a:pPr>
              <a:lnSpc>
                <a:spcPct val="150000"/>
              </a:lnSpc>
              <a:defRPr/>
            </a:pPr>
            <a:r>
              <a:rPr lang="en-US" altLang="zh-CN" sz="1400" dirty="0">
                <a:solidFill>
                  <a:schemeClr val="tx1">
                    <a:lumMod val="85000"/>
                    <a:lumOff val="15000"/>
                  </a:schemeClr>
                </a:solidFill>
                <a:latin typeface="Alibaba PuHuiTi R" pitchFamily="18" charset="-122"/>
                <a:ea typeface="Alibaba PuHuiTi R" pitchFamily="18" charset="-122"/>
                <a:cs typeface="Alibaba PuHuiTi R" pitchFamily="18" charset="-122"/>
              </a:rPr>
              <a:t>        n = n + 1</a:t>
            </a:r>
          </a:p>
          <a:p>
            <a:pPr>
              <a:lnSpc>
                <a:spcPct val="150000"/>
              </a:lnSpc>
              <a:defRPr/>
            </a:pPr>
            <a:r>
              <a:rPr lang="en-US" altLang="zh-CN" sz="1400" dirty="0">
                <a:solidFill>
                  <a:schemeClr val="tx1">
                    <a:lumMod val="85000"/>
                    <a:lumOff val="15000"/>
                  </a:schemeClr>
                </a:solidFill>
                <a:latin typeface="Alibaba PuHuiTi R" pitchFamily="18" charset="-122"/>
                <a:ea typeface="Alibaba PuHuiTi R" pitchFamily="18" charset="-122"/>
                <a:cs typeface="Alibaba PuHuiTi R" pitchFamily="18" charset="-122"/>
              </a:rPr>
              <a:t> </a:t>
            </a:r>
          </a:p>
          <a:p>
            <a:pPr>
              <a:lnSpc>
                <a:spcPct val="150000"/>
              </a:lnSpc>
              <a:defRPr/>
            </a:pPr>
            <a:r>
              <a:rPr lang="en-US" altLang="zh-CN" sz="1400" dirty="0">
                <a:solidFill>
                  <a:schemeClr val="tx1">
                    <a:lumMod val="85000"/>
                    <a:lumOff val="15000"/>
                  </a:schemeClr>
                </a:solidFill>
                <a:latin typeface="Alibaba PuHuiTi R" pitchFamily="18" charset="-122"/>
                <a:ea typeface="Alibaba PuHuiTi R" pitchFamily="18" charset="-122"/>
                <a:cs typeface="Alibaba PuHuiTi R" pitchFamily="18" charset="-122"/>
              </a:rPr>
              <a:t>for n in fib(5): </a:t>
            </a:r>
          </a:p>
          <a:p>
            <a:pPr>
              <a:lnSpc>
                <a:spcPct val="150000"/>
              </a:lnSpc>
              <a:defRPr/>
            </a:pPr>
            <a:r>
              <a:rPr lang="en-US" altLang="zh-CN" sz="1400" dirty="0">
                <a:solidFill>
                  <a:schemeClr val="tx1">
                    <a:lumMod val="85000"/>
                    <a:lumOff val="15000"/>
                  </a:schemeClr>
                </a:solidFill>
                <a:latin typeface="Alibaba PuHuiTi R" pitchFamily="18" charset="-122"/>
                <a:ea typeface="Alibaba PuHuiTi R" pitchFamily="18" charset="-122"/>
                <a:cs typeface="Alibaba PuHuiTi R" pitchFamily="18" charset="-122"/>
              </a:rPr>
              <a:t>    print n</a:t>
            </a:r>
          </a:p>
        </p:txBody>
      </p:sp>
      <p:sp>
        <p:nvSpPr>
          <p:cNvPr id="5" name="文本占位符 7">
            <a:extLst>
              <a:ext uri="{FF2B5EF4-FFF2-40B4-BE49-F238E27FC236}">
                <a16:creationId xmlns:a16="http://schemas.microsoft.com/office/drawing/2014/main" id="{E7E32668-BB00-4618-B812-C53C2DB480C7}"/>
              </a:ext>
            </a:extLst>
          </p:cNvPr>
          <p:cNvSpPr>
            <a:spLocks noGrp="1"/>
          </p:cNvSpPr>
          <p:nvPr>
            <p:ph type="body" sz="quarter" idx="11"/>
          </p:nvPr>
        </p:nvSpPr>
        <p:spPr>
          <a:xfrm>
            <a:off x="721201" y="1635972"/>
            <a:ext cx="10749598" cy="1281399"/>
          </a:xfrm>
        </p:spPr>
        <p:txBody>
          <a:bodyPr/>
          <a:lstStyle/>
          <a:p>
            <a:pPr marL="0" indent="0" algn="l">
              <a:buNone/>
            </a:pPr>
            <a:r>
              <a:rPr lang="zh-CN" altLang="en-US" b="0" i="0" dirty="0">
                <a:solidFill>
                  <a:srgbClr val="333333"/>
                </a:solidFill>
                <a:effectLst/>
                <a:latin typeface="Helvetica Neue"/>
              </a:rPr>
              <a:t>数学中有个著名的斐波拉契数列（</a:t>
            </a:r>
            <a:r>
              <a:rPr lang="en-US" altLang="zh-CN" b="0" i="0" dirty="0">
                <a:solidFill>
                  <a:srgbClr val="333333"/>
                </a:solidFill>
                <a:effectLst/>
                <a:latin typeface="Helvetica Neue"/>
              </a:rPr>
              <a:t>Fibonacci</a:t>
            </a:r>
            <a:r>
              <a:rPr lang="zh-CN" altLang="en-US" b="0" i="0" dirty="0">
                <a:solidFill>
                  <a:srgbClr val="333333"/>
                </a:solidFill>
                <a:effectLst/>
                <a:latin typeface="Helvetica Neue"/>
              </a:rPr>
              <a:t>）要求：数列中第一个数为</a:t>
            </a:r>
            <a:r>
              <a:rPr lang="en-US" altLang="zh-CN" b="0" i="0" dirty="0">
                <a:solidFill>
                  <a:srgbClr val="333333"/>
                </a:solidFill>
                <a:effectLst/>
                <a:latin typeface="Helvetica Neue"/>
              </a:rPr>
              <a:t>1</a:t>
            </a:r>
            <a:r>
              <a:rPr lang="zh-CN" altLang="en-US" b="0" i="0" dirty="0">
                <a:solidFill>
                  <a:srgbClr val="333333"/>
                </a:solidFill>
                <a:effectLst/>
                <a:latin typeface="Helvetica Neue"/>
              </a:rPr>
              <a:t>，第二个数为</a:t>
            </a:r>
            <a:r>
              <a:rPr lang="en-US" altLang="zh-CN" b="0" i="0" dirty="0">
                <a:solidFill>
                  <a:srgbClr val="333333"/>
                </a:solidFill>
                <a:effectLst/>
                <a:latin typeface="Helvetica Neue"/>
              </a:rPr>
              <a:t>1</a:t>
            </a:r>
            <a:r>
              <a:rPr lang="zh-CN" altLang="en-US" b="0" i="0" dirty="0">
                <a:solidFill>
                  <a:srgbClr val="333333"/>
                </a:solidFill>
                <a:effectLst/>
                <a:latin typeface="Helvetica Neue"/>
              </a:rPr>
              <a:t>，其后的每一个数都可由前两个数相加得到：例子：</a:t>
            </a:r>
            <a:r>
              <a:rPr lang="en-US" altLang="zh-CN" b="0" i="0" dirty="0">
                <a:solidFill>
                  <a:srgbClr val="333333"/>
                </a:solidFill>
                <a:effectLst/>
                <a:latin typeface="Helvetica Neue"/>
              </a:rPr>
              <a:t>1, 1, 2, 3, 5, 8, 13, 21, 34, ...</a:t>
            </a:r>
            <a:r>
              <a:rPr lang="zh-CN" altLang="en-US" b="0" i="0" dirty="0">
                <a:solidFill>
                  <a:srgbClr val="333333"/>
                </a:solidFill>
                <a:effectLst/>
                <a:latin typeface="Helvetica Neue"/>
              </a:rPr>
              <a:t>现在我们使用生成器来实现这个斐波那契数列，每次取值都通过算法来生成下一个数据</a:t>
            </a:r>
            <a:r>
              <a:rPr lang="zh-CN" altLang="en-US" dirty="0">
                <a:solidFill>
                  <a:srgbClr val="333333"/>
                </a:solidFill>
                <a:latin typeface="Helvetica Neue"/>
              </a:rPr>
              <a:t>，</a:t>
            </a:r>
            <a:r>
              <a:rPr lang="zh-CN" altLang="en-US" b="0" i="0" dirty="0">
                <a:solidFill>
                  <a:srgbClr val="C00000"/>
                </a:solidFill>
                <a:effectLst/>
                <a:latin typeface="Helvetica Neue"/>
              </a:rPr>
              <a:t>生成器每次调用只生成一个数据，可以节省大量的内存。</a:t>
            </a:r>
            <a:endParaRPr lang="zh-CN" altLang="en-US" b="0" i="0" dirty="0">
              <a:solidFill>
                <a:srgbClr val="333333"/>
              </a:solidFill>
              <a:effectLst/>
              <a:latin typeface="Helvetica Neue"/>
            </a:endParaRPr>
          </a:p>
        </p:txBody>
      </p:sp>
    </p:spTree>
    <p:extLst>
      <p:ext uri="{BB962C8B-B14F-4D97-AF65-F5344CB8AC3E}">
        <p14:creationId xmlns:p14="http://schemas.microsoft.com/office/powerpoint/2010/main" val="17425984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6DC7A42-DEB9-4846-9885-EF1F65B29AB4}"/>
              </a:ext>
            </a:extLst>
          </p:cNvPr>
          <p:cNvSpPr>
            <a:spLocks noGrp="1"/>
          </p:cNvSpPr>
          <p:nvPr>
            <p:ph type="title"/>
          </p:nvPr>
        </p:nvSpPr>
        <p:spPr/>
        <p:txBody>
          <a:bodyPr/>
          <a:lstStyle/>
          <a:p>
            <a:pPr algn="l"/>
            <a:r>
              <a:rPr lang="en-US" altLang="zh-CN" b="1" dirty="0">
                <a:solidFill>
                  <a:srgbClr val="333333"/>
                </a:solidFill>
                <a:latin typeface="Helvetica Neue"/>
              </a:rPr>
              <a:t>Python</a:t>
            </a:r>
            <a:r>
              <a:rPr lang="zh-CN" altLang="en-US" b="1" dirty="0">
                <a:solidFill>
                  <a:srgbClr val="333333"/>
                </a:solidFill>
                <a:latin typeface="Helvetica Neue"/>
              </a:rPr>
              <a:t>深浅拷贝</a:t>
            </a:r>
            <a:endParaRPr lang="zh-CN" altLang="en-US" b="1" i="0" dirty="0">
              <a:solidFill>
                <a:srgbClr val="333333"/>
              </a:solidFill>
              <a:effectLst/>
              <a:latin typeface="Helvetica Neue"/>
            </a:endParaRPr>
          </a:p>
        </p:txBody>
      </p:sp>
      <p:sp>
        <p:nvSpPr>
          <p:cNvPr id="3" name="文本占位符 2">
            <a:extLst>
              <a:ext uri="{FF2B5EF4-FFF2-40B4-BE49-F238E27FC236}">
                <a16:creationId xmlns:a16="http://schemas.microsoft.com/office/drawing/2014/main" id="{DC0D98B5-82FB-804B-8565-7E31DD4B40B6}"/>
              </a:ext>
            </a:extLst>
          </p:cNvPr>
          <p:cNvSpPr>
            <a:spLocks noGrp="1"/>
          </p:cNvSpPr>
          <p:nvPr>
            <p:ph type="body" sz="quarter" idx="10"/>
          </p:nvPr>
        </p:nvSpPr>
        <p:spPr/>
        <p:txBody>
          <a:bodyPr/>
          <a:lstStyle/>
          <a:p>
            <a:r>
              <a:rPr kumimoji="1" lang="en-US" altLang="zh-CN" dirty="0"/>
              <a:t>03</a:t>
            </a:r>
            <a:endParaRPr kumimoji="1" lang="zh-CN" altLang="en-US" dirty="0"/>
          </a:p>
        </p:txBody>
      </p:sp>
    </p:spTree>
    <p:extLst>
      <p:ext uri="{BB962C8B-B14F-4D97-AF65-F5344CB8AC3E}">
        <p14:creationId xmlns:p14="http://schemas.microsoft.com/office/powerpoint/2010/main" val="4808087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764C089C-0935-5E44-B9F7-7E9F84DDBA17}"/>
              </a:ext>
            </a:extLst>
          </p:cNvPr>
          <p:cNvSpPr>
            <a:spLocks noGrp="1"/>
          </p:cNvSpPr>
          <p:nvPr>
            <p:ph type="title"/>
          </p:nvPr>
        </p:nvSpPr>
        <p:spPr/>
        <p:txBody>
          <a:bodyPr/>
          <a:lstStyle/>
          <a:p>
            <a:r>
              <a:rPr lang="en-US" altLang="zh-CN" b="1" i="0" dirty="0">
                <a:solidFill>
                  <a:srgbClr val="333333"/>
                </a:solidFill>
                <a:effectLst/>
                <a:latin typeface="Helvetica Neue"/>
              </a:rPr>
              <a:t>Python</a:t>
            </a:r>
            <a:r>
              <a:rPr lang="zh-CN" altLang="en-US" b="1" i="0" dirty="0">
                <a:solidFill>
                  <a:srgbClr val="333333"/>
                </a:solidFill>
                <a:effectLst/>
                <a:latin typeface="Helvetica Neue"/>
              </a:rPr>
              <a:t>高级语法</a:t>
            </a:r>
            <a:endParaRPr kumimoji="1" lang="zh-CN" altLang="en-US" dirty="0"/>
          </a:p>
        </p:txBody>
      </p:sp>
      <p:sp>
        <p:nvSpPr>
          <p:cNvPr id="4" name="文本占位符 3">
            <a:extLst>
              <a:ext uri="{FF2B5EF4-FFF2-40B4-BE49-F238E27FC236}">
                <a16:creationId xmlns:a16="http://schemas.microsoft.com/office/drawing/2014/main" id="{6CF94E84-6F22-C942-A1D4-BA6A5DBD17DC}"/>
              </a:ext>
            </a:extLst>
          </p:cNvPr>
          <p:cNvSpPr>
            <a:spLocks noGrp="1"/>
          </p:cNvSpPr>
          <p:nvPr>
            <p:ph type="body" sz="quarter" idx="10"/>
          </p:nvPr>
        </p:nvSpPr>
        <p:spPr/>
        <p:txBody>
          <a:bodyPr/>
          <a:lstStyle/>
          <a:p>
            <a:r>
              <a:rPr lang="en-US" altLang="zh-CN" i="0" dirty="0">
                <a:solidFill>
                  <a:srgbClr val="333333"/>
                </a:solidFill>
                <a:effectLst/>
                <a:latin typeface="Helvetica Neue"/>
              </a:rPr>
              <a:t>1</a:t>
            </a:r>
            <a:r>
              <a:rPr lang="zh-CN" altLang="en-US" i="0" dirty="0">
                <a:solidFill>
                  <a:srgbClr val="333333"/>
                </a:solidFill>
                <a:effectLst/>
                <a:latin typeface="Helvetica Neue"/>
              </a:rPr>
              <a:t>、可变类型与不可变类型</a:t>
            </a:r>
            <a:endParaRPr lang="zh-CN" altLang="en-US" b="1" i="0" dirty="0">
              <a:solidFill>
                <a:srgbClr val="333333"/>
              </a:solidFill>
              <a:effectLst/>
              <a:latin typeface="Helvetica Neue"/>
            </a:endParaRPr>
          </a:p>
        </p:txBody>
      </p:sp>
      <p:sp>
        <p:nvSpPr>
          <p:cNvPr id="5" name="文本占位符 7">
            <a:extLst>
              <a:ext uri="{FF2B5EF4-FFF2-40B4-BE49-F238E27FC236}">
                <a16:creationId xmlns:a16="http://schemas.microsoft.com/office/drawing/2014/main" id="{E7E32668-BB00-4618-B812-C53C2DB480C7}"/>
              </a:ext>
            </a:extLst>
          </p:cNvPr>
          <p:cNvSpPr>
            <a:spLocks noGrp="1"/>
          </p:cNvSpPr>
          <p:nvPr>
            <p:ph type="body" sz="quarter" idx="11"/>
          </p:nvPr>
        </p:nvSpPr>
        <p:spPr>
          <a:xfrm>
            <a:off x="721201" y="1635972"/>
            <a:ext cx="10749598" cy="2783628"/>
          </a:xfrm>
        </p:spPr>
        <p:txBody>
          <a:bodyPr/>
          <a:lstStyle/>
          <a:p>
            <a:pPr marL="0" indent="0" algn="l">
              <a:buNone/>
            </a:pPr>
            <a:r>
              <a:rPr lang="zh-CN" altLang="en-US" b="0" i="0" dirty="0">
                <a:solidFill>
                  <a:srgbClr val="333333"/>
                </a:solidFill>
                <a:effectLst/>
                <a:latin typeface="Helvetica Neue"/>
              </a:rPr>
              <a:t>不可变对象：一旦创建就不可修改的对象，包括字符串、元组、数值类型（整型、浮点型）</a:t>
            </a:r>
            <a:endParaRPr lang="en-US" altLang="zh-CN" b="0" i="0" dirty="0">
              <a:solidFill>
                <a:srgbClr val="333333"/>
              </a:solidFill>
              <a:effectLst/>
              <a:latin typeface="Helvetica Neue"/>
            </a:endParaRPr>
          </a:p>
          <a:p>
            <a:pPr marL="0" indent="0" algn="l">
              <a:buNone/>
            </a:pPr>
            <a:r>
              <a:rPr lang="zh-CN" altLang="en-US" b="0" i="0" dirty="0">
                <a:solidFill>
                  <a:srgbClr val="C00000"/>
                </a:solidFill>
                <a:effectLst/>
                <a:latin typeface="Helvetica Neue"/>
              </a:rPr>
              <a:t>该对象所指向的内存中的值不能被改变。当改变某个变量时候，由于其所指的值不能被改变，相当于把原来的值复制一份后再改变，这会开辟一个新的地址，变量再指向这个新的地址。</a:t>
            </a:r>
            <a:endParaRPr lang="en-US" altLang="zh-CN" b="0" i="0" dirty="0">
              <a:solidFill>
                <a:srgbClr val="C00000"/>
              </a:solidFill>
              <a:effectLst/>
              <a:latin typeface="Helvetica Neue"/>
            </a:endParaRPr>
          </a:p>
          <a:p>
            <a:pPr marL="0" indent="0" algn="l">
              <a:buNone/>
            </a:pPr>
            <a:endParaRPr lang="en-US" altLang="zh-CN" dirty="0">
              <a:solidFill>
                <a:srgbClr val="C00000"/>
              </a:solidFill>
              <a:latin typeface="Helvetica Neue"/>
            </a:endParaRPr>
          </a:p>
          <a:p>
            <a:pPr marL="0" indent="0" algn="l">
              <a:buNone/>
            </a:pPr>
            <a:r>
              <a:rPr lang="zh-CN" altLang="en-US" b="0" i="0" dirty="0">
                <a:effectLst/>
                <a:latin typeface="Helvetica Neue"/>
              </a:rPr>
              <a:t>可变对象：可以修改的对象，包括列表、字典、集合</a:t>
            </a:r>
            <a:endParaRPr lang="en-US" altLang="zh-CN" b="0" i="0" dirty="0">
              <a:effectLst/>
              <a:latin typeface="Helvetica Neue"/>
            </a:endParaRPr>
          </a:p>
          <a:p>
            <a:pPr marL="0" indent="0" algn="l">
              <a:buNone/>
            </a:pPr>
            <a:r>
              <a:rPr lang="zh-CN" altLang="en-US" b="0" i="0" dirty="0">
                <a:solidFill>
                  <a:srgbClr val="C00000"/>
                </a:solidFill>
                <a:effectLst/>
                <a:latin typeface="Helvetica Neue"/>
              </a:rPr>
              <a:t>该对象所指向的内存中的值可以被改变。变量（准确的说是引用）改变后，实际上是其所指的值直接发生改变，并没有发生复制行为，也没有开辟新的地址，通俗点说就是原地改变。</a:t>
            </a:r>
          </a:p>
        </p:txBody>
      </p:sp>
    </p:spTree>
    <p:extLst>
      <p:ext uri="{BB962C8B-B14F-4D97-AF65-F5344CB8AC3E}">
        <p14:creationId xmlns:p14="http://schemas.microsoft.com/office/powerpoint/2010/main" val="1667037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764C089C-0935-5E44-B9F7-7E9F84DDBA17}"/>
              </a:ext>
            </a:extLst>
          </p:cNvPr>
          <p:cNvSpPr>
            <a:spLocks noGrp="1"/>
          </p:cNvSpPr>
          <p:nvPr>
            <p:ph type="title"/>
          </p:nvPr>
        </p:nvSpPr>
        <p:spPr/>
        <p:txBody>
          <a:bodyPr/>
          <a:lstStyle/>
          <a:p>
            <a:r>
              <a:rPr lang="en-US" altLang="zh-CN" b="1" i="0" dirty="0">
                <a:solidFill>
                  <a:srgbClr val="333333"/>
                </a:solidFill>
                <a:effectLst/>
                <a:latin typeface="Helvetica Neue"/>
              </a:rPr>
              <a:t>Python</a:t>
            </a:r>
            <a:r>
              <a:rPr lang="zh-CN" altLang="en-US" b="1" i="0" dirty="0">
                <a:solidFill>
                  <a:srgbClr val="333333"/>
                </a:solidFill>
                <a:effectLst/>
                <a:latin typeface="Helvetica Neue"/>
              </a:rPr>
              <a:t>高级语法</a:t>
            </a:r>
            <a:endParaRPr kumimoji="1" lang="zh-CN" altLang="en-US" dirty="0"/>
          </a:p>
        </p:txBody>
      </p:sp>
      <p:sp>
        <p:nvSpPr>
          <p:cNvPr id="4" name="文本占位符 3">
            <a:extLst>
              <a:ext uri="{FF2B5EF4-FFF2-40B4-BE49-F238E27FC236}">
                <a16:creationId xmlns:a16="http://schemas.microsoft.com/office/drawing/2014/main" id="{6CF94E84-6F22-C942-A1D4-BA6A5DBD17DC}"/>
              </a:ext>
            </a:extLst>
          </p:cNvPr>
          <p:cNvSpPr>
            <a:spLocks noGrp="1"/>
          </p:cNvSpPr>
          <p:nvPr>
            <p:ph type="body" sz="quarter" idx="10"/>
          </p:nvPr>
        </p:nvSpPr>
        <p:spPr/>
        <p:txBody>
          <a:bodyPr/>
          <a:lstStyle/>
          <a:p>
            <a:r>
              <a:rPr lang="en-US" altLang="zh-CN" i="0" dirty="0">
                <a:solidFill>
                  <a:srgbClr val="333333"/>
                </a:solidFill>
                <a:effectLst/>
                <a:latin typeface="Helvetica Neue"/>
              </a:rPr>
              <a:t>2</a:t>
            </a:r>
            <a:r>
              <a:rPr lang="zh-CN" altLang="en-US" i="0" dirty="0">
                <a:solidFill>
                  <a:srgbClr val="333333"/>
                </a:solidFill>
                <a:effectLst/>
                <a:latin typeface="Helvetica Neue"/>
              </a:rPr>
              <a:t>、变量赋值执行原理</a:t>
            </a:r>
            <a:endParaRPr lang="zh-CN" altLang="en-US" b="1" i="0" dirty="0">
              <a:solidFill>
                <a:srgbClr val="333333"/>
              </a:solidFill>
              <a:effectLst/>
              <a:latin typeface="Helvetica Neue"/>
            </a:endParaRPr>
          </a:p>
        </p:txBody>
      </p:sp>
      <p:sp>
        <p:nvSpPr>
          <p:cNvPr id="5" name="文本占位符 7">
            <a:extLst>
              <a:ext uri="{FF2B5EF4-FFF2-40B4-BE49-F238E27FC236}">
                <a16:creationId xmlns:a16="http://schemas.microsoft.com/office/drawing/2014/main" id="{E7E32668-BB00-4618-B812-C53C2DB480C7}"/>
              </a:ext>
            </a:extLst>
          </p:cNvPr>
          <p:cNvSpPr>
            <a:spLocks noGrp="1"/>
          </p:cNvSpPr>
          <p:nvPr>
            <p:ph type="body" sz="quarter" idx="11"/>
          </p:nvPr>
        </p:nvSpPr>
        <p:spPr>
          <a:xfrm>
            <a:off x="710879" y="2313499"/>
            <a:ext cx="10749598" cy="1703330"/>
          </a:xfrm>
        </p:spPr>
        <p:txBody>
          <a:bodyPr/>
          <a:lstStyle/>
          <a:p>
            <a:pPr marL="0" indent="0" algn="l">
              <a:buNone/>
            </a:pPr>
            <a:r>
              <a:rPr lang="en-US" altLang="zh-CN" b="0" i="0" dirty="0">
                <a:solidFill>
                  <a:srgbClr val="C00000"/>
                </a:solidFill>
                <a:effectLst/>
                <a:latin typeface="Helvetica Neue"/>
              </a:rPr>
              <a:t>Python</a:t>
            </a:r>
            <a:r>
              <a:rPr lang="zh-CN" altLang="en-US" b="0" i="0" dirty="0">
                <a:solidFill>
                  <a:srgbClr val="C00000"/>
                </a:solidFill>
                <a:effectLst/>
                <a:latin typeface="Helvetica Neue"/>
              </a:rPr>
              <a:t>解释器干的事情：</a:t>
            </a:r>
            <a:endParaRPr lang="en-US" altLang="zh-CN" b="0" i="0" dirty="0">
              <a:solidFill>
                <a:srgbClr val="C00000"/>
              </a:solidFill>
              <a:effectLst/>
              <a:latin typeface="Helvetica Neue"/>
            </a:endParaRPr>
          </a:p>
          <a:p>
            <a:pPr marL="0" indent="0" algn="l">
              <a:buNone/>
            </a:pPr>
            <a:r>
              <a:rPr lang="zh-CN" altLang="en-US" b="0" i="0" dirty="0">
                <a:solidFill>
                  <a:srgbClr val="C00000"/>
                </a:solidFill>
                <a:effectLst/>
                <a:latin typeface="Helvetica Neue"/>
              </a:rPr>
              <a:t>① 创建变量</a:t>
            </a:r>
            <a:r>
              <a:rPr lang="en-US" altLang="zh-CN" b="0" i="0" dirty="0">
                <a:solidFill>
                  <a:srgbClr val="C00000"/>
                </a:solidFill>
                <a:effectLst/>
                <a:latin typeface="Helvetica Neue"/>
              </a:rPr>
              <a:t>a</a:t>
            </a:r>
          </a:p>
          <a:p>
            <a:pPr marL="0" indent="0" algn="l">
              <a:buNone/>
            </a:pPr>
            <a:r>
              <a:rPr lang="en-US" altLang="zh-CN" b="0" i="0" dirty="0">
                <a:solidFill>
                  <a:srgbClr val="C00000"/>
                </a:solidFill>
                <a:effectLst/>
                <a:latin typeface="Helvetica Neue"/>
              </a:rPr>
              <a:t>② </a:t>
            </a:r>
            <a:r>
              <a:rPr lang="zh-CN" altLang="en-US" b="0" i="0" dirty="0">
                <a:solidFill>
                  <a:srgbClr val="C00000"/>
                </a:solidFill>
                <a:effectLst/>
                <a:latin typeface="Helvetica Neue"/>
              </a:rPr>
              <a:t>创建一个对象</a:t>
            </a:r>
            <a:r>
              <a:rPr lang="en-US" altLang="zh-CN" b="0" i="0" dirty="0">
                <a:solidFill>
                  <a:srgbClr val="C00000"/>
                </a:solidFill>
                <a:effectLst/>
                <a:latin typeface="Helvetica Neue"/>
              </a:rPr>
              <a:t>(</a:t>
            </a:r>
            <a:r>
              <a:rPr lang="zh-CN" altLang="en-US" b="0" i="0" dirty="0">
                <a:solidFill>
                  <a:srgbClr val="C00000"/>
                </a:solidFill>
                <a:effectLst/>
                <a:latin typeface="Helvetica Neue"/>
              </a:rPr>
              <a:t>分配一块内存</a:t>
            </a:r>
            <a:r>
              <a:rPr lang="en-US" altLang="zh-CN" b="0" i="0" dirty="0">
                <a:solidFill>
                  <a:srgbClr val="C00000"/>
                </a:solidFill>
                <a:effectLst/>
                <a:latin typeface="Helvetica Neue"/>
              </a:rPr>
              <a:t>)</a:t>
            </a:r>
            <a:r>
              <a:rPr lang="zh-CN" altLang="en-US" b="0" i="0" dirty="0">
                <a:solidFill>
                  <a:srgbClr val="C00000"/>
                </a:solidFill>
                <a:effectLst/>
                <a:latin typeface="Helvetica Neue"/>
              </a:rPr>
              <a:t>，来存储值 </a:t>
            </a:r>
            <a:r>
              <a:rPr lang="en-US" altLang="zh-CN" b="0" i="0" dirty="0">
                <a:solidFill>
                  <a:srgbClr val="C00000"/>
                </a:solidFill>
                <a:effectLst/>
                <a:latin typeface="Helvetica Neue"/>
              </a:rPr>
              <a:t>'python'</a:t>
            </a:r>
          </a:p>
          <a:p>
            <a:pPr marL="0" indent="0" algn="l">
              <a:buNone/>
            </a:pPr>
            <a:r>
              <a:rPr lang="en-US" altLang="zh-CN" b="0" i="0" dirty="0">
                <a:solidFill>
                  <a:srgbClr val="C00000"/>
                </a:solidFill>
                <a:effectLst/>
                <a:latin typeface="Helvetica Neue"/>
              </a:rPr>
              <a:t>③ </a:t>
            </a:r>
            <a:r>
              <a:rPr lang="zh-CN" altLang="en-US" b="0" i="0" dirty="0">
                <a:solidFill>
                  <a:srgbClr val="C00000"/>
                </a:solidFill>
                <a:effectLst/>
                <a:latin typeface="Helvetica Neue"/>
              </a:rPr>
              <a:t>将变量与对象，通过指针连接起来，从变量到对象的连接称之为引用</a:t>
            </a:r>
            <a:r>
              <a:rPr lang="en-US" altLang="zh-CN" b="0" i="0" dirty="0">
                <a:solidFill>
                  <a:srgbClr val="C00000"/>
                </a:solidFill>
                <a:effectLst/>
                <a:latin typeface="Helvetica Neue"/>
              </a:rPr>
              <a:t>(</a:t>
            </a:r>
            <a:r>
              <a:rPr lang="zh-CN" altLang="en-US" b="0" i="0" dirty="0">
                <a:solidFill>
                  <a:srgbClr val="C00000"/>
                </a:solidFill>
                <a:effectLst/>
                <a:latin typeface="Helvetica Neue"/>
              </a:rPr>
              <a:t>变量引用对象</a:t>
            </a:r>
            <a:r>
              <a:rPr lang="en-US" altLang="zh-CN" b="0" i="0" dirty="0">
                <a:solidFill>
                  <a:srgbClr val="C00000"/>
                </a:solidFill>
                <a:effectLst/>
                <a:latin typeface="Helvetica Neue"/>
              </a:rPr>
              <a:t>)</a:t>
            </a:r>
            <a:endParaRPr lang="zh-CN" altLang="en-US" b="0" i="0" dirty="0">
              <a:solidFill>
                <a:srgbClr val="C00000"/>
              </a:solidFill>
              <a:effectLst/>
              <a:latin typeface="Helvetica Neue"/>
            </a:endParaRPr>
          </a:p>
        </p:txBody>
      </p:sp>
      <p:sp>
        <p:nvSpPr>
          <p:cNvPr id="6" name="TextBox 3">
            <a:extLst>
              <a:ext uri="{FF2B5EF4-FFF2-40B4-BE49-F238E27FC236}">
                <a16:creationId xmlns:a16="http://schemas.microsoft.com/office/drawing/2014/main" id="{A43762DD-919D-49CE-9F4E-5478402CDA9C}"/>
              </a:ext>
            </a:extLst>
          </p:cNvPr>
          <p:cNvSpPr txBox="1"/>
          <p:nvPr/>
        </p:nvSpPr>
        <p:spPr>
          <a:xfrm>
            <a:off x="710879" y="1695446"/>
            <a:ext cx="10749599" cy="377411"/>
          </a:xfrm>
          <a:prstGeom prst="rect">
            <a:avLst/>
          </a:prstGeom>
          <a:solidFill>
            <a:srgbClr val="FFFFE4"/>
          </a:solidFill>
          <a:ln w="3175">
            <a:solidFill>
              <a:srgbClr val="919191"/>
            </a:solidFill>
          </a:ln>
        </p:spPr>
        <p:txBody>
          <a:bodyPr wrap="square">
            <a:spAutoFit/>
          </a:bodyPr>
          <a:lstStyle/>
          <a:p>
            <a:pPr>
              <a:lnSpc>
                <a:spcPct val="150000"/>
              </a:lnSpc>
              <a:defRPr/>
            </a:pPr>
            <a:r>
              <a:rPr lang="en-US" altLang="zh-CN" sz="1400" dirty="0">
                <a:solidFill>
                  <a:schemeClr val="tx1">
                    <a:lumMod val="85000"/>
                    <a:lumOff val="15000"/>
                  </a:schemeClr>
                </a:solidFill>
                <a:latin typeface="Alibaba PuHuiTi R" pitchFamily="18" charset="-122"/>
                <a:ea typeface="Alibaba PuHuiTi R" pitchFamily="18" charset="-122"/>
                <a:cs typeface="Alibaba PuHuiTi R" pitchFamily="18" charset="-122"/>
              </a:rPr>
              <a:t>a = "python"</a:t>
            </a:r>
          </a:p>
        </p:txBody>
      </p:sp>
      <p:pic>
        <p:nvPicPr>
          <p:cNvPr id="7" name="图片 6">
            <a:extLst>
              <a:ext uri="{FF2B5EF4-FFF2-40B4-BE49-F238E27FC236}">
                <a16:creationId xmlns:a16="http://schemas.microsoft.com/office/drawing/2014/main" id="{F3253DCD-6A41-4BDD-A7DB-BA78378BAF0E}"/>
              </a:ext>
            </a:extLst>
          </p:cNvPr>
          <p:cNvPicPr>
            <a:picLocks noChangeAspect="1"/>
          </p:cNvPicPr>
          <p:nvPr/>
        </p:nvPicPr>
        <p:blipFill>
          <a:blip r:embed="rId3"/>
          <a:stretch>
            <a:fillRect/>
          </a:stretch>
        </p:blipFill>
        <p:spPr>
          <a:xfrm>
            <a:off x="2081022" y="4384143"/>
            <a:ext cx="7529212" cy="1790855"/>
          </a:xfrm>
          <a:prstGeom prst="rect">
            <a:avLst/>
          </a:prstGeom>
        </p:spPr>
      </p:pic>
    </p:spTree>
    <p:extLst>
      <p:ext uri="{BB962C8B-B14F-4D97-AF65-F5344CB8AC3E}">
        <p14:creationId xmlns:p14="http://schemas.microsoft.com/office/powerpoint/2010/main" val="25860296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764C089C-0935-5E44-B9F7-7E9F84DDBA17}"/>
              </a:ext>
            </a:extLst>
          </p:cNvPr>
          <p:cNvSpPr>
            <a:spLocks noGrp="1"/>
          </p:cNvSpPr>
          <p:nvPr>
            <p:ph type="title"/>
          </p:nvPr>
        </p:nvSpPr>
        <p:spPr/>
        <p:txBody>
          <a:bodyPr/>
          <a:lstStyle/>
          <a:p>
            <a:r>
              <a:rPr lang="en-US" altLang="zh-CN" b="1" i="0" dirty="0">
                <a:solidFill>
                  <a:srgbClr val="333333"/>
                </a:solidFill>
                <a:effectLst/>
                <a:latin typeface="Helvetica Neue"/>
              </a:rPr>
              <a:t>Python</a:t>
            </a:r>
            <a:r>
              <a:rPr lang="zh-CN" altLang="en-US" b="1" i="0" dirty="0">
                <a:solidFill>
                  <a:srgbClr val="333333"/>
                </a:solidFill>
                <a:effectLst/>
                <a:latin typeface="Helvetica Neue"/>
              </a:rPr>
              <a:t>高级语法</a:t>
            </a:r>
            <a:endParaRPr kumimoji="1" lang="zh-CN" altLang="en-US" dirty="0"/>
          </a:p>
        </p:txBody>
      </p:sp>
      <p:sp>
        <p:nvSpPr>
          <p:cNvPr id="4" name="文本占位符 3">
            <a:extLst>
              <a:ext uri="{FF2B5EF4-FFF2-40B4-BE49-F238E27FC236}">
                <a16:creationId xmlns:a16="http://schemas.microsoft.com/office/drawing/2014/main" id="{6CF94E84-6F22-C942-A1D4-BA6A5DBD17DC}"/>
              </a:ext>
            </a:extLst>
          </p:cNvPr>
          <p:cNvSpPr>
            <a:spLocks noGrp="1"/>
          </p:cNvSpPr>
          <p:nvPr>
            <p:ph type="body" sz="quarter" idx="10"/>
          </p:nvPr>
        </p:nvSpPr>
        <p:spPr/>
        <p:txBody>
          <a:bodyPr/>
          <a:lstStyle/>
          <a:p>
            <a:r>
              <a:rPr lang="en-US" altLang="zh-CN" i="0" dirty="0">
                <a:solidFill>
                  <a:srgbClr val="333333"/>
                </a:solidFill>
                <a:effectLst/>
                <a:latin typeface="Helvetica Neue"/>
              </a:rPr>
              <a:t>3</a:t>
            </a:r>
            <a:r>
              <a:rPr lang="zh-CN" altLang="en-US" i="0" dirty="0">
                <a:solidFill>
                  <a:srgbClr val="333333"/>
                </a:solidFill>
                <a:effectLst/>
                <a:latin typeface="Helvetica Neue"/>
              </a:rPr>
              <a:t>、浅拷贝概念与原始数据准备</a:t>
            </a:r>
            <a:endParaRPr lang="zh-CN" altLang="en-US" b="1" i="0" dirty="0">
              <a:solidFill>
                <a:srgbClr val="333333"/>
              </a:solidFill>
              <a:effectLst/>
              <a:latin typeface="Helvetica Neue"/>
            </a:endParaRPr>
          </a:p>
        </p:txBody>
      </p:sp>
      <p:sp>
        <p:nvSpPr>
          <p:cNvPr id="5" name="文本占位符 7">
            <a:extLst>
              <a:ext uri="{FF2B5EF4-FFF2-40B4-BE49-F238E27FC236}">
                <a16:creationId xmlns:a16="http://schemas.microsoft.com/office/drawing/2014/main" id="{E7E32668-BB00-4618-B812-C53C2DB480C7}"/>
              </a:ext>
            </a:extLst>
          </p:cNvPr>
          <p:cNvSpPr>
            <a:spLocks noGrp="1"/>
          </p:cNvSpPr>
          <p:nvPr>
            <p:ph type="body" sz="quarter" idx="11"/>
          </p:nvPr>
        </p:nvSpPr>
        <p:spPr>
          <a:xfrm>
            <a:off x="710879" y="2313499"/>
            <a:ext cx="10749598" cy="528024"/>
          </a:xfrm>
        </p:spPr>
        <p:txBody>
          <a:bodyPr/>
          <a:lstStyle/>
          <a:p>
            <a:pPr marL="0" indent="0" algn="l">
              <a:buNone/>
            </a:pPr>
            <a:r>
              <a:rPr lang="zh-CN" altLang="en-US" b="0" i="0" dirty="0">
                <a:solidFill>
                  <a:srgbClr val="C00000"/>
                </a:solidFill>
                <a:effectLst/>
                <a:latin typeface="Helvetica Neue"/>
              </a:rPr>
              <a:t>浅拷贝之所以称为浅拷贝，是它仅仅只拷贝了一层，拷贝了最外围的对象本身，内部的元素都只是拷贝了一个引用而已</a:t>
            </a:r>
            <a:endParaRPr lang="en-US" altLang="zh-CN" b="0" i="0" dirty="0">
              <a:solidFill>
                <a:srgbClr val="C00000"/>
              </a:solidFill>
              <a:effectLst/>
              <a:latin typeface="Helvetica Neue"/>
            </a:endParaRPr>
          </a:p>
          <a:p>
            <a:pPr marL="0" indent="0" algn="l">
              <a:buNone/>
            </a:pPr>
            <a:endParaRPr lang="en-US" altLang="zh-CN" dirty="0">
              <a:solidFill>
                <a:srgbClr val="C00000"/>
              </a:solidFill>
              <a:latin typeface="Helvetica Neue"/>
            </a:endParaRPr>
          </a:p>
          <a:p>
            <a:pPr marL="0" indent="0" algn="l">
              <a:buNone/>
            </a:pPr>
            <a:r>
              <a:rPr lang="zh-CN" altLang="en-US" b="0" i="0" dirty="0">
                <a:effectLst/>
                <a:latin typeface="Helvetica Neue"/>
              </a:rPr>
              <a:t>原始数据：</a:t>
            </a:r>
          </a:p>
        </p:txBody>
      </p:sp>
      <p:sp>
        <p:nvSpPr>
          <p:cNvPr id="6" name="TextBox 3">
            <a:extLst>
              <a:ext uri="{FF2B5EF4-FFF2-40B4-BE49-F238E27FC236}">
                <a16:creationId xmlns:a16="http://schemas.microsoft.com/office/drawing/2014/main" id="{A43762DD-919D-49CE-9F4E-5478402CDA9C}"/>
              </a:ext>
            </a:extLst>
          </p:cNvPr>
          <p:cNvSpPr txBox="1"/>
          <p:nvPr/>
        </p:nvSpPr>
        <p:spPr>
          <a:xfrm>
            <a:off x="710879" y="1695446"/>
            <a:ext cx="10749599" cy="377411"/>
          </a:xfrm>
          <a:prstGeom prst="rect">
            <a:avLst/>
          </a:prstGeom>
          <a:solidFill>
            <a:srgbClr val="FFFFE4"/>
          </a:solidFill>
          <a:ln w="3175">
            <a:solidFill>
              <a:srgbClr val="919191"/>
            </a:solidFill>
          </a:ln>
        </p:spPr>
        <p:txBody>
          <a:bodyPr wrap="square">
            <a:spAutoFit/>
          </a:bodyPr>
          <a:lstStyle/>
          <a:p>
            <a:pPr>
              <a:lnSpc>
                <a:spcPct val="150000"/>
              </a:lnSpc>
              <a:defRPr/>
            </a:pPr>
            <a:r>
              <a:rPr lang="zh-CN" altLang="en-US" sz="1400" dirty="0">
                <a:solidFill>
                  <a:schemeClr val="tx1">
                    <a:lumMod val="85000"/>
                    <a:lumOff val="15000"/>
                  </a:schemeClr>
                </a:solidFill>
                <a:latin typeface="Alibaba PuHuiTi R" pitchFamily="18" charset="-122"/>
                <a:ea typeface="Alibaba PuHuiTi R" pitchFamily="18" charset="-122"/>
                <a:cs typeface="Alibaba PuHuiTi R" pitchFamily="18" charset="-122"/>
              </a:rPr>
              <a:t>浅拷贝</a:t>
            </a:r>
            <a:r>
              <a:rPr lang="en-US" altLang="zh-CN" sz="1400" dirty="0">
                <a:solidFill>
                  <a:schemeClr val="tx1">
                    <a:lumMod val="85000"/>
                    <a:lumOff val="15000"/>
                  </a:schemeClr>
                </a:solidFill>
                <a:latin typeface="Alibaba PuHuiTi R" pitchFamily="18" charset="-122"/>
                <a:ea typeface="Alibaba PuHuiTi R" pitchFamily="18" charset="-122"/>
                <a:cs typeface="Alibaba PuHuiTi R" pitchFamily="18" charset="-122"/>
              </a:rPr>
              <a:t>: </a:t>
            </a:r>
            <a:r>
              <a:rPr lang="zh-CN" altLang="en-US" sz="1400" dirty="0">
                <a:solidFill>
                  <a:schemeClr val="tx1">
                    <a:lumMod val="85000"/>
                    <a:lumOff val="15000"/>
                  </a:schemeClr>
                </a:solidFill>
                <a:latin typeface="Alibaba PuHuiTi R" pitchFamily="18" charset="-122"/>
                <a:ea typeface="Alibaba PuHuiTi R" pitchFamily="18" charset="-122"/>
                <a:cs typeface="Alibaba PuHuiTi R" pitchFamily="18" charset="-122"/>
              </a:rPr>
              <a:t>创建新对象，其内容是原对象的引用。</a:t>
            </a:r>
            <a:endParaRPr lang="en-US" altLang="zh-CN" sz="1400" dirty="0">
              <a:solidFill>
                <a:schemeClr val="tx1">
                  <a:lumMod val="85000"/>
                  <a:lumOff val="15000"/>
                </a:schemeClr>
              </a:solidFill>
              <a:latin typeface="Alibaba PuHuiTi R" pitchFamily="18" charset="-122"/>
              <a:ea typeface="Alibaba PuHuiTi R" pitchFamily="18" charset="-122"/>
              <a:cs typeface="Alibaba PuHuiTi R" pitchFamily="18" charset="-122"/>
            </a:endParaRPr>
          </a:p>
        </p:txBody>
      </p:sp>
      <p:pic>
        <p:nvPicPr>
          <p:cNvPr id="8" name="图片 7">
            <a:extLst>
              <a:ext uri="{FF2B5EF4-FFF2-40B4-BE49-F238E27FC236}">
                <a16:creationId xmlns:a16="http://schemas.microsoft.com/office/drawing/2014/main" id="{E46FD2B2-17B7-435D-B3D4-975313B7C71F}"/>
              </a:ext>
            </a:extLst>
          </p:cNvPr>
          <p:cNvPicPr>
            <a:picLocks noChangeAspect="1"/>
          </p:cNvPicPr>
          <p:nvPr/>
        </p:nvPicPr>
        <p:blipFill>
          <a:blip r:embed="rId3"/>
          <a:stretch>
            <a:fillRect/>
          </a:stretch>
        </p:blipFill>
        <p:spPr>
          <a:xfrm>
            <a:off x="1172996" y="3837530"/>
            <a:ext cx="10516880" cy="2080389"/>
          </a:xfrm>
          <a:prstGeom prst="rect">
            <a:avLst/>
          </a:prstGeom>
        </p:spPr>
      </p:pic>
    </p:spTree>
    <p:extLst>
      <p:ext uri="{BB962C8B-B14F-4D97-AF65-F5344CB8AC3E}">
        <p14:creationId xmlns:p14="http://schemas.microsoft.com/office/powerpoint/2010/main" val="23694823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764C089C-0935-5E44-B9F7-7E9F84DDBA17}"/>
              </a:ext>
            </a:extLst>
          </p:cNvPr>
          <p:cNvSpPr>
            <a:spLocks noGrp="1"/>
          </p:cNvSpPr>
          <p:nvPr>
            <p:ph type="title"/>
          </p:nvPr>
        </p:nvSpPr>
        <p:spPr/>
        <p:txBody>
          <a:bodyPr/>
          <a:lstStyle/>
          <a:p>
            <a:r>
              <a:rPr lang="en-US" altLang="zh-CN" b="1" i="0" dirty="0">
                <a:solidFill>
                  <a:srgbClr val="333333"/>
                </a:solidFill>
                <a:effectLst/>
                <a:latin typeface="Helvetica Neue"/>
              </a:rPr>
              <a:t>Python</a:t>
            </a:r>
            <a:r>
              <a:rPr lang="zh-CN" altLang="en-US" b="1" i="0" dirty="0">
                <a:solidFill>
                  <a:srgbClr val="333333"/>
                </a:solidFill>
                <a:effectLst/>
                <a:latin typeface="Helvetica Neue"/>
              </a:rPr>
              <a:t>高级语法</a:t>
            </a:r>
            <a:endParaRPr kumimoji="1" lang="zh-CN" altLang="en-US" dirty="0"/>
          </a:p>
        </p:txBody>
      </p:sp>
      <p:sp>
        <p:nvSpPr>
          <p:cNvPr id="4" name="文本占位符 3">
            <a:extLst>
              <a:ext uri="{FF2B5EF4-FFF2-40B4-BE49-F238E27FC236}">
                <a16:creationId xmlns:a16="http://schemas.microsoft.com/office/drawing/2014/main" id="{6CF94E84-6F22-C942-A1D4-BA6A5DBD17DC}"/>
              </a:ext>
            </a:extLst>
          </p:cNvPr>
          <p:cNvSpPr>
            <a:spLocks noGrp="1"/>
          </p:cNvSpPr>
          <p:nvPr>
            <p:ph type="body" sz="quarter" idx="10"/>
          </p:nvPr>
        </p:nvSpPr>
        <p:spPr/>
        <p:txBody>
          <a:bodyPr/>
          <a:lstStyle/>
          <a:p>
            <a:r>
              <a:rPr lang="en-US" altLang="zh-CN" i="0" dirty="0">
                <a:solidFill>
                  <a:srgbClr val="333333"/>
                </a:solidFill>
                <a:effectLst/>
                <a:latin typeface="Helvetica Neue"/>
              </a:rPr>
              <a:t>4</a:t>
            </a:r>
            <a:r>
              <a:rPr lang="zh-CN" altLang="en-US" i="0" dirty="0">
                <a:solidFill>
                  <a:srgbClr val="333333"/>
                </a:solidFill>
                <a:effectLst/>
                <a:latin typeface="Helvetica Neue"/>
              </a:rPr>
              <a:t>、可变类型浅拷贝</a:t>
            </a:r>
            <a:endParaRPr lang="zh-CN" altLang="en-US" b="1" i="0" dirty="0">
              <a:solidFill>
                <a:srgbClr val="333333"/>
              </a:solidFill>
              <a:effectLst/>
              <a:latin typeface="Helvetica Neue"/>
            </a:endParaRPr>
          </a:p>
        </p:txBody>
      </p:sp>
      <p:pic>
        <p:nvPicPr>
          <p:cNvPr id="10" name="图片 9">
            <a:extLst>
              <a:ext uri="{FF2B5EF4-FFF2-40B4-BE49-F238E27FC236}">
                <a16:creationId xmlns:a16="http://schemas.microsoft.com/office/drawing/2014/main" id="{37B17B78-49BC-4266-B97C-CE6C15CD323F}"/>
              </a:ext>
            </a:extLst>
          </p:cNvPr>
          <p:cNvPicPr>
            <a:picLocks noChangeAspect="1"/>
          </p:cNvPicPr>
          <p:nvPr/>
        </p:nvPicPr>
        <p:blipFill>
          <a:blip r:embed="rId3"/>
          <a:stretch>
            <a:fillRect/>
          </a:stretch>
        </p:blipFill>
        <p:spPr>
          <a:xfrm>
            <a:off x="603213" y="1673995"/>
            <a:ext cx="10985573" cy="4243924"/>
          </a:xfrm>
          <a:prstGeom prst="rect">
            <a:avLst/>
          </a:prstGeom>
        </p:spPr>
      </p:pic>
    </p:spTree>
    <p:extLst>
      <p:ext uri="{BB962C8B-B14F-4D97-AF65-F5344CB8AC3E}">
        <p14:creationId xmlns:p14="http://schemas.microsoft.com/office/powerpoint/2010/main" val="3241955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764C089C-0935-5E44-B9F7-7E9F84DDBA17}"/>
              </a:ext>
            </a:extLst>
          </p:cNvPr>
          <p:cNvSpPr>
            <a:spLocks noGrp="1"/>
          </p:cNvSpPr>
          <p:nvPr>
            <p:ph type="title"/>
          </p:nvPr>
        </p:nvSpPr>
        <p:spPr/>
        <p:txBody>
          <a:bodyPr/>
          <a:lstStyle/>
          <a:p>
            <a:r>
              <a:rPr lang="en-US" altLang="zh-CN" b="1" i="0" dirty="0">
                <a:solidFill>
                  <a:srgbClr val="333333"/>
                </a:solidFill>
                <a:effectLst/>
                <a:latin typeface="Helvetica Neue"/>
              </a:rPr>
              <a:t>Python</a:t>
            </a:r>
            <a:r>
              <a:rPr lang="zh-CN" altLang="en-US" b="1" i="0" dirty="0">
                <a:solidFill>
                  <a:srgbClr val="333333"/>
                </a:solidFill>
                <a:effectLst/>
                <a:latin typeface="Helvetica Neue"/>
              </a:rPr>
              <a:t>高级语法</a:t>
            </a:r>
            <a:endParaRPr kumimoji="1" lang="zh-CN" altLang="en-US" dirty="0"/>
          </a:p>
        </p:txBody>
      </p:sp>
      <p:sp>
        <p:nvSpPr>
          <p:cNvPr id="4" name="文本占位符 3">
            <a:extLst>
              <a:ext uri="{FF2B5EF4-FFF2-40B4-BE49-F238E27FC236}">
                <a16:creationId xmlns:a16="http://schemas.microsoft.com/office/drawing/2014/main" id="{6CF94E84-6F22-C942-A1D4-BA6A5DBD17DC}"/>
              </a:ext>
            </a:extLst>
          </p:cNvPr>
          <p:cNvSpPr>
            <a:spLocks noGrp="1"/>
          </p:cNvSpPr>
          <p:nvPr>
            <p:ph type="body" sz="quarter" idx="10"/>
          </p:nvPr>
        </p:nvSpPr>
        <p:spPr/>
        <p:txBody>
          <a:bodyPr/>
          <a:lstStyle/>
          <a:p>
            <a:r>
              <a:rPr lang="en-US" altLang="zh-CN" i="0" dirty="0">
                <a:solidFill>
                  <a:srgbClr val="333333"/>
                </a:solidFill>
                <a:effectLst/>
                <a:latin typeface="Helvetica Neue"/>
              </a:rPr>
              <a:t>4</a:t>
            </a:r>
            <a:r>
              <a:rPr lang="zh-CN" altLang="en-US" i="0" dirty="0">
                <a:solidFill>
                  <a:srgbClr val="333333"/>
                </a:solidFill>
                <a:effectLst/>
                <a:latin typeface="Helvetica Neue"/>
              </a:rPr>
              <a:t>、不可变类型浅拷贝</a:t>
            </a:r>
            <a:endParaRPr lang="zh-CN" altLang="en-US" b="1" i="0" dirty="0">
              <a:solidFill>
                <a:srgbClr val="333333"/>
              </a:solidFill>
              <a:effectLst/>
              <a:latin typeface="Helvetica Neue"/>
            </a:endParaRPr>
          </a:p>
        </p:txBody>
      </p:sp>
      <p:pic>
        <p:nvPicPr>
          <p:cNvPr id="5" name="图片 4">
            <a:extLst>
              <a:ext uri="{FF2B5EF4-FFF2-40B4-BE49-F238E27FC236}">
                <a16:creationId xmlns:a16="http://schemas.microsoft.com/office/drawing/2014/main" id="{69F3F2A0-C589-48D7-9DD7-512AF1079043}"/>
              </a:ext>
            </a:extLst>
          </p:cNvPr>
          <p:cNvPicPr>
            <a:picLocks noChangeAspect="1"/>
          </p:cNvPicPr>
          <p:nvPr/>
        </p:nvPicPr>
        <p:blipFill>
          <a:blip r:embed="rId3"/>
          <a:stretch>
            <a:fillRect/>
          </a:stretch>
        </p:blipFill>
        <p:spPr>
          <a:xfrm>
            <a:off x="710880" y="1635973"/>
            <a:ext cx="10749598" cy="3762898"/>
          </a:xfrm>
          <a:prstGeom prst="rect">
            <a:avLst/>
          </a:prstGeom>
        </p:spPr>
      </p:pic>
    </p:spTree>
    <p:extLst>
      <p:ext uri="{BB962C8B-B14F-4D97-AF65-F5344CB8AC3E}">
        <p14:creationId xmlns:p14="http://schemas.microsoft.com/office/powerpoint/2010/main" val="25836080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764C089C-0935-5E44-B9F7-7E9F84DDBA17}"/>
              </a:ext>
            </a:extLst>
          </p:cNvPr>
          <p:cNvSpPr>
            <a:spLocks noGrp="1"/>
          </p:cNvSpPr>
          <p:nvPr>
            <p:ph type="title"/>
          </p:nvPr>
        </p:nvSpPr>
        <p:spPr/>
        <p:txBody>
          <a:bodyPr/>
          <a:lstStyle/>
          <a:p>
            <a:r>
              <a:rPr lang="en-US" altLang="zh-CN" b="1" i="0" dirty="0">
                <a:solidFill>
                  <a:srgbClr val="333333"/>
                </a:solidFill>
                <a:effectLst/>
                <a:latin typeface="Helvetica Neue"/>
              </a:rPr>
              <a:t>Python</a:t>
            </a:r>
            <a:r>
              <a:rPr lang="zh-CN" altLang="en-US" b="1" i="0" dirty="0">
                <a:solidFill>
                  <a:srgbClr val="333333"/>
                </a:solidFill>
                <a:effectLst/>
                <a:latin typeface="Helvetica Neue"/>
              </a:rPr>
              <a:t>高级语法</a:t>
            </a:r>
            <a:endParaRPr kumimoji="1" lang="zh-CN" altLang="en-US" dirty="0"/>
          </a:p>
        </p:txBody>
      </p:sp>
      <p:sp>
        <p:nvSpPr>
          <p:cNvPr id="4" name="文本占位符 3">
            <a:extLst>
              <a:ext uri="{FF2B5EF4-FFF2-40B4-BE49-F238E27FC236}">
                <a16:creationId xmlns:a16="http://schemas.microsoft.com/office/drawing/2014/main" id="{6CF94E84-6F22-C942-A1D4-BA6A5DBD17DC}"/>
              </a:ext>
            </a:extLst>
          </p:cNvPr>
          <p:cNvSpPr>
            <a:spLocks noGrp="1"/>
          </p:cNvSpPr>
          <p:nvPr>
            <p:ph type="body" sz="quarter" idx="10"/>
          </p:nvPr>
        </p:nvSpPr>
        <p:spPr/>
        <p:txBody>
          <a:bodyPr/>
          <a:lstStyle/>
          <a:p>
            <a:r>
              <a:rPr lang="en-US" altLang="zh-CN" i="0" dirty="0">
                <a:solidFill>
                  <a:srgbClr val="333333"/>
                </a:solidFill>
                <a:effectLst/>
                <a:latin typeface="Helvetica Neue"/>
              </a:rPr>
              <a:t>5</a:t>
            </a:r>
            <a:r>
              <a:rPr lang="zh-CN" altLang="en-US" i="0" dirty="0">
                <a:solidFill>
                  <a:srgbClr val="333333"/>
                </a:solidFill>
                <a:effectLst/>
                <a:latin typeface="Helvetica Neue"/>
              </a:rPr>
              <a:t>、浅拷贝总结</a:t>
            </a:r>
            <a:endParaRPr lang="zh-CN" altLang="en-US" b="1" i="0" dirty="0">
              <a:solidFill>
                <a:srgbClr val="333333"/>
              </a:solidFill>
              <a:effectLst/>
              <a:latin typeface="Helvetica Neue"/>
            </a:endParaRPr>
          </a:p>
        </p:txBody>
      </p:sp>
      <p:sp>
        <p:nvSpPr>
          <p:cNvPr id="6" name="文本占位符 7">
            <a:extLst>
              <a:ext uri="{FF2B5EF4-FFF2-40B4-BE49-F238E27FC236}">
                <a16:creationId xmlns:a16="http://schemas.microsoft.com/office/drawing/2014/main" id="{BF41D1B7-6FC5-48CB-9F91-D518038E4F1A}"/>
              </a:ext>
            </a:extLst>
          </p:cNvPr>
          <p:cNvSpPr>
            <a:spLocks noGrp="1"/>
          </p:cNvSpPr>
          <p:nvPr>
            <p:ph type="body" sz="quarter" idx="11"/>
          </p:nvPr>
        </p:nvSpPr>
        <p:spPr>
          <a:xfrm>
            <a:off x="721201" y="1635973"/>
            <a:ext cx="10749598" cy="4097133"/>
          </a:xfrm>
        </p:spPr>
        <p:txBody>
          <a:bodyPr/>
          <a:lstStyle/>
          <a:p>
            <a:pPr marL="0" indent="0" algn="l">
              <a:buNone/>
            </a:pPr>
            <a:r>
              <a:rPr lang="en-US" altLang="zh-CN" b="0" i="0" dirty="0">
                <a:effectLst/>
                <a:latin typeface="Helvetica Neue"/>
              </a:rPr>
              <a:t>1</a:t>
            </a:r>
            <a:r>
              <a:rPr lang="zh-CN" altLang="en-US" b="0" i="0" dirty="0">
                <a:effectLst/>
                <a:latin typeface="Helvetica Neue"/>
              </a:rPr>
              <a:t>）当浅复制的值是</a:t>
            </a:r>
            <a:r>
              <a:rPr lang="zh-CN" altLang="en-US" b="0" i="0" dirty="0">
                <a:solidFill>
                  <a:srgbClr val="C00000"/>
                </a:solidFill>
                <a:effectLst/>
                <a:latin typeface="Helvetica Neue"/>
              </a:rPr>
              <a:t>不可变对象</a:t>
            </a:r>
            <a:r>
              <a:rPr lang="zh-CN" altLang="en-US" b="0" i="0" dirty="0">
                <a:effectLst/>
                <a:latin typeface="Helvetica Neue"/>
              </a:rPr>
              <a:t>（字符串、元组、数值类型）时和</a:t>
            </a:r>
            <a:r>
              <a:rPr lang="zh-CN" altLang="en-US" b="0" i="0" dirty="0">
                <a:solidFill>
                  <a:srgbClr val="C00000"/>
                </a:solidFill>
                <a:effectLst/>
                <a:latin typeface="Helvetica Neue"/>
              </a:rPr>
              <a:t>“赋值”</a:t>
            </a:r>
            <a:r>
              <a:rPr lang="zh-CN" altLang="en-US" b="0" i="0" dirty="0">
                <a:effectLst/>
                <a:latin typeface="Helvetica Neue"/>
              </a:rPr>
              <a:t>的情况一样，</a:t>
            </a:r>
            <a:r>
              <a:rPr lang="zh-CN" altLang="en-US" b="0" i="0" dirty="0">
                <a:solidFill>
                  <a:srgbClr val="C00000"/>
                </a:solidFill>
                <a:effectLst/>
                <a:latin typeface="Helvetica Neue"/>
              </a:rPr>
              <a:t>对象的</a:t>
            </a:r>
            <a:r>
              <a:rPr lang="en-US" altLang="zh-CN" b="0" i="0" dirty="0">
                <a:solidFill>
                  <a:srgbClr val="C00000"/>
                </a:solidFill>
                <a:effectLst/>
                <a:latin typeface="Helvetica Neue"/>
              </a:rPr>
              <a:t>id</a:t>
            </a:r>
            <a:r>
              <a:rPr lang="zh-CN" altLang="en-US" b="0" i="0" dirty="0">
                <a:solidFill>
                  <a:srgbClr val="C00000"/>
                </a:solidFill>
                <a:effectLst/>
                <a:latin typeface="Helvetica Neue"/>
              </a:rPr>
              <a:t>值（</a:t>
            </a:r>
            <a:r>
              <a:rPr lang="en-US" altLang="zh-CN" b="0" i="0" dirty="0">
                <a:solidFill>
                  <a:srgbClr val="C00000"/>
                </a:solidFill>
                <a:effectLst/>
                <a:latin typeface="Helvetica Neue"/>
              </a:rPr>
              <a:t>id()</a:t>
            </a:r>
            <a:r>
              <a:rPr lang="zh-CN" altLang="en-US" b="0" i="0" dirty="0">
                <a:solidFill>
                  <a:srgbClr val="C00000"/>
                </a:solidFill>
                <a:effectLst/>
                <a:latin typeface="Helvetica Neue"/>
              </a:rPr>
              <a:t>函数用于获取对象的内存地址）与浅复制原来的值相同。</a:t>
            </a:r>
            <a:endParaRPr lang="en-US" altLang="zh-CN" b="0" i="0" dirty="0">
              <a:solidFill>
                <a:srgbClr val="C00000"/>
              </a:solidFill>
              <a:effectLst/>
              <a:latin typeface="Helvetica Neue"/>
            </a:endParaRPr>
          </a:p>
          <a:p>
            <a:pPr marL="0" indent="0" algn="l">
              <a:buNone/>
            </a:pPr>
            <a:endParaRPr lang="en-US" altLang="zh-CN" dirty="0">
              <a:latin typeface="Helvetica Neue"/>
            </a:endParaRPr>
          </a:p>
          <a:p>
            <a:pPr marL="0" indent="0" algn="l">
              <a:buNone/>
            </a:pPr>
            <a:r>
              <a:rPr lang="en-US" altLang="zh-CN" b="0" i="0" dirty="0">
                <a:effectLst/>
                <a:latin typeface="Helvetica Neue"/>
              </a:rPr>
              <a:t>2</a:t>
            </a:r>
            <a:r>
              <a:rPr lang="zh-CN" altLang="en-US" b="0" i="0" dirty="0">
                <a:effectLst/>
                <a:latin typeface="Helvetica Neue"/>
              </a:rPr>
              <a:t>）当浅复制的值是</a:t>
            </a:r>
            <a:r>
              <a:rPr lang="zh-CN" altLang="en-US" b="0" i="0" dirty="0">
                <a:solidFill>
                  <a:srgbClr val="C00000"/>
                </a:solidFill>
                <a:effectLst/>
                <a:latin typeface="Helvetica Neue"/>
              </a:rPr>
              <a:t>可变对象（列表、字典、集合）</a:t>
            </a:r>
            <a:r>
              <a:rPr lang="zh-CN" altLang="en-US" b="0" i="0" dirty="0">
                <a:effectLst/>
                <a:latin typeface="Helvetica Neue"/>
              </a:rPr>
              <a:t>时会产生一个“不是那么独立的对象”存在。</a:t>
            </a:r>
            <a:endParaRPr lang="en-US" altLang="zh-CN" dirty="0">
              <a:latin typeface="Helvetica Neue"/>
            </a:endParaRPr>
          </a:p>
          <a:p>
            <a:pPr marL="0" indent="0" algn="l">
              <a:buNone/>
            </a:pPr>
            <a:r>
              <a:rPr lang="zh-CN" altLang="en-US" b="0" i="0" dirty="0">
                <a:effectLst/>
                <a:latin typeface="Helvetica Neue"/>
              </a:rPr>
              <a:t>有两种情况：</a:t>
            </a:r>
            <a:endParaRPr lang="en-US" altLang="zh-CN" b="0" i="0" dirty="0">
              <a:effectLst/>
              <a:latin typeface="Helvetica Neue"/>
            </a:endParaRPr>
          </a:p>
          <a:p>
            <a:pPr marL="0" indent="0" algn="l">
              <a:buNone/>
            </a:pPr>
            <a:r>
              <a:rPr lang="zh-CN" altLang="en-US" b="0" i="0" dirty="0">
                <a:effectLst/>
                <a:latin typeface="Helvetica Neue"/>
              </a:rPr>
              <a:t>第一种情况：</a:t>
            </a:r>
            <a:r>
              <a:rPr lang="zh-CN" altLang="en-US" b="0" i="0" dirty="0">
                <a:solidFill>
                  <a:srgbClr val="C00000"/>
                </a:solidFill>
                <a:effectLst/>
                <a:latin typeface="Helvetica Neue"/>
              </a:rPr>
              <a:t>复制的对象中无复杂子对象，原来值的改变并不会影响浅复制的值，同时浅复制的值改变也并不会影响原来的值。原来值的</a:t>
            </a:r>
            <a:r>
              <a:rPr lang="en-US" altLang="zh-CN" b="0" i="0" dirty="0">
                <a:solidFill>
                  <a:srgbClr val="C00000"/>
                </a:solidFill>
                <a:effectLst/>
                <a:latin typeface="Helvetica Neue"/>
              </a:rPr>
              <a:t>id</a:t>
            </a:r>
            <a:r>
              <a:rPr lang="zh-CN" altLang="en-US" b="0" i="0" dirty="0">
                <a:solidFill>
                  <a:srgbClr val="C00000"/>
                </a:solidFill>
                <a:effectLst/>
                <a:latin typeface="Helvetica Neue"/>
              </a:rPr>
              <a:t>值与浅复制原来的值不同。</a:t>
            </a:r>
            <a:endParaRPr lang="en-US" altLang="zh-CN" b="0" i="0" dirty="0">
              <a:solidFill>
                <a:srgbClr val="C00000"/>
              </a:solidFill>
              <a:effectLst/>
              <a:latin typeface="Helvetica Neue"/>
            </a:endParaRPr>
          </a:p>
          <a:p>
            <a:pPr marL="0" indent="0" algn="l">
              <a:buNone/>
            </a:pPr>
            <a:endParaRPr lang="en-US" altLang="zh-CN" b="0" i="0" dirty="0">
              <a:effectLst/>
              <a:latin typeface="Helvetica Neue"/>
            </a:endParaRPr>
          </a:p>
          <a:p>
            <a:pPr marL="0" indent="0" algn="l">
              <a:buNone/>
            </a:pPr>
            <a:r>
              <a:rPr lang="zh-CN" altLang="en-US" b="0" i="0" dirty="0">
                <a:effectLst/>
                <a:latin typeface="Helvetica Neue"/>
              </a:rPr>
              <a:t>第二种情况：</a:t>
            </a:r>
            <a:r>
              <a:rPr lang="zh-CN" altLang="en-US" b="0" i="0" dirty="0">
                <a:solidFill>
                  <a:srgbClr val="C00000"/>
                </a:solidFill>
                <a:effectLst/>
                <a:latin typeface="Helvetica Neue"/>
              </a:rPr>
              <a:t>复制的对象中有复杂子对象（例如列表中的一个子元素是一个列表），如果不改变其中复杂子对象，浅复制的值改变并不会影响原来的值。 但是改变原来的值中的复杂子对象的值会影响浅复制的值。</a:t>
            </a:r>
          </a:p>
        </p:txBody>
      </p:sp>
    </p:spTree>
    <p:extLst>
      <p:ext uri="{BB962C8B-B14F-4D97-AF65-F5344CB8AC3E}">
        <p14:creationId xmlns:p14="http://schemas.microsoft.com/office/powerpoint/2010/main" val="41243006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764C089C-0935-5E44-B9F7-7E9F84DDBA17}"/>
              </a:ext>
            </a:extLst>
          </p:cNvPr>
          <p:cNvSpPr>
            <a:spLocks noGrp="1"/>
          </p:cNvSpPr>
          <p:nvPr>
            <p:ph type="title"/>
          </p:nvPr>
        </p:nvSpPr>
        <p:spPr/>
        <p:txBody>
          <a:bodyPr/>
          <a:lstStyle/>
          <a:p>
            <a:r>
              <a:rPr lang="en-US" altLang="zh-CN" b="1" i="0" dirty="0">
                <a:solidFill>
                  <a:srgbClr val="333333"/>
                </a:solidFill>
                <a:effectLst/>
                <a:latin typeface="Helvetica Neue"/>
              </a:rPr>
              <a:t>Python</a:t>
            </a:r>
            <a:r>
              <a:rPr lang="zh-CN" altLang="en-US" b="1" i="0" dirty="0">
                <a:solidFill>
                  <a:srgbClr val="333333"/>
                </a:solidFill>
                <a:effectLst/>
                <a:latin typeface="Helvetica Neue"/>
              </a:rPr>
              <a:t>高级语法</a:t>
            </a:r>
            <a:endParaRPr kumimoji="1" lang="zh-CN" altLang="en-US" dirty="0"/>
          </a:p>
        </p:txBody>
      </p:sp>
      <p:sp>
        <p:nvSpPr>
          <p:cNvPr id="4" name="文本占位符 3">
            <a:extLst>
              <a:ext uri="{FF2B5EF4-FFF2-40B4-BE49-F238E27FC236}">
                <a16:creationId xmlns:a16="http://schemas.microsoft.com/office/drawing/2014/main" id="{6CF94E84-6F22-C942-A1D4-BA6A5DBD17DC}"/>
              </a:ext>
            </a:extLst>
          </p:cNvPr>
          <p:cNvSpPr>
            <a:spLocks noGrp="1"/>
          </p:cNvSpPr>
          <p:nvPr>
            <p:ph type="body" sz="quarter" idx="10"/>
          </p:nvPr>
        </p:nvSpPr>
        <p:spPr/>
        <p:txBody>
          <a:bodyPr/>
          <a:lstStyle/>
          <a:p>
            <a:r>
              <a:rPr lang="en-US" altLang="zh-CN" i="0" dirty="0">
                <a:solidFill>
                  <a:srgbClr val="333333"/>
                </a:solidFill>
                <a:effectLst/>
                <a:latin typeface="Helvetica Neue"/>
              </a:rPr>
              <a:t>6</a:t>
            </a:r>
            <a:r>
              <a:rPr lang="zh-CN" altLang="en-US" i="0" dirty="0">
                <a:solidFill>
                  <a:srgbClr val="333333"/>
                </a:solidFill>
                <a:effectLst/>
                <a:latin typeface="Helvetica Neue"/>
              </a:rPr>
              <a:t>、深拷贝</a:t>
            </a:r>
            <a:endParaRPr lang="zh-CN" altLang="en-US" b="1" i="0" dirty="0">
              <a:solidFill>
                <a:srgbClr val="333333"/>
              </a:solidFill>
              <a:effectLst/>
              <a:latin typeface="Helvetica Neue"/>
            </a:endParaRPr>
          </a:p>
        </p:txBody>
      </p:sp>
      <p:sp>
        <p:nvSpPr>
          <p:cNvPr id="6" name="文本占位符 7">
            <a:extLst>
              <a:ext uri="{FF2B5EF4-FFF2-40B4-BE49-F238E27FC236}">
                <a16:creationId xmlns:a16="http://schemas.microsoft.com/office/drawing/2014/main" id="{BF41D1B7-6FC5-48CB-9F91-D518038E4F1A}"/>
              </a:ext>
            </a:extLst>
          </p:cNvPr>
          <p:cNvSpPr>
            <a:spLocks noGrp="1"/>
          </p:cNvSpPr>
          <p:nvPr>
            <p:ph type="body" sz="quarter" idx="11"/>
          </p:nvPr>
        </p:nvSpPr>
        <p:spPr>
          <a:xfrm>
            <a:off x="721201" y="1635973"/>
            <a:ext cx="10749598" cy="4097133"/>
          </a:xfrm>
        </p:spPr>
        <p:txBody>
          <a:bodyPr/>
          <a:lstStyle/>
          <a:p>
            <a:pPr marL="0" indent="0" algn="l">
              <a:buNone/>
            </a:pPr>
            <a:r>
              <a:rPr lang="zh-CN" altLang="en-US" b="0" i="0" dirty="0">
                <a:effectLst/>
                <a:latin typeface="Helvetica Neue"/>
              </a:rPr>
              <a:t>深拷贝：和浅拷贝对应，深拷贝拷贝了对象的所有元素，包括多层嵌套的元素。深拷贝出来的对象是一个全新的对象，不再与原来的对象有任何关联。</a:t>
            </a:r>
            <a:r>
              <a:rPr lang="zh-CN" altLang="en-US" b="0" i="0" dirty="0">
                <a:solidFill>
                  <a:srgbClr val="C00000"/>
                </a:solidFill>
                <a:effectLst/>
                <a:latin typeface="Helvetica Neue"/>
              </a:rPr>
              <a:t>所以改变原有被复制对象不会对已经复制出来的新对象产生影响。只有一种形式，</a:t>
            </a:r>
            <a:r>
              <a:rPr lang="en-US" altLang="zh-CN" b="0" i="0" dirty="0">
                <a:solidFill>
                  <a:srgbClr val="C00000"/>
                </a:solidFill>
                <a:effectLst/>
                <a:latin typeface="Helvetica Neue"/>
              </a:rPr>
              <a:t>copy</a:t>
            </a:r>
            <a:r>
              <a:rPr lang="zh-CN" altLang="en-US" b="0" i="0" dirty="0">
                <a:solidFill>
                  <a:srgbClr val="C00000"/>
                </a:solidFill>
                <a:effectLst/>
                <a:latin typeface="Helvetica Neue"/>
              </a:rPr>
              <a:t>模块中的</a:t>
            </a:r>
            <a:r>
              <a:rPr lang="en-US" altLang="zh-CN" b="0" i="0" dirty="0" err="1">
                <a:solidFill>
                  <a:srgbClr val="C00000"/>
                </a:solidFill>
                <a:effectLst/>
                <a:latin typeface="Helvetica Neue"/>
              </a:rPr>
              <a:t>deepcopy</a:t>
            </a:r>
            <a:r>
              <a:rPr lang="zh-CN" altLang="en-US" b="0" i="0" dirty="0">
                <a:solidFill>
                  <a:srgbClr val="C00000"/>
                </a:solidFill>
                <a:effectLst/>
                <a:latin typeface="Helvetica Neue"/>
              </a:rPr>
              <a:t>函数。</a:t>
            </a:r>
          </a:p>
        </p:txBody>
      </p:sp>
    </p:spTree>
    <p:extLst>
      <p:ext uri="{BB962C8B-B14F-4D97-AF65-F5344CB8AC3E}">
        <p14:creationId xmlns:p14="http://schemas.microsoft.com/office/powerpoint/2010/main" val="33375722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764C089C-0935-5E44-B9F7-7E9F84DDBA17}"/>
              </a:ext>
            </a:extLst>
          </p:cNvPr>
          <p:cNvSpPr>
            <a:spLocks noGrp="1"/>
          </p:cNvSpPr>
          <p:nvPr>
            <p:ph type="title"/>
          </p:nvPr>
        </p:nvSpPr>
        <p:spPr/>
        <p:txBody>
          <a:bodyPr/>
          <a:lstStyle/>
          <a:p>
            <a:r>
              <a:rPr lang="en-US" altLang="zh-CN" b="1" i="0" dirty="0">
                <a:solidFill>
                  <a:srgbClr val="333333"/>
                </a:solidFill>
                <a:effectLst/>
                <a:latin typeface="Helvetica Neue"/>
              </a:rPr>
              <a:t>Python</a:t>
            </a:r>
            <a:r>
              <a:rPr lang="zh-CN" altLang="en-US" b="1" i="0" dirty="0">
                <a:solidFill>
                  <a:srgbClr val="333333"/>
                </a:solidFill>
                <a:effectLst/>
                <a:latin typeface="Helvetica Neue"/>
              </a:rPr>
              <a:t>高级语法</a:t>
            </a:r>
            <a:endParaRPr kumimoji="1" lang="zh-CN" altLang="en-US" dirty="0"/>
          </a:p>
        </p:txBody>
      </p:sp>
      <p:sp>
        <p:nvSpPr>
          <p:cNvPr id="4" name="文本占位符 3">
            <a:extLst>
              <a:ext uri="{FF2B5EF4-FFF2-40B4-BE49-F238E27FC236}">
                <a16:creationId xmlns:a16="http://schemas.microsoft.com/office/drawing/2014/main" id="{6CF94E84-6F22-C942-A1D4-BA6A5DBD17DC}"/>
              </a:ext>
            </a:extLst>
          </p:cNvPr>
          <p:cNvSpPr>
            <a:spLocks noGrp="1"/>
          </p:cNvSpPr>
          <p:nvPr>
            <p:ph type="body" sz="quarter" idx="10"/>
          </p:nvPr>
        </p:nvSpPr>
        <p:spPr/>
        <p:txBody>
          <a:bodyPr/>
          <a:lstStyle/>
          <a:p>
            <a:r>
              <a:rPr lang="en-US" altLang="zh-CN" i="0" dirty="0">
                <a:solidFill>
                  <a:srgbClr val="333333"/>
                </a:solidFill>
                <a:effectLst/>
                <a:latin typeface="Helvetica Neue"/>
              </a:rPr>
              <a:t>7</a:t>
            </a:r>
            <a:r>
              <a:rPr lang="zh-CN" altLang="en-US" i="0" dirty="0">
                <a:solidFill>
                  <a:srgbClr val="333333"/>
                </a:solidFill>
                <a:effectLst/>
                <a:latin typeface="Helvetica Neue"/>
              </a:rPr>
              <a:t>、可变类型深拷贝</a:t>
            </a:r>
            <a:endParaRPr lang="zh-CN" altLang="en-US" b="1" i="0" dirty="0">
              <a:solidFill>
                <a:srgbClr val="333333"/>
              </a:solidFill>
              <a:effectLst/>
              <a:latin typeface="Helvetica Neue"/>
            </a:endParaRPr>
          </a:p>
        </p:txBody>
      </p:sp>
      <p:pic>
        <p:nvPicPr>
          <p:cNvPr id="8" name="图片 7">
            <a:extLst>
              <a:ext uri="{FF2B5EF4-FFF2-40B4-BE49-F238E27FC236}">
                <a16:creationId xmlns:a16="http://schemas.microsoft.com/office/drawing/2014/main" id="{9EE17BB4-7FF9-409D-B96B-47975DF14941}"/>
              </a:ext>
            </a:extLst>
          </p:cNvPr>
          <p:cNvPicPr>
            <a:picLocks noChangeAspect="1"/>
          </p:cNvPicPr>
          <p:nvPr/>
        </p:nvPicPr>
        <p:blipFill>
          <a:blip r:embed="rId3"/>
          <a:stretch>
            <a:fillRect/>
          </a:stretch>
        </p:blipFill>
        <p:spPr>
          <a:xfrm>
            <a:off x="710879" y="1635973"/>
            <a:ext cx="10749599" cy="4439105"/>
          </a:xfrm>
          <a:prstGeom prst="rect">
            <a:avLst/>
          </a:prstGeom>
        </p:spPr>
      </p:pic>
    </p:spTree>
    <p:extLst>
      <p:ext uri="{BB962C8B-B14F-4D97-AF65-F5344CB8AC3E}">
        <p14:creationId xmlns:p14="http://schemas.microsoft.com/office/powerpoint/2010/main" val="26401635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764C089C-0935-5E44-B9F7-7E9F84DDBA17}"/>
              </a:ext>
            </a:extLst>
          </p:cNvPr>
          <p:cNvSpPr>
            <a:spLocks noGrp="1"/>
          </p:cNvSpPr>
          <p:nvPr>
            <p:ph type="title"/>
          </p:nvPr>
        </p:nvSpPr>
        <p:spPr/>
        <p:txBody>
          <a:bodyPr/>
          <a:lstStyle/>
          <a:p>
            <a:r>
              <a:rPr lang="en-US" altLang="zh-CN" b="1" i="0" dirty="0">
                <a:solidFill>
                  <a:srgbClr val="333333"/>
                </a:solidFill>
                <a:effectLst/>
                <a:latin typeface="Helvetica Neue"/>
              </a:rPr>
              <a:t>Python</a:t>
            </a:r>
            <a:r>
              <a:rPr lang="zh-CN" altLang="en-US" b="1" i="0" dirty="0">
                <a:solidFill>
                  <a:srgbClr val="333333"/>
                </a:solidFill>
                <a:effectLst/>
                <a:latin typeface="Helvetica Neue"/>
              </a:rPr>
              <a:t>高级语法</a:t>
            </a:r>
            <a:endParaRPr kumimoji="1" lang="zh-CN" altLang="en-US" dirty="0"/>
          </a:p>
        </p:txBody>
      </p:sp>
      <p:sp>
        <p:nvSpPr>
          <p:cNvPr id="4" name="文本占位符 3">
            <a:extLst>
              <a:ext uri="{FF2B5EF4-FFF2-40B4-BE49-F238E27FC236}">
                <a16:creationId xmlns:a16="http://schemas.microsoft.com/office/drawing/2014/main" id="{6CF94E84-6F22-C942-A1D4-BA6A5DBD17DC}"/>
              </a:ext>
            </a:extLst>
          </p:cNvPr>
          <p:cNvSpPr>
            <a:spLocks noGrp="1"/>
          </p:cNvSpPr>
          <p:nvPr>
            <p:ph type="body" sz="quarter" idx="10"/>
          </p:nvPr>
        </p:nvSpPr>
        <p:spPr/>
        <p:txBody>
          <a:bodyPr/>
          <a:lstStyle/>
          <a:p>
            <a:r>
              <a:rPr lang="en-US" altLang="zh-CN" i="0" dirty="0">
                <a:solidFill>
                  <a:srgbClr val="333333"/>
                </a:solidFill>
                <a:effectLst/>
                <a:latin typeface="Helvetica Neue"/>
              </a:rPr>
              <a:t>8</a:t>
            </a:r>
            <a:r>
              <a:rPr lang="zh-CN" altLang="en-US" i="0" dirty="0">
                <a:solidFill>
                  <a:srgbClr val="333333"/>
                </a:solidFill>
                <a:effectLst/>
                <a:latin typeface="Helvetica Neue"/>
              </a:rPr>
              <a:t>、不可变类型深拷贝</a:t>
            </a:r>
            <a:endParaRPr lang="zh-CN" altLang="en-US" b="1" i="0" dirty="0">
              <a:solidFill>
                <a:srgbClr val="333333"/>
              </a:solidFill>
              <a:effectLst/>
              <a:latin typeface="Helvetica Neue"/>
            </a:endParaRPr>
          </a:p>
        </p:txBody>
      </p:sp>
      <p:sp>
        <p:nvSpPr>
          <p:cNvPr id="6" name="文本占位符 7">
            <a:extLst>
              <a:ext uri="{FF2B5EF4-FFF2-40B4-BE49-F238E27FC236}">
                <a16:creationId xmlns:a16="http://schemas.microsoft.com/office/drawing/2014/main" id="{BF41D1B7-6FC5-48CB-9F91-D518038E4F1A}"/>
              </a:ext>
            </a:extLst>
          </p:cNvPr>
          <p:cNvSpPr>
            <a:spLocks noGrp="1"/>
          </p:cNvSpPr>
          <p:nvPr>
            <p:ph type="body" sz="quarter" idx="11"/>
          </p:nvPr>
        </p:nvSpPr>
        <p:spPr>
          <a:xfrm>
            <a:off x="721201" y="1635973"/>
            <a:ext cx="10749598" cy="4097133"/>
          </a:xfrm>
        </p:spPr>
        <p:txBody>
          <a:bodyPr/>
          <a:lstStyle/>
          <a:p>
            <a:pPr marL="0" indent="0" algn="l">
              <a:buNone/>
            </a:pPr>
            <a:r>
              <a:rPr lang="zh-CN" altLang="en-US" b="0" i="0" dirty="0">
                <a:effectLst/>
                <a:latin typeface="Helvetica Neue"/>
              </a:rPr>
              <a:t>不可变类型深拷贝：不可变类型进行深拷贝不会给拷贝的对象开辟新的内存空间，而只是拷贝了这个对象的引用。</a:t>
            </a:r>
            <a:endParaRPr lang="zh-CN" altLang="en-US" b="0" i="0" dirty="0">
              <a:solidFill>
                <a:srgbClr val="C00000"/>
              </a:solidFill>
              <a:effectLst/>
              <a:latin typeface="Helvetica Neue"/>
            </a:endParaRPr>
          </a:p>
        </p:txBody>
      </p:sp>
      <p:pic>
        <p:nvPicPr>
          <p:cNvPr id="5" name="图片 4">
            <a:extLst>
              <a:ext uri="{FF2B5EF4-FFF2-40B4-BE49-F238E27FC236}">
                <a16:creationId xmlns:a16="http://schemas.microsoft.com/office/drawing/2014/main" id="{17AE3758-2B81-4EAF-B94D-FAB288363F65}"/>
              </a:ext>
            </a:extLst>
          </p:cNvPr>
          <p:cNvPicPr>
            <a:picLocks noChangeAspect="1"/>
          </p:cNvPicPr>
          <p:nvPr/>
        </p:nvPicPr>
        <p:blipFill>
          <a:blip r:embed="rId3"/>
          <a:stretch>
            <a:fillRect/>
          </a:stretch>
        </p:blipFill>
        <p:spPr>
          <a:xfrm>
            <a:off x="710879" y="2444203"/>
            <a:ext cx="11252103" cy="3288903"/>
          </a:xfrm>
          <a:prstGeom prst="rect">
            <a:avLst/>
          </a:prstGeom>
        </p:spPr>
      </p:pic>
    </p:spTree>
    <p:extLst>
      <p:ext uri="{BB962C8B-B14F-4D97-AF65-F5344CB8AC3E}">
        <p14:creationId xmlns:p14="http://schemas.microsoft.com/office/powerpoint/2010/main" val="7042973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6DC7A42-DEB9-4846-9885-EF1F65B29AB4}"/>
              </a:ext>
            </a:extLst>
          </p:cNvPr>
          <p:cNvSpPr>
            <a:spLocks noGrp="1"/>
          </p:cNvSpPr>
          <p:nvPr>
            <p:ph type="title"/>
          </p:nvPr>
        </p:nvSpPr>
        <p:spPr/>
        <p:txBody>
          <a:bodyPr/>
          <a:lstStyle/>
          <a:p>
            <a:pPr algn="l"/>
            <a:r>
              <a:rPr lang="zh-CN" altLang="en-US" b="1" i="0" dirty="0">
                <a:solidFill>
                  <a:srgbClr val="333333"/>
                </a:solidFill>
                <a:effectLst/>
                <a:latin typeface="Helvetica Neue"/>
              </a:rPr>
              <a:t>正则表达式概述</a:t>
            </a:r>
          </a:p>
        </p:txBody>
      </p:sp>
      <p:sp>
        <p:nvSpPr>
          <p:cNvPr id="3" name="文本占位符 2">
            <a:extLst>
              <a:ext uri="{FF2B5EF4-FFF2-40B4-BE49-F238E27FC236}">
                <a16:creationId xmlns:a16="http://schemas.microsoft.com/office/drawing/2014/main" id="{DC0D98B5-82FB-804B-8565-7E31DD4B40B6}"/>
              </a:ext>
            </a:extLst>
          </p:cNvPr>
          <p:cNvSpPr>
            <a:spLocks noGrp="1"/>
          </p:cNvSpPr>
          <p:nvPr>
            <p:ph type="body" sz="quarter" idx="10"/>
          </p:nvPr>
        </p:nvSpPr>
        <p:spPr/>
        <p:txBody>
          <a:bodyPr/>
          <a:lstStyle/>
          <a:p>
            <a:r>
              <a:rPr kumimoji="1" lang="en-US" altLang="zh-CN" dirty="0"/>
              <a:t>04</a:t>
            </a:r>
            <a:endParaRPr kumimoji="1" lang="zh-CN" altLang="en-US" dirty="0"/>
          </a:p>
        </p:txBody>
      </p:sp>
    </p:spTree>
    <p:extLst>
      <p:ext uri="{BB962C8B-B14F-4D97-AF65-F5344CB8AC3E}">
        <p14:creationId xmlns:p14="http://schemas.microsoft.com/office/powerpoint/2010/main" val="2513354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764C089C-0935-5E44-B9F7-7E9F84DDBA17}"/>
              </a:ext>
            </a:extLst>
          </p:cNvPr>
          <p:cNvSpPr>
            <a:spLocks noGrp="1"/>
          </p:cNvSpPr>
          <p:nvPr>
            <p:ph type="title"/>
          </p:nvPr>
        </p:nvSpPr>
        <p:spPr/>
        <p:txBody>
          <a:bodyPr/>
          <a:lstStyle/>
          <a:p>
            <a:r>
              <a:rPr kumimoji="1" lang="zh-CN" altLang="en-US" dirty="0"/>
              <a:t>正则表达式概述</a:t>
            </a:r>
          </a:p>
        </p:txBody>
      </p:sp>
      <p:sp>
        <p:nvSpPr>
          <p:cNvPr id="4" name="文本占位符 3">
            <a:extLst>
              <a:ext uri="{FF2B5EF4-FFF2-40B4-BE49-F238E27FC236}">
                <a16:creationId xmlns:a16="http://schemas.microsoft.com/office/drawing/2014/main" id="{6CF94E84-6F22-C942-A1D4-BA6A5DBD17DC}"/>
              </a:ext>
            </a:extLst>
          </p:cNvPr>
          <p:cNvSpPr>
            <a:spLocks noGrp="1"/>
          </p:cNvSpPr>
          <p:nvPr>
            <p:ph type="body" sz="quarter" idx="10"/>
          </p:nvPr>
        </p:nvSpPr>
        <p:spPr/>
        <p:txBody>
          <a:bodyPr/>
          <a:lstStyle/>
          <a:p>
            <a:r>
              <a:rPr lang="en-US" altLang="zh-CN" b="1" dirty="0">
                <a:solidFill>
                  <a:srgbClr val="333333"/>
                </a:solidFill>
                <a:latin typeface="Helvetica Neue"/>
              </a:rPr>
              <a:t>1</a:t>
            </a:r>
            <a:r>
              <a:rPr lang="zh-CN" altLang="en-US" b="1" dirty="0">
                <a:solidFill>
                  <a:srgbClr val="333333"/>
                </a:solidFill>
                <a:latin typeface="Helvetica Neue"/>
              </a:rPr>
              <a:t>、为什么要学习正则表达式</a:t>
            </a:r>
            <a:endParaRPr lang="zh-CN" altLang="en-US" b="1" i="0" dirty="0">
              <a:solidFill>
                <a:srgbClr val="333333"/>
              </a:solidFill>
              <a:effectLst/>
              <a:latin typeface="Helvetica Neue"/>
            </a:endParaRPr>
          </a:p>
        </p:txBody>
      </p:sp>
      <p:sp>
        <p:nvSpPr>
          <p:cNvPr id="8" name="文本占位符 7">
            <a:extLst>
              <a:ext uri="{FF2B5EF4-FFF2-40B4-BE49-F238E27FC236}">
                <a16:creationId xmlns:a16="http://schemas.microsoft.com/office/drawing/2014/main" id="{BA957977-889F-40F5-8FDC-4F9F3A19AECA}"/>
              </a:ext>
            </a:extLst>
          </p:cNvPr>
          <p:cNvSpPr>
            <a:spLocks noGrp="1"/>
          </p:cNvSpPr>
          <p:nvPr>
            <p:ph type="body" sz="quarter" idx="11"/>
          </p:nvPr>
        </p:nvSpPr>
        <p:spPr/>
        <p:txBody>
          <a:bodyPr/>
          <a:lstStyle/>
          <a:p>
            <a:pPr marL="0" indent="0" algn="l">
              <a:buNone/>
            </a:pPr>
            <a:r>
              <a:rPr lang="zh-CN" altLang="en-US" b="0" i="0" dirty="0">
                <a:solidFill>
                  <a:srgbClr val="333333"/>
                </a:solidFill>
                <a:effectLst/>
                <a:latin typeface="Helvetica Neue"/>
              </a:rPr>
              <a:t>在实际开发过程中经常会有查找符合某些复杂规则的字符串的需要比如：邮箱、图片地址、手机号码等这时候想</a:t>
            </a:r>
            <a:r>
              <a:rPr lang="zh-CN" altLang="en-US" b="0" i="0" dirty="0">
                <a:solidFill>
                  <a:srgbClr val="C00000"/>
                </a:solidFill>
                <a:effectLst/>
                <a:latin typeface="Helvetica Neue"/>
              </a:rPr>
              <a:t>匹配或者查找符合某些规则的字符串</a:t>
            </a:r>
            <a:r>
              <a:rPr lang="zh-CN" altLang="en-US" b="0" i="0" dirty="0">
                <a:solidFill>
                  <a:srgbClr val="333333"/>
                </a:solidFill>
                <a:effectLst/>
                <a:latin typeface="Helvetica Neue"/>
              </a:rPr>
              <a:t>就可以使用</a:t>
            </a:r>
            <a:r>
              <a:rPr lang="zh-CN" altLang="en-US" b="0" i="0" dirty="0">
                <a:solidFill>
                  <a:srgbClr val="C00000"/>
                </a:solidFill>
                <a:effectLst/>
                <a:latin typeface="Helvetica Neue"/>
              </a:rPr>
              <a:t>正则表达式</a:t>
            </a:r>
            <a:r>
              <a:rPr lang="zh-CN" altLang="en-US" b="0" i="0" dirty="0">
                <a:solidFill>
                  <a:srgbClr val="333333"/>
                </a:solidFill>
                <a:effectLst/>
                <a:latin typeface="Helvetica Neue"/>
              </a:rPr>
              <a:t>了</a:t>
            </a:r>
            <a:endParaRPr lang="zh-CN" altLang="en-US" dirty="0"/>
          </a:p>
        </p:txBody>
      </p:sp>
      <p:pic>
        <p:nvPicPr>
          <p:cNvPr id="5" name="图片 4">
            <a:extLst>
              <a:ext uri="{FF2B5EF4-FFF2-40B4-BE49-F238E27FC236}">
                <a16:creationId xmlns:a16="http://schemas.microsoft.com/office/drawing/2014/main" id="{52577895-5A4A-4A0A-ABD8-CC72F4D452BA}"/>
              </a:ext>
            </a:extLst>
          </p:cNvPr>
          <p:cNvPicPr>
            <a:picLocks noChangeAspect="1"/>
          </p:cNvPicPr>
          <p:nvPr/>
        </p:nvPicPr>
        <p:blipFill>
          <a:blip r:embed="rId3"/>
          <a:stretch>
            <a:fillRect/>
          </a:stretch>
        </p:blipFill>
        <p:spPr>
          <a:xfrm>
            <a:off x="1333994" y="2906216"/>
            <a:ext cx="10494332" cy="2305651"/>
          </a:xfrm>
          <a:prstGeom prst="rect">
            <a:avLst/>
          </a:prstGeom>
        </p:spPr>
      </p:pic>
    </p:spTree>
    <p:extLst>
      <p:ext uri="{BB962C8B-B14F-4D97-AF65-F5344CB8AC3E}">
        <p14:creationId xmlns:p14="http://schemas.microsoft.com/office/powerpoint/2010/main" val="6572237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764C089C-0935-5E44-B9F7-7E9F84DDBA17}"/>
              </a:ext>
            </a:extLst>
          </p:cNvPr>
          <p:cNvSpPr>
            <a:spLocks noGrp="1"/>
          </p:cNvSpPr>
          <p:nvPr>
            <p:ph type="title"/>
          </p:nvPr>
        </p:nvSpPr>
        <p:spPr/>
        <p:txBody>
          <a:bodyPr/>
          <a:lstStyle/>
          <a:p>
            <a:r>
              <a:rPr kumimoji="1" lang="zh-CN" altLang="en-US" dirty="0"/>
              <a:t>正则表达式概述</a:t>
            </a:r>
          </a:p>
        </p:txBody>
      </p:sp>
      <p:sp>
        <p:nvSpPr>
          <p:cNvPr id="4" name="文本占位符 3">
            <a:extLst>
              <a:ext uri="{FF2B5EF4-FFF2-40B4-BE49-F238E27FC236}">
                <a16:creationId xmlns:a16="http://schemas.microsoft.com/office/drawing/2014/main" id="{6CF94E84-6F22-C942-A1D4-BA6A5DBD17DC}"/>
              </a:ext>
            </a:extLst>
          </p:cNvPr>
          <p:cNvSpPr>
            <a:spLocks noGrp="1"/>
          </p:cNvSpPr>
          <p:nvPr>
            <p:ph type="body" sz="quarter" idx="10"/>
          </p:nvPr>
        </p:nvSpPr>
        <p:spPr/>
        <p:txBody>
          <a:bodyPr/>
          <a:lstStyle/>
          <a:p>
            <a:r>
              <a:rPr lang="en-US" altLang="zh-CN" b="1" dirty="0">
                <a:solidFill>
                  <a:srgbClr val="333333"/>
                </a:solidFill>
                <a:latin typeface="Helvetica Neue"/>
              </a:rPr>
              <a:t>2</a:t>
            </a:r>
            <a:r>
              <a:rPr lang="zh-CN" altLang="en-US" b="1" dirty="0">
                <a:solidFill>
                  <a:srgbClr val="333333"/>
                </a:solidFill>
                <a:latin typeface="Helvetica Neue"/>
              </a:rPr>
              <a:t>、什么是正则表达式</a:t>
            </a:r>
            <a:endParaRPr lang="zh-CN" altLang="en-US" b="1" i="0" dirty="0">
              <a:solidFill>
                <a:srgbClr val="333333"/>
              </a:solidFill>
              <a:effectLst/>
              <a:latin typeface="Helvetica Neue"/>
            </a:endParaRPr>
          </a:p>
        </p:txBody>
      </p:sp>
      <p:sp>
        <p:nvSpPr>
          <p:cNvPr id="8" name="文本占位符 7">
            <a:extLst>
              <a:ext uri="{FF2B5EF4-FFF2-40B4-BE49-F238E27FC236}">
                <a16:creationId xmlns:a16="http://schemas.microsoft.com/office/drawing/2014/main" id="{BA957977-889F-40F5-8FDC-4F9F3A19AECA}"/>
              </a:ext>
            </a:extLst>
          </p:cNvPr>
          <p:cNvSpPr>
            <a:spLocks noGrp="1"/>
          </p:cNvSpPr>
          <p:nvPr>
            <p:ph type="body" sz="quarter" idx="11"/>
          </p:nvPr>
        </p:nvSpPr>
        <p:spPr/>
        <p:txBody>
          <a:bodyPr/>
          <a:lstStyle/>
          <a:p>
            <a:pPr marL="0" indent="0" algn="l">
              <a:buNone/>
            </a:pPr>
            <a:r>
              <a:rPr lang="zh-CN" altLang="en-US" b="0" i="0" dirty="0">
                <a:solidFill>
                  <a:srgbClr val="333333"/>
                </a:solidFill>
                <a:effectLst/>
                <a:latin typeface="Helvetica Neue"/>
              </a:rPr>
              <a:t>正则表达式</a:t>
            </a:r>
            <a:r>
              <a:rPr lang="en-US" altLang="zh-CN" b="0" i="0" dirty="0">
                <a:solidFill>
                  <a:srgbClr val="333333"/>
                </a:solidFill>
                <a:effectLst/>
                <a:latin typeface="Helvetica Neue"/>
              </a:rPr>
              <a:t>(regular expression)</a:t>
            </a:r>
            <a:r>
              <a:rPr lang="zh-CN" altLang="en-US" b="0" i="0" dirty="0">
                <a:solidFill>
                  <a:srgbClr val="333333"/>
                </a:solidFill>
                <a:effectLst/>
                <a:latin typeface="Helvetica Neue"/>
              </a:rPr>
              <a:t>描述了一种字符串匹配的</a:t>
            </a:r>
            <a:r>
              <a:rPr lang="zh-CN" altLang="en-US" b="0" i="0" dirty="0">
                <a:solidFill>
                  <a:srgbClr val="C00000"/>
                </a:solidFill>
                <a:effectLst/>
                <a:latin typeface="Helvetica Neue"/>
              </a:rPr>
              <a:t>模式</a:t>
            </a:r>
            <a:r>
              <a:rPr lang="zh-CN" altLang="en-US" b="0" i="0" dirty="0">
                <a:solidFill>
                  <a:srgbClr val="333333"/>
                </a:solidFill>
                <a:effectLst/>
                <a:latin typeface="Helvetica Neue"/>
              </a:rPr>
              <a:t>，可以用来检查一个串是否含有</a:t>
            </a:r>
            <a:r>
              <a:rPr lang="zh-CN" altLang="en-US" b="0" i="0" dirty="0">
                <a:solidFill>
                  <a:srgbClr val="C00000"/>
                </a:solidFill>
                <a:effectLst/>
                <a:latin typeface="Helvetica Neue"/>
              </a:rPr>
              <a:t>某种</a:t>
            </a:r>
            <a:r>
              <a:rPr lang="zh-CN" altLang="en-US" b="0" i="0" dirty="0">
                <a:solidFill>
                  <a:srgbClr val="333333"/>
                </a:solidFill>
                <a:effectLst/>
                <a:latin typeface="Helvetica Neue"/>
              </a:rPr>
              <a:t>子串、将匹配的子串做替换或者从某个串中取出符合某个条件的子串等。 </a:t>
            </a:r>
            <a:endParaRPr lang="en-US" altLang="zh-CN" b="0" i="0" dirty="0">
              <a:solidFill>
                <a:srgbClr val="333333"/>
              </a:solidFill>
              <a:effectLst/>
              <a:latin typeface="Helvetica Neue"/>
            </a:endParaRPr>
          </a:p>
          <a:p>
            <a:pPr marL="0" indent="0" algn="l">
              <a:buNone/>
            </a:pPr>
            <a:endParaRPr lang="en-US" altLang="zh-CN" dirty="0">
              <a:solidFill>
                <a:srgbClr val="333333"/>
              </a:solidFill>
              <a:latin typeface="Helvetica Neue"/>
            </a:endParaRPr>
          </a:p>
          <a:p>
            <a:pPr marL="0" indent="0" algn="l">
              <a:buNone/>
            </a:pPr>
            <a:r>
              <a:rPr lang="zh-CN" altLang="en-US" b="0" i="0" dirty="0">
                <a:solidFill>
                  <a:srgbClr val="333333"/>
                </a:solidFill>
                <a:effectLst/>
                <a:latin typeface="Helvetica Neue"/>
              </a:rPr>
              <a:t>模式：</a:t>
            </a:r>
            <a:r>
              <a:rPr lang="zh-CN" altLang="en-US" b="0" i="0" dirty="0">
                <a:solidFill>
                  <a:srgbClr val="C00000"/>
                </a:solidFill>
                <a:effectLst/>
                <a:latin typeface="Helvetica Neue"/>
              </a:rPr>
              <a:t>一种特定的字符串模式，这个模式是通过一些特殊的符号组成的。</a:t>
            </a:r>
            <a:endParaRPr lang="en-US" altLang="zh-CN" b="0" i="0" dirty="0">
              <a:solidFill>
                <a:srgbClr val="C00000"/>
              </a:solidFill>
              <a:effectLst/>
              <a:latin typeface="Helvetica Neue"/>
            </a:endParaRPr>
          </a:p>
          <a:p>
            <a:pPr marL="0" indent="0" algn="l">
              <a:buNone/>
            </a:pPr>
            <a:endParaRPr lang="en-US" altLang="zh-CN" dirty="0">
              <a:solidFill>
                <a:srgbClr val="333333"/>
              </a:solidFill>
              <a:latin typeface="Helvetica Neue"/>
            </a:endParaRPr>
          </a:p>
          <a:p>
            <a:pPr marL="0" indent="0" algn="l">
              <a:buNone/>
            </a:pPr>
            <a:r>
              <a:rPr lang="zh-CN" altLang="en-US" b="0" i="0" dirty="0">
                <a:solidFill>
                  <a:srgbClr val="333333"/>
                </a:solidFill>
                <a:effectLst/>
                <a:latin typeface="Helvetica Neue"/>
              </a:rPr>
              <a:t>某种：也可以理解为是一种模糊匹配。</a:t>
            </a:r>
            <a:endParaRPr lang="en-US" altLang="zh-CN" b="0" i="0" dirty="0">
              <a:solidFill>
                <a:srgbClr val="333333"/>
              </a:solidFill>
              <a:effectLst/>
              <a:latin typeface="Helvetica Neue"/>
            </a:endParaRPr>
          </a:p>
          <a:p>
            <a:pPr marL="0" indent="0" algn="l">
              <a:buNone/>
            </a:pPr>
            <a:r>
              <a:rPr lang="zh-CN" altLang="en-US" b="0" i="0" dirty="0">
                <a:solidFill>
                  <a:srgbClr val="C00000"/>
                </a:solidFill>
                <a:effectLst/>
                <a:latin typeface="Helvetica Neue"/>
              </a:rPr>
              <a:t>精准匹配：</a:t>
            </a:r>
            <a:r>
              <a:rPr lang="en-US" altLang="zh-CN" b="0" i="0" dirty="0">
                <a:solidFill>
                  <a:srgbClr val="C00000"/>
                </a:solidFill>
                <a:effectLst/>
                <a:latin typeface="Helvetica Neue"/>
              </a:rPr>
              <a:t>select * from blog where title='python';</a:t>
            </a:r>
          </a:p>
          <a:p>
            <a:pPr marL="0" indent="0" algn="l">
              <a:buNone/>
            </a:pPr>
            <a:r>
              <a:rPr lang="zh-CN" altLang="en-US" b="0" i="0" dirty="0">
                <a:solidFill>
                  <a:srgbClr val="C00000"/>
                </a:solidFill>
                <a:effectLst/>
                <a:latin typeface="Helvetica Neue"/>
              </a:rPr>
              <a:t>模糊匹配：</a:t>
            </a:r>
            <a:r>
              <a:rPr lang="en-US" altLang="zh-CN" b="0" i="0" dirty="0">
                <a:solidFill>
                  <a:srgbClr val="C00000"/>
                </a:solidFill>
                <a:effectLst/>
                <a:latin typeface="Helvetica Neue"/>
              </a:rPr>
              <a:t>select * from blog where title like ‘%python%’;</a:t>
            </a:r>
          </a:p>
          <a:p>
            <a:pPr marL="0" indent="0" algn="l">
              <a:buNone/>
            </a:pPr>
            <a:endParaRPr lang="en-US" altLang="zh-CN" dirty="0">
              <a:solidFill>
                <a:srgbClr val="333333"/>
              </a:solidFill>
              <a:latin typeface="Helvetica Neue"/>
            </a:endParaRPr>
          </a:p>
          <a:p>
            <a:pPr marL="0" indent="0" algn="l">
              <a:buNone/>
            </a:pPr>
            <a:r>
              <a:rPr lang="zh-CN" altLang="en-US" b="0" i="0" dirty="0">
                <a:solidFill>
                  <a:srgbClr val="C00000"/>
                </a:solidFill>
                <a:effectLst/>
                <a:latin typeface="Helvetica Neue"/>
              </a:rPr>
              <a:t>正则表达式并不是</a:t>
            </a:r>
            <a:r>
              <a:rPr lang="en-US" altLang="zh-CN" b="0" i="0" dirty="0">
                <a:solidFill>
                  <a:srgbClr val="C00000"/>
                </a:solidFill>
                <a:effectLst/>
                <a:latin typeface="Helvetica Neue"/>
              </a:rPr>
              <a:t>Python</a:t>
            </a:r>
            <a:r>
              <a:rPr lang="zh-CN" altLang="en-US" b="0" i="0" dirty="0">
                <a:solidFill>
                  <a:srgbClr val="C00000"/>
                </a:solidFill>
                <a:effectLst/>
                <a:latin typeface="Helvetica Neue"/>
              </a:rPr>
              <a:t>所特有的，在</a:t>
            </a:r>
            <a:r>
              <a:rPr lang="en-US" altLang="zh-CN" b="0" i="0" dirty="0">
                <a:solidFill>
                  <a:srgbClr val="C00000"/>
                </a:solidFill>
                <a:effectLst/>
                <a:latin typeface="Helvetica Neue"/>
              </a:rPr>
              <a:t>Java</a:t>
            </a:r>
            <a:r>
              <a:rPr lang="zh-CN" altLang="en-US" b="0" i="0" dirty="0">
                <a:solidFill>
                  <a:srgbClr val="C00000"/>
                </a:solidFill>
                <a:effectLst/>
                <a:latin typeface="Helvetica Neue"/>
              </a:rPr>
              <a:t>、</a:t>
            </a:r>
            <a:r>
              <a:rPr lang="en-US" altLang="zh-CN" b="0" i="0" dirty="0">
                <a:solidFill>
                  <a:srgbClr val="C00000"/>
                </a:solidFill>
                <a:effectLst/>
                <a:latin typeface="Helvetica Neue"/>
              </a:rPr>
              <a:t>PHP</a:t>
            </a:r>
            <a:r>
              <a:rPr lang="zh-CN" altLang="en-US" b="0" i="0" dirty="0">
                <a:solidFill>
                  <a:srgbClr val="C00000"/>
                </a:solidFill>
                <a:effectLst/>
                <a:latin typeface="Helvetica Neue"/>
              </a:rPr>
              <a:t>、</a:t>
            </a:r>
            <a:r>
              <a:rPr lang="en-US" altLang="zh-CN" b="0" i="0" dirty="0">
                <a:solidFill>
                  <a:srgbClr val="C00000"/>
                </a:solidFill>
                <a:effectLst/>
                <a:latin typeface="Helvetica Neue"/>
              </a:rPr>
              <a:t>Go</a:t>
            </a:r>
            <a:r>
              <a:rPr lang="zh-CN" altLang="en-US" b="0" i="0" dirty="0">
                <a:solidFill>
                  <a:srgbClr val="C00000"/>
                </a:solidFill>
                <a:effectLst/>
                <a:latin typeface="Helvetica Neue"/>
              </a:rPr>
              <a:t>以及</a:t>
            </a:r>
            <a:r>
              <a:rPr lang="en-US" altLang="zh-CN" b="0" i="0" dirty="0">
                <a:solidFill>
                  <a:srgbClr val="C00000"/>
                </a:solidFill>
                <a:effectLst/>
                <a:latin typeface="Helvetica Neue"/>
              </a:rPr>
              <a:t>JavaScript</a:t>
            </a:r>
            <a:r>
              <a:rPr lang="zh-CN" altLang="en-US" b="0" i="0" dirty="0">
                <a:solidFill>
                  <a:srgbClr val="C00000"/>
                </a:solidFill>
                <a:effectLst/>
                <a:latin typeface="Helvetica Neue"/>
              </a:rPr>
              <a:t>等语言中都是支持正则表达式的。</a:t>
            </a:r>
            <a:endParaRPr lang="zh-CN" altLang="en-US" dirty="0">
              <a:solidFill>
                <a:srgbClr val="C00000"/>
              </a:solidFill>
            </a:endParaRPr>
          </a:p>
        </p:txBody>
      </p:sp>
    </p:spTree>
    <p:extLst>
      <p:ext uri="{BB962C8B-B14F-4D97-AF65-F5344CB8AC3E}">
        <p14:creationId xmlns:p14="http://schemas.microsoft.com/office/powerpoint/2010/main" val="16884510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764C089C-0935-5E44-B9F7-7E9F84DDBA17}"/>
              </a:ext>
            </a:extLst>
          </p:cNvPr>
          <p:cNvSpPr>
            <a:spLocks noGrp="1"/>
          </p:cNvSpPr>
          <p:nvPr>
            <p:ph type="title"/>
          </p:nvPr>
        </p:nvSpPr>
        <p:spPr/>
        <p:txBody>
          <a:bodyPr/>
          <a:lstStyle/>
          <a:p>
            <a:r>
              <a:rPr kumimoji="1" lang="zh-CN" altLang="en-US" dirty="0"/>
              <a:t>正则表达式概述</a:t>
            </a:r>
          </a:p>
        </p:txBody>
      </p:sp>
      <p:sp>
        <p:nvSpPr>
          <p:cNvPr id="4" name="文本占位符 3">
            <a:extLst>
              <a:ext uri="{FF2B5EF4-FFF2-40B4-BE49-F238E27FC236}">
                <a16:creationId xmlns:a16="http://schemas.microsoft.com/office/drawing/2014/main" id="{6CF94E84-6F22-C942-A1D4-BA6A5DBD17DC}"/>
              </a:ext>
            </a:extLst>
          </p:cNvPr>
          <p:cNvSpPr>
            <a:spLocks noGrp="1"/>
          </p:cNvSpPr>
          <p:nvPr>
            <p:ph type="body" sz="quarter" idx="10"/>
          </p:nvPr>
        </p:nvSpPr>
        <p:spPr/>
        <p:txBody>
          <a:bodyPr/>
          <a:lstStyle/>
          <a:p>
            <a:r>
              <a:rPr lang="en-US" altLang="zh-CN" b="1" dirty="0">
                <a:solidFill>
                  <a:srgbClr val="333333"/>
                </a:solidFill>
                <a:latin typeface="Helvetica Neue"/>
              </a:rPr>
              <a:t>3</a:t>
            </a:r>
            <a:r>
              <a:rPr lang="zh-CN" altLang="en-US" b="1" dirty="0">
                <a:solidFill>
                  <a:srgbClr val="333333"/>
                </a:solidFill>
                <a:latin typeface="Helvetica Neue"/>
              </a:rPr>
              <a:t>、正则表达式的功能</a:t>
            </a:r>
            <a:endParaRPr lang="zh-CN" altLang="en-US" b="1" i="0" dirty="0">
              <a:solidFill>
                <a:srgbClr val="333333"/>
              </a:solidFill>
              <a:effectLst/>
              <a:latin typeface="Helvetica Neue"/>
            </a:endParaRPr>
          </a:p>
        </p:txBody>
      </p:sp>
      <p:sp>
        <p:nvSpPr>
          <p:cNvPr id="8" name="文本占位符 7">
            <a:extLst>
              <a:ext uri="{FF2B5EF4-FFF2-40B4-BE49-F238E27FC236}">
                <a16:creationId xmlns:a16="http://schemas.microsoft.com/office/drawing/2014/main" id="{BA957977-889F-40F5-8FDC-4F9F3A19AECA}"/>
              </a:ext>
            </a:extLst>
          </p:cNvPr>
          <p:cNvSpPr>
            <a:spLocks noGrp="1"/>
          </p:cNvSpPr>
          <p:nvPr>
            <p:ph type="body" sz="quarter" idx="11"/>
          </p:nvPr>
        </p:nvSpPr>
        <p:spPr/>
        <p:txBody>
          <a:bodyPr/>
          <a:lstStyle/>
          <a:p>
            <a:pPr marL="0" indent="0" algn="l">
              <a:buNone/>
            </a:pPr>
            <a:r>
              <a:rPr lang="zh-CN" altLang="en-US" b="0" i="0" dirty="0">
                <a:solidFill>
                  <a:srgbClr val="333333"/>
                </a:solidFill>
                <a:effectLst/>
                <a:latin typeface="Helvetica Neue"/>
              </a:rPr>
              <a:t>① 数据验证（表单验证、如手机、邮箱、</a:t>
            </a:r>
            <a:r>
              <a:rPr lang="en-US" altLang="zh-CN" b="0" i="0" dirty="0">
                <a:solidFill>
                  <a:srgbClr val="333333"/>
                </a:solidFill>
                <a:effectLst/>
                <a:latin typeface="Helvetica Neue"/>
              </a:rPr>
              <a:t>IP</a:t>
            </a:r>
            <a:r>
              <a:rPr lang="zh-CN" altLang="en-US" b="0" i="0" dirty="0">
                <a:solidFill>
                  <a:srgbClr val="333333"/>
                </a:solidFill>
                <a:effectLst/>
                <a:latin typeface="Helvetica Neue"/>
              </a:rPr>
              <a:t>地址）</a:t>
            </a:r>
            <a:endParaRPr lang="en-US" altLang="zh-CN" b="0" i="0" dirty="0">
              <a:solidFill>
                <a:srgbClr val="333333"/>
              </a:solidFill>
              <a:effectLst/>
              <a:latin typeface="Helvetica Neue"/>
            </a:endParaRPr>
          </a:p>
          <a:p>
            <a:pPr marL="0" indent="0" algn="l">
              <a:buNone/>
            </a:pPr>
            <a:r>
              <a:rPr lang="zh-CN" altLang="en-US" b="0" i="0" dirty="0">
                <a:solidFill>
                  <a:srgbClr val="333333"/>
                </a:solidFill>
                <a:effectLst/>
                <a:latin typeface="Helvetica Neue"/>
              </a:rPr>
              <a:t>② 数据检索（数据检索、数据抓取）</a:t>
            </a:r>
            <a:endParaRPr lang="en-US" altLang="zh-CN" b="0" i="0" dirty="0">
              <a:solidFill>
                <a:srgbClr val="333333"/>
              </a:solidFill>
              <a:effectLst/>
              <a:latin typeface="Helvetica Neue"/>
            </a:endParaRPr>
          </a:p>
          <a:p>
            <a:pPr marL="0" indent="0" algn="l">
              <a:buNone/>
            </a:pPr>
            <a:r>
              <a:rPr lang="zh-CN" altLang="en-US" b="0" i="0" dirty="0">
                <a:solidFill>
                  <a:srgbClr val="333333"/>
                </a:solidFill>
                <a:effectLst/>
                <a:latin typeface="Helvetica Neue"/>
              </a:rPr>
              <a:t>③ 数据隐藏（</a:t>
            </a:r>
            <a:r>
              <a:rPr lang="en-US" altLang="zh-CN" b="0" i="0" dirty="0">
                <a:solidFill>
                  <a:srgbClr val="333333"/>
                </a:solidFill>
                <a:effectLst/>
                <a:latin typeface="Helvetica Neue"/>
              </a:rPr>
              <a:t>135****6235 </a:t>
            </a:r>
            <a:r>
              <a:rPr lang="zh-CN" altLang="en-US" b="0" i="0" dirty="0">
                <a:solidFill>
                  <a:srgbClr val="333333"/>
                </a:solidFill>
                <a:effectLst/>
                <a:latin typeface="Helvetica Neue"/>
              </a:rPr>
              <a:t>王先生）</a:t>
            </a:r>
            <a:endParaRPr lang="en-US" altLang="zh-CN" b="0" i="0" dirty="0">
              <a:solidFill>
                <a:srgbClr val="333333"/>
              </a:solidFill>
              <a:effectLst/>
              <a:latin typeface="Helvetica Neue"/>
            </a:endParaRPr>
          </a:p>
          <a:p>
            <a:pPr marL="0" indent="0" algn="l">
              <a:buNone/>
            </a:pPr>
            <a:r>
              <a:rPr lang="zh-CN" altLang="en-US" b="0" i="0" dirty="0">
                <a:solidFill>
                  <a:srgbClr val="333333"/>
                </a:solidFill>
                <a:effectLst/>
                <a:latin typeface="Helvetica Neue"/>
              </a:rPr>
              <a:t>④ 数据过滤（论坛敏感关键词过滤）</a:t>
            </a:r>
            <a:endParaRPr lang="en-US" altLang="zh-CN" b="0" i="0" dirty="0">
              <a:solidFill>
                <a:srgbClr val="333333"/>
              </a:solidFill>
              <a:effectLst/>
              <a:latin typeface="Helvetica Neue"/>
            </a:endParaRPr>
          </a:p>
          <a:p>
            <a:pPr marL="0" indent="0" algn="l">
              <a:buNone/>
            </a:pPr>
            <a:r>
              <a:rPr lang="en-US" altLang="zh-CN" b="0" i="0" dirty="0">
                <a:solidFill>
                  <a:srgbClr val="333333"/>
                </a:solidFill>
                <a:effectLst/>
                <a:latin typeface="Helvetica Neue"/>
              </a:rPr>
              <a:t>…</a:t>
            </a:r>
            <a:endParaRPr lang="zh-CN" altLang="en-US" dirty="0">
              <a:solidFill>
                <a:srgbClr val="C00000"/>
              </a:solidFill>
            </a:endParaRPr>
          </a:p>
        </p:txBody>
      </p:sp>
    </p:spTree>
    <p:extLst>
      <p:ext uri="{BB962C8B-B14F-4D97-AF65-F5344CB8AC3E}">
        <p14:creationId xmlns:p14="http://schemas.microsoft.com/office/powerpoint/2010/main" val="15003227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6DC7A42-DEB9-4846-9885-EF1F65B29AB4}"/>
              </a:ext>
            </a:extLst>
          </p:cNvPr>
          <p:cNvSpPr>
            <a:spLocks noGrp="1"/>
          </p:cNvSpPr>
          <p:nvPr>
            <p:ph type="title"/>
          </p:nvPr>
        </p:nvSpPr>
        <p:spPr/>
        <p:txBody>
          <a:bodyPr/>
          <a:lstStyle/>
          <a:p>
            <a:pPr algn="l"/>
            <a:r>
              <a:rPr lang="en-US" altLang="zh-CN" b="1" i="0" dirty="0">
                <a:solidFill>
                  <a:srgbClr val="333333"/>
                </a:solidFill>
                <a:effectLst/>
                <a:latin typeface="Helvetica Neue"/>
              </a:rPr>
              <a:t>re</a:t>
            </a:r>
            <a:r>
              <a:rPr lang="zh-CN" altLang="en-US" b="1" i="0" dirty="0">
                <a:solidFill>
                  <a:srgbClr val="333333"/>
                </a:solidFill>
                <a:effectLst/>
                <a:latin typeface="Helvetica Neue"/>
              </a:rPr>
              <a:t>模块的介绍</a:t>
            </a:r>
          </a:p>
        </p:txBody>
      </p:sp>
      <p:sp>
        <p:nvSpPr>
          <p:cNvPr id="3" name="文本占位符 2">
            <a:extLst>
              <a:ext uri="{FF2B5EF4-FFF2-40B4-BE49-F238E27FC236}">
                <a16:creationId xmlns:a16="http://schemas.microsoft.com/office/drawing/2014/main" id="{DC0D98B5-82FB-804B-8565-7E31DD4B40B6}"/>
              </a:ext>
            </a:extLst>
          </p:cNvPr>
          <p:cNvSpPr>
            <a:spLocks noGrp="1"/>
          </p:cNvSpPr>
          <p:nvPr>
            <p:ph type="body" sz="quarter" idx="10"/>
          </p:nvPr>
        </p:nvSpPr>
        <p:spPr/>
        <p:txBody>
          <a:bodyPr/>
          <a:lstStyle/>
          <a:p>
            <a:r>
              <a:rPr kumimoji="1" lang="en-US" altLang="zh-CN" dirty="0"/>
              <a:t>05</a:t>
            </a:r>
            <a:endParaRPr kumimoji="1" lang="zh-CN" altLang="en-US" dirty="0"/>
          </a:p>
        </p:txBody>
      </p:sp>
    </p:spTree>
    <p:extLst>
      <p:ext uri="{BB962C8B-B14F-4D97-AF65-F5344CB8AC3E}">
        <p14:creationId xmlns:p14="http://schemas.microsoft.com/office/powerpoint/2010/main" val="27879235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764C089C-0935-5E44-B9F7-7E9F84DDBA17}"/>
              </a:ext>
            </a:extLst>
          </p:cNvPr>
          <p:cNvSpPr>
            <a:spLocks noGrp="1"/>
          </p:cNvSpPr>
          <p:nvPr>
            <p:ph type="title"/>
          </p:nvPr>
        </p:nvSpPr>
        <p:spPr/>
        <p:txBody>
          <a:bodyPr/>
          <a:lstStyle/>
          <a:p>
            <a:r>
              <a:rPr kumimoji="1" lang="zh-CN" altLang="en-US" dirty="0"/>
              <a:t>正则表达式概述</a:t>
            </a:r>
          </a:p>
        </p:txBody>
      </p:sp>
      <p:sp>
        <p:nvSpPr>
          <p:cNvPr id="4" name="文本占位符 3">
            <a:extLst>
              <a:ext uri="{FF2B5EF4-FFF2-40B4-BE49-F238E27FC236}">
                <a16:creationId xmlns:a16="http://schemas.microsoft.com/office/drawing/2014/main" id="{6CF94E84-6F22-C942-A1D4-BA6A5DBD17DC}"/>
              </a:ext>
            </a:extLst>
          </p:cNvPr>
          <p:cNvSpPr>
            <a:spLocks noGrp="1"/>
          </p:cNvSpPr>
          <p:nvPr>
            <p:ph type="body" sz="quarter" idx="10"/>
          </p:nvPr>
        </p:nvSpPr>
        <p:spPr/>
        <p:txBody>
          <a:bodyPr/>
          <a:lstStyle/>
          <a:p>
            <a:r>
              <a:rPr lang="en-US" altLang="zh-CN" b="1" dirty="0">
                <a:solidFill>
                  <a:srgbClr val="333333"/>
                </a:solidFill>
                <a:latin typeface="Helvetica Neue"/>
              </a:rPr>
              <a:t>1</a:t>
            </a:r>
            <a:r>
              <a:rPr lang="zh-CN" altLang="en-US" b="1" dirty="0">
                <a:solidFill>
                  <a:srgbClr val="333333"/>
                </a:solidFill>
                <a:latin typeface="Helvetica Neue"/>
              </a:rPr>
              <a:t>、什么是</a:t>
            </a:r>
            <a:r>
              <a:rPr lang="en-US" altLang="zh-CN" b="1" dirty="0">
                <a:solidFill>
                  <a:srgbClr val="333333"/>
                </a:solidFill>
                <a:latin typeface="Helvetica Neue"/>
              </a:rPr>
              <a:t>re</a:t>
            </a:r>
            <a:r>
              <a:rPr lang="zh-CN" altLang="en-US" b="1" dirty="0">
                <a:solidFill>
                  <a:srgbClr val="333333"/>
                </a:solidFill>
                <a:latin typeface="Helvetica Neue"/>
              </a:rPr>
              <a:t>模块</a:t>
            </a:r>
            <a:endParaRPr lang="zh-CN" altLang="en-US" b="1" i="0" dirty="0">
              <a:solidFill>
                <a:srgbClr val="333333"/>
              </a:solidFill>
              <a:effectLst/>
              <a:latin typeface="Helvetica Neue"/>
            </a:endParaRPr>
          </a:p>
        </p:txBody>
      </p:sp>
      <p:sp>
        <p:nvSpPr>
          <p:cNvPr id="8" name="文本占位符 7">
            <a:extLst>
              <a:ext uri="{FF2B5EF4-FFF2-40B4-BE49-F238E27FC236}">
                <a16:creationId xmlns:a16="http://schemas.microsoft.com/office/drawing/2014/main" id="{BA957977-889F-40F5-8FDC-4F9F3A19AECA}"/>
              </a:ext>
            </a:extLst>
          </p:cNvPr>
          <p:cNvSpPr>
            <a:spLocks noGrp="1"/>
          </p:cNvSpPr>
          <p:nvPr>
            <p:ph type="body" sz="quarter" idx="11"/>
          </p:nvPr>
        </p:nvSpPr>
        <p:spPr/>
        <p:txBody>
          <a:bodyPr/>
          <a:lstStyle/>
          <a:p>
            <a:pPr marL="0" indent="0" algn="l">
              <a:buNone/>
            </a:pPr>
            <a:r>
              <a:rPr lang="zh-CN" altLang="en-US" b="0" i="0" dirty="0">
                <a:solidFill>
                  <a:srgbClr val="333333"/>
                </a:solidFill>
                <a:effectLst/>
                <a:latin typeface="Helvetica Neue"/>
              </a:rPr>
              <a:t>在</a:t>
            </a:r>
            <a:r>
              <a:rPr lang="en-US" altLang="zh-CN" b="0" i="0" dirty="0">
                <a:solidFill>
                  <a:srgbClr val="333333"/>
                </a:solidFill>
                <a:effectLst/>
                <a:latin typeface="Helvetica Neue"/>
              </a:rPr>
              <a:t>Python</a:t>
            </a:r>
            <a:r>
              <a:rPr lang="zh-CN" altLang="en-US" b="0" i="0" dirty="0">
                <a:solidFill>
                  <a:srgbClr val="333333"/>
                </a:solidFill>
                <a:effectLst/>
                <a:latin typeface="Helvetica Neue"/>
              </a:rPr>
              <a:t>中需要通过正则表达式对字符串进行匹配的时候，可以使用一个</a:t>
            </a:r>
            <a:r>
              <a:rPr lang="en-US" altLang="zh-CN" b="0" i="0" dirty="0">
                <a:solidFill>
                  <a:srgbClr val="333333"/>
                </a:solidFill>
                <a:effectLst/>
                <a:latin typeface="Helvetica Neue"/>
              </a:rPr>
              <a:t>re</a:t>
            </a:r>
            <a:r>
              <a:rPr lang="zh-CN" altLang="en-US" b="0" i="0" dirty="0">
                <a:solidFill>
                  <a:srgbClr val="333333"/>
                </a:solidFill>
                <a:effectLst/>
                <a:latin typeface="Helvetica Neue"/>
              </a:rPr>
              <a:t>模块</a:t>
            </a:r>
            <a:endParaRPr lang="zh-CN" altLang="en-US" dirty="0">
              <a:solidFill>
                <a:srgbClr val="C00000"/>
              </a:solidFill>
            </a:endParaRPr>
          </a:p>
        </p:txBody>
      </p:sp>
    </p:spTree>
    <p:extLst>
      <p:ext uri="{BB962C8B-B14F-4D97-AF65-F5344CB8AC3E}">
        <p14:creationId xmlns:p14="http://schemas.microsoft.com/office/powerpoint/2010/main" val="4829930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764C089C-0935-5E44-B9F7-7E9F84DDBA17}"/>
              </a:ext>
            </a:extLst>
          </p:cNvPr>
          <p:cNvSpPr>
            <a:spLocks noGrp="1"/>
          </p:cNvSpPr>
          <p:nvPr>
            <p:ph type="title"/>
          </p:nvPr>
        </p:nvSpPr>
        <p:spPr/>
        <p:txBody>
          <a:bodyPr/>
          <a:lstStyle/>
          <a:p>
            <a:r>
              <a:rPr kumimoji="1" lang="zh-CN" altLang="en-US" dirty="0"/>
              <a:t>正则表达式概述</a:t>
            </a:r>
          </a:p>
        </p:txBody>
      </p:sp>
      <p:sp>
        <p:nvSpPr>
          <p:cNvPr id="4" name="文本占位符 3">
            <a:extLst>
              <a:ext uri="{FF2B5EF4-FFF2-40B4-BE49-F238E27FC236}">
                <a16:creationId xmlns:a16="http://schemas.microsoft.com/office/drawing/2014/main" id="{6CF94E84-6F22-C942-A1D4-BA6A5DBD17DC}"/>
              </a:ext>
            </a:extLst>
          </p:cNvPr>
          <p:cNvSpPr>
            <a:spLocks noGrp="1"/>
          </p:cNvSpPr>
          <p:nvPr>
            <p:ph type="body" sz="quarter" idx="10"/>
          </p:nvPr>
        </p:nvSpPr>
        <p:spPr/>
        <p:txBody>
          <a:bodyPr/>
          <a:lstStyle/>
          <a:p>
            <a:r>
              <a:rPr lang="en-US" altLang="zh-CN" b="1" dirty="0">
                <a:solidFill>
                  <a:srgbClr val="333333"/>
                </a:solidFill>
                <a:latin typeface="Helvetica Neue"/>
              </a:rPr>
              <a:t>2</a:t>
            </a:r>
            <a:r>
              <a:rPr lang="zh-CN" altLang="en-US" b="1" dirty="0">
                <a:solidFill>
                  <a:srgbClr val="333333"/>
                </a:solidFill>
                <a:latin typeface="Helvetica Neue"/>
              </a:rPr>
              <a:t>、</a:t>
            </a:r>
            <a:r>
              <a:rPr lang="en-US" altLang="zh-CN" b="1" dirty="0">
                <a:solidFill>
                  <a:srgbClr val="333333"/>
                </a:solidFill>
                <a:latin typeface="Helvetica Neue"/>
              </a:rPr>
              <a:t>re</a:t>
            </a:r>
            <a:r>
              <a:rPr lang="zh-CN" altLang="en-US" b="1" dirty="0">
                <a:solidFill>
                  <a:srgbClr val="333333"/>
                </a:solidFill>
                <a:latin typeface="Helvetica Neue"/>
              </a:rPr>
              <a:t>模块使用三步走</a:t>
            </a:r>
            <a:endParaRPr lang="zh-CN" altLang="en-US" b="1" i="0" dirty="0">
              <a:solidFill>
                <a:srgbClr val="333333"/>
              </a:solidFill>
              <a:effectLst/>
              <a:latin typeface="Helvetica Neue"/>
            </a:endParaRPr>
          </a:p>
        </p:txBody>
      </p:sp>
      <p:sp>
        <p:nvSpPr>
          <p:cNvPr id="8" name="文本占位符 7">
            <a:extLst>
              <a:ext uri="{FF2B5EF4-FFF2-40B4-BE49-F238E27FC236}">
                <a16:creationId xmlns:a16="http://schemas.microsoft.com/office/drawing/2014/main" id="{BA957977-889F-40F5-8FDC-4F9F3A19AECA}"/>
              </a:ext>
            </a:extLst>
          </p:cNvPr>
          <p:cNvSpPr>
            <a:spLocks noGrp="1"/>
          </p:cNvSpPr>
          <p:nvPr>
            <p:ph type="body" sz="quarter" idx="11"/>
          </p:nvPr>
        </p:nvSpPr>
        <p:spPr/>
        <p:txBody>
          <a:bodyPr/>
          <a:lstStyle/>
          <a:p>
            <a:pPr marL="0" indent="0" algn="l">
              <a:buNone/>
            </a:pPr>
            <a:r>
              <a:rPr lang="en-US" altLang="zh-CN" b="0" i="0" dirty="0">
                <a:solidFill>
                  <a:srgbClr val="C00000"/>
                </a:solidFill>
                <a:effectLst/>
                <a:latin typeface="Helvetica Neue"/>
              </a:rPr>
              <a:t># </a:t>
            </a:r>
            <a:r>
              <a:rPr lang="zh-CN" altLang="en-US" b="0" i="0" dirty="0">
                <a:solidFill>
                  <a:srgbClr val="C00000"/>
                </a:solidFill>
                <a:effectLst/>
                <a:latin typeface="Helvetica Neue"/>
              </a:rPr>
              <a:t>第一步：导入</a:t>
            </a:r>
            <a:r>
              <a:rPr lang="en-US" altLang="zh-CN" b="0" i="0" dirty="0">
                <a:solidFill>
                  <a:srgbClr val="C00000"/>
                </a:solidFill>
                <a:effectLst/>
                <a:latin typeface="Helvetica Neue"/>
              </a:rPr>
              <a:t>re</a:t>
            </a:r>
            <a:r>
              <a:rPr lang="zh-CN" altLang="en-US" b="0" i="0" dirty="0">
                <a:solidFill>
                  <a:srgbClr val="C00000"/>
                </a:solidFill>
                <a:effectLst/>
                <a:latin typeface="Helvetica Neue"/>
              </a:rPr>
              <a:t>模块</a:t>
            </a:r>
          </a:p>
          <a:p>
            <a:pPr marL="0" indent="0" algn="l">
              <a:buNone/>
            </a:pPr>
            <a:r>
              <a:rPr lang="en-US" altLang="zh-CN" b="0" i="0" dirty="0">
                <a:solidFill>
                  <a:srgbClr val="333333"/>
                </a:solidFill>
                <a:effectLst/>
                <a:latin typeface="Helvetica Neue"/>
              </a:rPr>
              <a:t>import re</a:t>
            </a:r>
          </a:p>
          <a:p>
            <a:pPr marL="0" indent="0" algn="l">
              <a:buNone/>
            </a:pPr>
            <a:r>
              <a:rPr lang="en-US" altLang="zh-CN" b="0" i="0" dirty="0">
                <a:solidFill>
                  <a:srgbClr val="C00000"/>
                </a:solidFill>
                <a:effectLst/>
                <a:latin typeface="Helvetica Neue"/>
              </a:rPr>
              <a:t># </a:t>
            </a:r>
            <a:r>
              <a:rPr lang="zh-CN" altLang="en-US" b="0" i="0" dirty="0">
                <a:solidFill>
                  <a:srgbClr val="C00000"/>
                </a:solidFill>
                <a:effectLst/>
                <a:latin typeface="Helvetica Neue"/>
              </a:rPr>
              <a:t>第二步：使用</a:t>
            </a:r>
            <a:r>
              <a:rPr lang="en-US" altLang="zh-CN" b="0" i="0" dirty="0">
                <a:solidFill>
                  <a:srgbClr val="C00000"/>
                </a:solidFill>
                <a:effectLst/>
                <a:latin typeface="Helvetica Neue"/>
              </a:rPr>
              <a:t>match</a:t>
            </a:r>
            <a:r>
              <a:rPr lang="zh-CN" altLang="en-US" b="0" i="0" dirty="0">
                <a:solidFill>
                  <a:srgbClr val="C00000"/>
                </a:solidFill>
                <a:effectLst/>
                <a:latin typeface="Helvetica Neue"/>
              </a:rPr>
              <a:t>方法进行匹配操作</a:t>
            </a:r>
          </a:p>
          <a:p>
            <a:pPr marL="0" indent="0" algn="l">
              <a:buNone/>
            </a:pPr>
            <a:r>
              <a:rPr lang="en-US" altLang="zh-CN" b="0" i="0" dirty="0">
                <a:solidFill>
                  <a:srgbClr val="333333"/>
                </a:solidFill>
                <a:effectLst/>
                <a:latin typeface="Helvetica Neue"/>
              </a:rPr>
              <a:t>result = </a:t>
            </a:r>
            <a:r>
              <a:rPr lang="en-US" altLang="zh-CN" b="0" i="0" dirty="0" err="1">
                <a:solidFill>
                  <a:srgbClr val="333333"/>
                </a:solidFill>
                <a:effectLst/>
                <a:latin typeface="Helvetica Neue"/>
              </a:rPr>
              <a:t>re.match</a:t>
            </a:r>
            <a:r>
              <a:rPr lang="en-US" altLang="zh-CN" b="0" i="0" dirty="0">
                <a:solidFill>
                  <a:srgbClr val="333333"/>
                </a:solidFill>
                <a:effectLst/>
                <a:latin typeface="Helvetica Neue"/>
              </a:rPr>
              <a:t>(pattern</a:t>
            </a:r>
            <a:r>
              <a:rPr lang="zh-CN" altLang="en-US" b="0" i="0" dirty="0">
                <a:solidFill>
                  <a:srgbClr val="333333"/>
                </a:solidFill>
                <a:effectLst/>
                <a:latin typeface="Helvetica Neue"/>
              </a:rPr>
              <a:t>正则表达式</a:t>
            </a:r>
            <a:r>
              <a:rPr lang="en-US" altLang="zh-CN" b="0" i="0" dirty="0">
                <a:solidFill>
                  <a:srgbClr val="333333"/>
                </a:solidFill>
                <a:effectLst/>
                <a:latin typeface="Helvetica Neue"/>
              </a:rPr>
              <a:t>, string</a:t>
            </a:r>
            <a:r>
              <a:rPr lang="zh-CN" altLang="en-US" b="0" i="0" dirty="0">
                <a:solidFill>
                  <a:srgbClr val="333333"/>
                </a:solidFill>
                <a:effectLst/>
                <a:latin typeface="Helvetica Neue"/>
              </a:rPr>
              <a:t>要匹配的字符串</a:t>
            </a:r>
            <a:r>
              <a:rPr lang="en-US" altLang="zh-CN" b="0" i="0" dirty="0">
                <a:solidFill>
                  <a:srgbClr val="333333"/>
                </a:solidFill>
                <a:effectLst/>
                <a:latin typeface="Helvetica Neue"/>
              </a:rPr>
              <a:t>, flags=0)</a:t>
            </a:r>
          </a:p>
          <a:p>
            <a:pPr marL="0" indent="0" algn="l">
              <a:buNone/>
            </a:pPr>
            <a:r>
              <a:rPr lang="en-US" altLang="zh-CN" b="0" i="0" dirty="0">
                <a:solidFill>
                  <a:srgbClr val="C00000"/>
                </a:solidFill>
                <a:effectLst/>
                <a:latin typeface="Helvetica Neue"/>
              </a:rPr>
              <a:t># </a:t>
            </a:r>
            <a:r>
              <a:rPr lang="zh-CN" altLang="en-US" b="0" i="0" dirty="0">
                <a:solidFill>
                  <a:srgbClr val="C00000"/>
                </a:solidFill>
                <a:effectLst/>
                <a:latin typeface="Helvetica Neue"/>
              </a:rPr>
              <a:t>第三步：如果数据匹配成功，使用</a:t>
            </a:r>
            <a:r>
              <a:rPr lang="en-US" altLang="zh-CN" b="0" i="0" dirty="0">
                <a:solidFill>
                  <a:srgbClr val="C00000"/>
                </a:solidFill>
                <a:effectLst/>
                <a:latin typeface="Helvetica Neue"/>
              </a:rPr>
              <a:t>group</a:t>
            </a:r>
            <a:r>
              <a:rPr lang="zh-CN" altLang="en-US" b="0" i="0" dirty="0">
                <a:solidFill>
                  <a:srgbClr val="C00000"/>
                </a:solidFill>
                <a:effectLst/>
                <a:latin typeface="Helvetica Neue"/>
              </a:rPr>
              <a:t>方法来提取数据</a:t>
            </a:r>
          </a:p>
          <a:p>
            <a:pPr marL="0" indent="0" algn="l">
              <a:buNone/>
            </a:pPr>
            <a:r>
              <a:rPr lang="en-US" altLang="zh-CN" b="0" i="0" dirty="0" err="1">
                <a:solidFill>
                  <a:srgbClr val="333333"/>
                </a:solidFill>
                <a:effectLst/>
                <a:latin typeface="Helvetica Neue"/>
              </a:rPr>
              <a:t>result.group</a:t>
            </a:r>
            <a:r>
              <a:rPr lang="en-US" altLang="zh-CN" b="0" i="0" dirty="0">
                <a:solidFill>
                  <a:srgbClr val="333333"/>
                </a:solidFill>
                <a:effectLst/>
                <a:latin typeface="Helvetica Neue"/>
              </a:rPr>
              <a:t>()</a:t>
            </a:r>
            <a:endParaRPr lang="zh-CN" altLang="en-US" dirty="0">
              <a:solidFill>
                <a:srgbClr val="C00000"/>
              </a:solidFill>
            </a:endParaRPr>
          </a:p>
        </p:txBody>
      </p:sp>
    </p:spTree>
    <p:extLst>
      <p:ext uri="{BB962C8B-B14F-4D97-AF65-F5344CB8AC3E}">
        <p14:creationId xmlns:p14="http://schemas.microsoft.com/office/powerpoint/2010/main" val="22987183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6DC7A42-DEB9-4846-9885-EF1F65B29AB4}"/>
              </a:ext>
            </a:extLst>
          </p:cNvPr>
          <p:cNvSpPr>
            <a:spLocks noGrp="1"/>
          </p:cNvSpPr>
          <p:nvPr>
            <p:ph type="title"/>
          </p:nvPr>
        </p:nvSpPr>
        <p:spPr/>
        <p:txBody>
          <a:bodyPr/>
          <a:lstStyle/>
          <a:p>
            <a:pPr algn="l"/>
            <a:r>
              <a:rPr lang="zh-CN" altLang="en-US" b="1" i="0" dirty="0">
                <a:solidFill>
                  <a:srgbClr val="333333"/>
                </a:solidFill>
                <a:effectLst/>
                <a:latin typeface="Helvetica Neue"/>
              </a:rPr>
              <a:t>正则表达式编写</a:t>
            </a:r>
          </a:p>
        </p:txBody>
      </p:sp>
      <p:sp>
        <p:nvSpPr>
          <p:cNvPr id="3" name="文本占位符 2">
            <a:extLst>
              <a:ext uri="{FF2B5EF4-FFF2-40B4-BE49-F238E27FC236}">
                <a16:creationId xmlns:a16="http://schemas.microsoft.com/office/drawing/2014/main" id="{DC0D98B5-82FB-804B-8565-7E31DD4B40B6}"/>
              </a:ext>
            </a:extLst>
          </p:cNvPr>
          <p:cNvSpPr>
            <a:spLocks noGrp="1"/>
          </p:cNvSpPr>
          <p:nvPr>
            <p:ph type="body" sz="quarter" idx="10"/>
          </p:nvPr>
        </p:nvSpPr>
        <p:spPr/>
        <p:txBody>
          <a:bodyPr/>
          <a:lstStyle/>
          <a:p>
            <a:r>
              <a:rPr kumimoji="1" lang="en-US" altLang="zh-CN" dirty="0"/>
              <a:t>06</a:t>
            </a:r>
            <a:endParaRPr kumimoji="1" lang="zh-CN" altLang="en-US" dirty="0"/>
          </a:p>
        </p:txBody>
      </p:sp>
    </p:spTree>
    <p:extLst>
      <p:ext uri="{BB962C8B-B14F-4D97-AF65-F5344CB8AC3E}">
        <p14:creationId xmlns:p14="http://schemas.microsoft.com/office/powerpoint/2010/main" val="36652899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4E468FD1-247F-4B0A-A250-DF40F239CEF0}"/>
              </a:ext>
            </a:extLst>
          </p:cNvPr>
          <p:cNvSpPr>
            <a:spLocks noGrp="1"/>
          </p:cNvSpPr>
          <p:nvPr>
            <p:ph type="title"/>
          </p:nvPr>
        </p:nvSpPr>
        <p:spPr/>
        <p:txBody>
          <a:bodyPr/>
          <a:lstStyle/>
          <a:p>
            <a:r>
              <a:rPr lang="zh-CN" altLang="en-US" b="1" i="0" dirty="0">
                <a:solidFill>
                  <a:srgbClr val="333333"/>
                </a:solidFill>
                <a:effectLst/>
                <a:latin typeface="Helvetica Neue"/>
              </a:rPr>
              <a:t>正则表达式编写</a:t>
            </a:r>
            <a:endParaRPr lang="zh-CN" altLang="en-US" dirty="0"/>
          </a:p>
        </p:txBody>
      </p:sp>
      <p:sp>
        <p:nvSpPr>
          <p:cNvPr id="5" name="标题占位符 1">
            <a:extLst>
              <a:ext uri="{FF2B5EF4-FFF2-40B4-BE49-F238E27FC236}">
                <a16:creationId xmlns:a16="http://schemas.microsoft.com/office/drawing/2014/main" id="{2C968A48-EFB1-4376-AB5C-F8372E1087AD}"/>
              </a:ext>
            </a:extLst>
          </p:cNvPr>
          <p:cNvSpPr txBox="1">
            <a:spLocks noChangeArrowheads="1"/>
          </p:cNvSpPr>
          <p:nvPr/>
        </p:nvSpPr>
        <p:spPr bwMode="auto">
          <a:xfrm>
            <a:off x="2538413" y="2581275"/>
            <a:ext cx="1720850" cy="80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lnSpc>
                <a:spcPct val="90000"/>
              </a:lnSpc>
            </a:pPr>
            <a:r>
              <a:rPr lang="zh-CN" altLang="en-US" sz="3200" b="1">
                <a:solidFill>
                  <a:srgbClr val="262626"/>
                </a:solidFill>
                <a:latin typeface="微软雅黑" panose="020B0503020204020204" pitchFamily="34" charset="-122"/>
                <a:ea typeface="微软雅黑" panose="020B0503020204020204" pitchFamily="34" charset="-122"/>
                <a:sym typeface="+mn-ea"/>
              </a:rPr>
              <a:t>目标</a:t>
            </a:r>
            <a:endParaRPr lang="zh-TW" altLang="zh-CN" sz="3200" b="1">
              <a:solidFill>
                <a:srgbClr val="262626"/>
              </a:solidFill>
              <a:latin typeface="微软雅黑" panose="020B0503020204020204" pitchFamily="34" charset="-122"/>
              <a:ea typeface="微软雅黑" panose="020B0503020204020204" pitchFamily="34" charset="-122"/>
              <a:sym typeface="+mn-ea"/>
            </a:endParaRPr>
          </a:p>
        </p:txBody>
      </p:sp>
      <p:cxnSp>
        <p:nvCxnSpPr>
          <p:cNvPr id="6" name="直接连接符 5">
            <a:extLst>
              <a:ext uri="{FF2B5EF4-FFF2-40B4-BE49-F238E27FC236}">
                <a16:creationId xmlns:a16="http://schemas.microsoft.com/office/drawing/2014/main" id="{E0B0D6AA-593F-455C-BCDE-168DBB5BE3D7}"/>
              </a:ext>
            </a:extLst>
          </p:cNvPr>
          <p:cNvCxnSpPr/>
          <p:nvPr/>
        </p:nvCxnSpPr>
        <p:spPr>
          <a:xfrm>
            <a:off x="4843463" y="2041525"/>
            <a:ext cx="0" cy="2447925"/>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7" name="椭圆 6">
            <a:extLst>
              <a:ext uri="{FF2B5EF4-FFF2-40B4-BE49-F238E27FC236}">
                <a16:creationId xmlns:a16="http://schemas.microsoft.com/office/drawing/2014/main" id="{65CF2443-32FB-43AD-A751-E4807445DA28}"/>
              </a:ext>
            </a:extLst>
          </p:cNvPr>
          <p:cNvSpPr/>
          <p:nvPr/>
        </p:nvSpPr>
        <p:spPr>
          <a:xfrm>
            <a:off x="4806950" y="2005013"/>
            <a:ext cx="73025" cy="7143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8" name="椭圆 7">
            <a:extLst>
              <a:ext uri="{FF2B5EF4-FFF2-40B4-BE49-F238E27FC236}">
                <a16:creationId xmlns:a16="http://schemas.microsoft.com/office/drawing/2014/main" id="{C940E2D0-ED20-464D-BC20-FA84B4DEC66D}"/>
              </a:ext>
            </a:extLst>
          </p:cNvPr>
          <p:cNvSpPr/>
          <p:nvPr/>
        </p:nvSpPr>
        <p:spPr>
          <a:xfrm>
            <a:off x="4806950" y="4489450"/>
            <a:ext cx="73025" cy="7143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9" name="标题占位符 1">
            <a:extLst>
              <a:ext uri="{FF2B5EF4-FFF2-40B4-BE49-F238E27FC236}">
                <a16:creationId xmlns:a16="http://schemas.microsoft.com/office/drawing/2014/main" id="{08BA02A7-99FE-454C-976A-C05AEA2837F1}"/>
              </a:ext>
            </a:extLst>
          </p:cNvPr>
          <p:cNvSpPr txBox="1">
            <a:spLocks noChangeArrowheads="1"/>
          </p:cNvSpPr>
          <p:nvPr/>
        </p:nvSpPr>
        <p:spPr bwMode="auto">
          <a:xfrm>
            <a:off x="2754313" y="3230563"/>
            <a:ext cx="2116137" cy="515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defRPr/>
            </a:pPr>
            <a:r>
              <a:rPr lang="en-US" altLang="zh-CN" sz="2400" b="1" kern="0" dirty="0">
                <a:solidFill>
                  <a:srgbClr val="FF0000"/>
                </a:solidFill>
                <a:latin typeface="微软雅黑" panose="020B0503020204020204" pitchFamily="34" charset="-122"/>
                <a:ea typeface="微软雅黑" panose="020B0503020204020204" pitchFamily="34" charset="-122"/>
                <a:sym typeface="+mn-ea"/>
              </a:rPr>
              <a:t>TARGET</a:t>
            </a:r>
            <a:endParaRPr lang="zh-TW" altLang="zh-CN" sz="2400" b="1" kern="0" dirty="0">
              <a:solidFill>
                <a:srgbClr val="FF0000"/>
              </a:solidFill>
              <a:latin typeface="微软雅黑" panose="020B0503020204020204" pitchFamily="34" charset="-122"/>
              <a:ea typeface="微软雅黑" panose="020B0503020204020204" pitchFamily="34" charset="-122"/>
              <a:sym typeface="+mn-ea"/>
            </a:endParaRPr>
          </a:p>
        </p:txBody>
      </p:sp>
      <p:sp>
        <p:nvSpPr>
          <p:cNvPr id="10" name="矩形 9">
            <a:extLst>
              <a:ext uri="{FF2B5EF4-FFF2-40B4-BE49-F238E27FC236}">
                <a16:creationId xmlns:a16="http://schemas.microsoft.com/office/drawing/2014/main" id="{EBECCA24-D160-4FC9-8678-2159DF0E2990}"/>
              </a:ext>
            </a:extLst>
          </p:cNvPr>
          <p:cNvSpPr/>
          <p:nvPr/>
        </p:nvSpPr>
        <p:spPr>
          <a:xfrm>
            <a:off x="5275337" y="2796927"/>
            <a:ext cx="3833037" cy="1547668"/>
          </a:xfrm>
          <a:prstGeom prst="rect">
            <a:avLst/>
          </a:prstGeom>
        </p:spPr>
        <p:txBody>
          <a:bodyPr wrap="none">
            <a:spAutoFit/>
          </a:bodyPr>
          <a:lstStyle/>
          <a:p>
            <a:pPr>
              <a:lnSpc>
                <a:spcPct val="200000"/>
              </a:lnSpc>
              <a:buFont typeface="Wingdings" charset="2"/>
              <a:buChar char="u"/>
            </a:pPr>
            <a:r>
              <a:rPr lang="zh-CN" altLang="en-US" dirty="0">
                <a:latin typeface="微软雅黑" charset="-122"/>
                <a:ea typeface="微软雅黑" charset="-122"/>
              </a:rPr>
              <a:t> </a:t>
            </a:r>
            <a:r>
              <a:rPr lang="en-US" altLang="zh-CN" dirty="0">
                <a:latin typeface="微软雅黑" charset="-122"/>
                <a:ea typeface="微软雅黑" charset="-122"/>
              </a:rPr>
              <a:t>1</a:t>
            </a:r>
            <a:r>
              <a:rPr lang="zh-CN" altLang="en-US" dirty="0">
                <a:latin typeface="微软雅黑" charset="-122"/>
                <a:ea typeface="微软雅黑" charset="-122"/>
              </a:rPr>
              <a:t>、能够使用</a:t>
            </a:r>
            <a:r>
              <a:rPr lang="en-US" altLang="zh-CN" dirty="0">
                <a:latin typeface="微软雅黑" charset="-122"/>
                <a:ea typeface="微软雅黑" charset="-122"/>
              </a:rPr>
              <a:t>re</a:t>
            </a:r>
            <a:r>
              <a:rPr lang="zh-CN" altLang="en-US" dirty="0">
                <a:latin typeface="微软雅黑" charset="-122"/>
                <a:ea typeface="微软雅黑" charset="-122"/>
              </a:rPr>
              <a:t>模块匹配单个字符</a:t>
            </a:r>
            <a:endParaRPr lang="zh-CN" altLang="en-US" dirty="0">
              <a:latin typeface="Microsoft YaHei" panose="020B0503020204020204" pitchFamily="34" charset="-122"/>
              <a:ea typeface="Microsoft YaHei" panose="020B0503020204020204" pitchFamily="34" charset="-122"/>
            </a:endParaRPr>
          </a:p>
          <a:p>
            <a:pPr>
              <a:lnSpc>
                <a:spcPct val="200000"/>
              </a:lnSpc>
            </a:pPr>
            <a:endParaRPr lang="en-US" altLang="zh-CN" sz="1400" dirty="0">
              <a:latin typeface="微软雅黑" charset="-122"/>
              <a:ea typeface="微软雅黑" charset="-122"/>
            </a:endParaRPr>
          </a:p>
          <a:p>
            <a:pPr>
              <a:lnSpc>
                <a:spcPct val="200000"/>
              </a:lnSpc>
              <a:buFont typeface="Wingdings" charset="2"/>
              <a:buChar char="u"/>
            </a:pPr>
            <a:endParaRPr lang="en-US" altLang="zh-CN" dirty="0">
              <a:latin typeface="微软雅黑" charset="-122"/>
              <a:ea typeface="微软雅黑" charset="-122"/>
            </a:endParaRPr>
          </a:p>
        </p:txBody>
      </p:sp>
    </p:spTree>
    <p:extLst>
      <p:ext uri="{BB962C8B-B14F-4D97-AF65-F5344CB8AC3E}">
        <p14:creationId xmlns:p14="http://schemas.microsoft.com/office/powerpoint/2010/main" val="43822725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764C089C-0935-5E44-B9F7-7E9F84DDBA17}"/>
              </a:ext>
            </a:extLst>
          </p:cNvPr>
          <p:cNvSpPr>
            <a:spLocks noGrp="1"/>
          </p:cNvSpPr>
          <p:nvPr>
            <p:ph type="title"/>
          </p:nvPr>
        </p:nvSpPr>
        <p:spPr/>
        <p:txBody>
          <a:bodyPr/>
          <a:lstStyle/>
          <a:p>
            <a:r>
              <a:rPr kumimoji="1" lang="zh-CN" altLang="en-US" dirty="0"/>
              <a:t>正则表达式编写</a:t>
            </a:r>
          </a:p>
        </p:txBody>
      </p:sp>
      <p:sp>
        <p:nvSpPr>
          <p:cNvPr id="4" name="文本占位符 3">
            <a:extLst>
              <a:ext uri="{FF2B5EF4-FFF2-40B4-BE49-F238E27FC236}">
                <a16:creationId xmlns:a16="http://schemas.microsoft.com/office/drawing/2014/main" id="{6CF94E84-6F22-C942-A1D4-BA6A5DBD17DC}"/>
              </a:ext>
            </a:extLst>
          </p:cNvPr>
          <p:cNvSpPr>
            <a:spLocks noGrp="1"/>
          </p:cNvSpPr>
          <p:nvPr>
            <p:ph type="body" sz="quarter" idx="10"/>
          </p:nvPr>
        </p:nvSpPr>
        <p:spPr/>
        <p:txBody>
          <a:bodyPr/>
          <a:lstStyle/>
          <a:p>
            <a:r>
              <a:rPr lang="en-US" altLang="zh-CN" b="1" dirty="0">
                <a:solidFill>
                  <a:srgbClr val="333333"/>
                </a:solidFill>
                <a:latin typeface="Helvetica Neue"/>
              </a:rPr>
              <a:t>1</a:t>
            </a:r>
            <a:r>
              <a:rPr lang="zh-CN" altLang="en-US" b="1" dirty="0">
                <a:solidFill>
                  <a:srgbClr val="333333"/>
                </a:solidFill>
                <a:latin typeface="Helvetica Neue"/>
              </a:rPr>
              <a:t>、</a:t>
            </a:r>
            <a:r>
              <a:rPr lang="zh-CN" altLang="en-US" dirty="0">
                <a:latin typeface="微软雅黑" charset="-122"/>
                <a:ea typeface="微软雅黑" charset="-122"/>
              </a:rPr>
              <a:t>能够使用</a:t>
            </a:r>
            <a:r>
              <a:rPr lang="en-US" altLang="zh-CN" dirty="0">
                <a:latin typeface="微软雅黑" charset="-122"/>
                <a:ea typeface="微软雅黑" charset="-122"/>
              </a:rPr>
              <a:t>re</a:t>
            </a:r>
            <a:r>
              <a:rPr lang="zh-CN" altLang="en-US" dirty="0">
                <a:latin typeface="微软雅黑" charset="-122"/>
                <a:ea typeface="微软雅黑" charset="-122"/>
              </a:rPr>
              <a:t>模块匹配单个字符</a:t>
            </a:r>
            <a:endParaRPr lang="zh-CN" altLang="en-US" b="1" i="0" dirty="0">
              <a:solidFill>
                <a:srgbClr val="333333"/>
              </a:solidFill>
              <a:effectLst/>
              <a:latin typeface="Helvetica Neue"/>
            </a:endParaRPr>
          </a:p>
        </p:txBody>
      </p:sp>
      <p:graphicFrame>
        <p:nvGraphicFramePr>
          <p:cNvPr id="5" name="表格 4">
            <a:extLst>
              <a:ext uri="{FF2B5EF4-FFF2-40B4-BE49-F238E27FC236}">
                <a16:creationId xmlns:a16="http://schemas.microsoft.com/office/drawing/2014/main" id="{49922C2A-B9B8-4C3C-B188-4012CE3507E9}"/>
              </a:ext>
            </a:extLst>
          </p:cNvPr>
          <p:cNvGraphicFramePr>
            <a:graphicFrameLocks noGrp="1"/>
          </p:cNvGraphicFramePr>
          <p:nvPr>
            <p:extLst>
              <p:ext uri="{D42A27DB-BD31-4B8C-83A1-F6EECF244321}">
                <p14:modId xmlns:p14="http://schemas.microsoft.com/office/powerpoint/2010/main" val="2107003671"/>
              </p:ext>
            </p:extLst>
          </p:nvPr>
        </p:nvGraphicFramePr>
        <p:xfrm>
          <a:off x="798196" y="2234449"/>
          <a:ext cx="10749598" cy="3284565"/>
        </p:xfrm>
        <a:graphic>
          <a:graphicData uri="http://schemas.openxmlformats.org/drawingml/2006/table">
            <a:tbl>
              <a:tblPr firstRow="1" bandRow="1">
                <a:tableStyleId>{5C22544A-7EE6-4342-B048-85BDC9FD1C3A}</a:tableStyleId>
              </a:tblPr>
              <a:tblGrid>
                <a:gridCol w="2314526">
                  <a:extLst>
                    <a:ext uri="{9D8B030D-6E8A-4147-A177-3AD203B41FA5}">
                      <a16:colId xmlns:a16="http://schemas.microsoft.com/office/drawing/2014/main" val="20000"/>
                    </a:ext>
                  </a:extLst>
                </a:gridCol>
                <a:gridCol w="8435072">
                  <a:extLst>
                    <a:ext uri="{9D8B030D-6E8A-4147-A177-3AD203B41FA5}">
                      <a16:colId xmlns:a16="http://schemas.microsoft.com/office/drawing/2014/main" val="20001"/>
                    </a:ext>
                  </a:extLst>
                </a:gridCol>
              </a:tblGrid>
              <a:tr h="395131">
                <a:tc>
                  <a:txBody>
                    <a:bodyPr/>
                    <a:lstStyle/>
                    <a:p>
                      <a:pPr algn="ctr"/>
                      <a:r>
                        <a:rPr lang="zh-CN" altLang="en-US" dirty="0"/>
                        <a:t>代码</a:t>
                      </a:r>
                    </a:p>
                  </a:txBody>
                  <a:tcPr/>
                </a:tc>
                <a:tc>
                  <a:txBody>
                    <a:bodyPr/>
                    <a:lstStyle/>
                    <a:p>
                      <a:pPr algn="ctr"/>
                      <a:r>
                        <a:rPr lang="zh-CN" altLang="en-US" dirty="0"/>
                        <a:t>功能</a:t>
                      </a:r>
                    </a:p>
                  </a:txBody>
                  <a:tcPr/>
                </a:tc>
                <a:extLst>
                  <a:ext uri="{0D108BD9-81ED-4DB2-BD59-A6C34878D82A}">
                    <a16:rowId xmlns:a16="http://schemas.microsoft.com/office/drawing/2014/main" val="10000"/>
                  </a:ext>
                </a:extLst>
              </a:tr>
              <a:tr h="565473">
                <a:tc>
                  <a:txBody>
                    <a:bodyPr/>
                    <a:lstStyle/>
                    <a:p>
                      <a:pPr algn="ctr"/>
                      <a:r>
                        <a:rPr lang="en-US" altLang="zh-CN" sz="1400" dirty="0">
                          <a:effectLst/>
                          <a:latin typeface="Microsoft YaHei" charset="-122"/>
                          <a:ea typeface="Microsoft YaHei" charset="-122"/>
                          <a:cs typeface="Microsoft YaHei" charset="-122"/>
                        </a:rPr>
                        <a:t>.</a:t>
                      </a:r>
                    </a:p>
                  </a:txBody>
                  <a:tcPr marL="165100" marR="165100" marT="76200" marB="76200" anchor="ctr"/>
                </a:tc>
                <a:tc>
                  <a:txBody>
                    <a:bodyPr/>
                    <a:lstStyle/>
                    <a:p>
                      <a:pPr algn="l"/>
                      <a:r>
                        <a:rPr lang="zh-CN" altLang="en-US" sz="1400" dirty="0">
                          <a:effectLst/>
                          <a:latin typeface="Microsoft YaHei" charset="-122"/>
                          <a:ea typeface="Microsoft YaHei" charset="-122"/>
                          <a:cs typeface="Microsoft YaHei" charset="-122"/>
                        </a:rPr>
                        <a:t>匹配任意</a:t>
                      </a:r>
                      <a:r>
                        <a:rPr lang="en-US" altLang="zh-CN" sz="1400" dirty="0">
                          <a:effectLst/>
                          <a:latin typeface="Microsoft YaHei" charset="-122"/>
                          <a:ea typeface="Microsoft YaHei" charset="-122"/>
                          <a:cs typeface="Microsoft YaHei" charset="-122"/>
                        </a:rPr>
                        <a:t>1</a:t>
                      </a:r>
                      <a:r>
                        <a:rPr lang="zh-CN" altLang="en-US" sz="1400" dirty="0">
                          <a:effectLst/>
                          <a:latin typeface="Microsoft YaHei" charset="-122"/>
                          <a:ea typeface="Microsoft YaHei" charset="-122"/>
                          <a:cs typeface="Microsoft YaHei" charset="-122"/>
                        </a:rPr>
                        <a:t>个字符（除了</a:t>
                      </a:r>
                      <a:r>
                        <a:rPr lang="en-US" altLang="zh-CN" sz="1400" dirty="0">
                          <a:effectLst/>
                          <a:latin typeface="Microsoft YaHei" charset="-122"/>
                          <a:ea typeface="Microsoft YaHei" charset="-122"/>
                          <a:cs typeface="Microsoft YaHei" charset="-122"/>
                        </a:rPr>
                        <a:t>\n</a:t>
                      </a:r>
                      <a:r>
                        <a:rPr lang="zh-CN" altLang="en-US" sz="1400" dirty="0">
                          <a:effectLst/>
                          <a:latin typeface="Microsoft YaHei" charset="-122"/>
                          <a:ea typeface="Microsoft YaHei" charset="-122"/>
                          <a:cs typeface="Microsoft YaHei" charset="-122"/>
                        </a:rPr>
                        <a:t>）</a:t>
                      </a:r>
                    </a:p>
                  </a:txBody>
                  <a:tcPr marL="165100" marR="165100" marT="76200" marB="76200" anchor="ctr"/>
                </a:tc>
                <a:extLst>
                  <a:ext uri="{0D108BD9-81ED-4DB2-BD59-A6C34878D82A}">
                    <a16:rowId xmlns:a16="http://schemas.microsoft.com/office/drawing/2014/main" val="10001"/>
                  </a:ext>
                </a:extLst>
              </a:tr>
              <a:tr h="565473">
                <a:tc>
                  <a:txBody>
                    <a:bodyPr/>
                    <a:lstStyle/>
                    <a:p>
                      <a:pPr algn="ctr"/>
                      <a:r>
                        <a:rPr lang="pt-BR" sz="1400" dirty="0">
                          <a:effectLst/>
                          <a:latin typeface="Microsoft YaHei" charset="-122"/>
                          <a:ea typeface="Microsoft YaHei" charset="-122"/>
                          <a:cs typeface="Microsoft YaHei" charset="-122"/>
                        </a:rPr>
                        <a:t>[ ]</a:t>
                      </a:r>
                    </a:p>
                  </a:txBody>
                  <a:tcPr marL="165100" marR="165100" marT="76200" marB="76200" anchor="ctr"/>
                </a:tc>
                <a:tc>
                  <a:txBody>
                    <a:bodyPr/>
                    <a:lstStyle/>
                    <a:p>
                      <a:pPr algn="l"/>
                      <a:r>
                        <a:rPr lang="zh-CN" altLang="en-US" sz="1400" dirty="0">
                          <a:effectLst/>
                          <a:latin typeface="Microsoft YaHei" charset="-122"/>
                          <a:ea typeface="Microsoft YaHei" charset="-122"/>
                          <a:cs typeface="Microsoft YaHei" charset="-122"/>
                        </a:rPr>
                        <a:t>匹配</a:t>
                      </a:r>
                      <a:r>
                        <a:rPr lang="en-US" altLang="zh-CN" sz="1400" dirty="0">
                          <a:effectLst/>
                          <a:latin typeface="Microsoft YaHei" charset="-122"/>
                          <a:ea typeface="Microsoft YaHei" charset="-122"/>
                          <a:cs typeface="Microsoft YaHei" charset="-122"/>
                        </a:rPr>
                        <a:t>[ ]</a:t>
                      </a:r>
                      <a:r>
                        <a:rPr lang="zh-CN" altLang="en-US" sz="1400" dirty="0">
                          <a:effectLst/>
                          <a:latin typeface="Microsoft YaHei" charset="-122"/>
                          <a:ea typeface="Microsoft YaHei" charset="-122"/>
                          <a:cs typeface="Microsoft YaHei" charset="-122"/>
                        </a:rPr>
                        <a:t>中列举的字符</a:t>
                      </a:r>
                    </a:p>
                  </a:txBody>
                  <a:tcPr marL="165100" marR="165100" marT="76200" marB="76200" anchor="ctr"/>
                </a:tc>
                <a:extLst>
                  <a:ext uri="{0D108BD9-81ED-4DB2-BD59-A6C34878D82A}">
                    <a16:rowId xmlns:a16="http://schemas.microsoft.com/office/drawing/2014/main" val="10002"/>
                  </a:ext>
                </a:extLst>
              </a:tr>
              <a:tr h="565473">
                <a:tc>
                  <a:txBody>
                    <a:bodyPr/>
                    <a:lstStyle/>
                    <a:p>
                      <a:pPr algn="ctr"/>
                      <a:r>
                        <a:rPr lang="en-US" altLang="zh-CN" sz="1400" dirty="0">
                          <a:latin typeface="Microsoft YaHei" charset="-122"/>
                          <a:ea typeface="Microsoft YaHei" charset="-122"/>
                          <a:cs typeface="Microsoft YaHei" charset="-122"/>
                        </a:rPr>
                        <a:t>[^</a:t>
                      </a:r>
                      <a:r>
                        <a:rPr lang="zh-CN" altLang="en-US" sz="1400" dirty="0">
                          <a:latin typeface="Microsoft YaHei" charset="-122"/>
                          <a:ea typeface="Microsoft YaHei" charset="-122"/>
                          <a:cs typeface="Microsoft YaHei" charset="-122"/>
                        </a:rPr>
                        <a:t>指定字符</a:t>
                      </a:r>
                      <a:r>
                        <a:rPr lang="en-US" altLang="zh-CN" sz="1400" dirty="0">
                          <a:latin typeface="Microsoft YaHei" charset="-122"/>
                          <a:ea typeface="Microsoft YaHei" charset="-122"/>
                          <a:cs typeface="Microsoft YaHei" charset="-122"/>
                        </a:rPr>
                        <a:t>]</a:t>
                      </a:r>
                      <a:endParaRPr lang="zh-CN" altLang="en-US" sz="1400" dirty="0">
                        <a:latin typeface="Microsoft YaHei" charset="-122"/>
                        <a:ea typeface="Microsoft YaHei" charset="-122"/>
                        <a:cs typeface="Microsoft YaHei" charset="-122"/>
                      </a:endParaRPr>
                    </a:p>
                  </a:txBody>
                  <a:tcPr anchor="ctr"/>
                </a:tc>
                <a:tc>
                  <a:txBody>
                    <a:bodyPr/>
                    <a:lstStyle/>
                    <a:p>
                      <a:pPr algn="l"/>
                      <a:r>
                        <a:rPr lang="zh-CN" altLang="en-US" sz="1400" dirty="0">
                          <a:latin typeface="Microsoft YaHei" charset="-122"/>
                          <a:ea typeface="Microsoft YaHei" charset="-122"/>
                          <a:cs typeface="Microsoft YaHei" charset="-122"/>
                        </a:rPr>
                        <a:t>  匹配除了指定字符以外的所有字符</a:t>
                      </a:r>
                    </a:p>
                  </a:txBody>
                  <a:tcPr anchor="ctr"/>
                </a:tc>
                <a:extLst>
                  <a:ext uri="{0D108BD9-81ED-4DB2-BD59-A6C34878D82A}">
                    <a16:rowId xmlns:a16="http://schemas.microsoft.com/office/drawing/2014/main" val="95459894"/>
                  </a:ext>
                </a:extLst>
              </a:tr>
              <a:tr h="565473">
                <a:tc>
                  <a:txBody>
                    <a:bodyPr/>
                    <a:lstStyle/>
                    <a:p>
                      <a:pPr algn="ctr"/>
                      <a:r>
                        <a:rPr lang="en-US" altLang="zh-CN" sz="1400">
                          <a:effectLst/>
                          <a:latin typeface="Microsoft YaHei" charset="-122"/>
                          <a:ea typeface="Microsoft YaHei" charset="-122"/>
                          <a:cs typeface="Microsoft YaHei" charset="-122"/>
                        </a:rPr>
                        <a:t>\d</a:t>
                      </a:r>
                    </a:p>
                  </a:txBody>
                  <a:tcPr marL="165100" marR="165100" marT="76200" marB="76200" anchor="ctr"/>
                </a:tc>
                <a:tc>
                  <a:txBody>
                    <a:bodyPr/>
                    <a:lstStyle/>
                    <a:p>
                      <a:pPr algn="l"/>
                      <a:r>
                        <a:rPr lang="zh-CN" altLang="en-US" sz="1400" dirty="0">
                          <a:effectLst/>
                          <a:latin typeface="Microsoft YaHei" charset="-122"/>
                          <a:ea typeface="Microsoft YaHei" charset="-122"/>
                          <a:cs typeface="Microsoft YaHei" charset="-122"/>
                        </a:rPr>
                        <a:t>匹配数字，即</a:t>
                      </a:r>
                      <a:r>
                        <a:rPr lang="en-US" altLang="zh-CN" sz="1400" dirty="0">
                          <a:effectLst/>
                          <a:latin typeface="Microsoft YaHei" charset="-122"/>
                          <a:ea typeface="Microsoft YaHei" charset="-122"/>
                          <a:cs typeface="Microsoft YaHei" charset="-122"/>
                        </a:rPr>
                        <a:t>0-9</a:t>
                      </a:r>
                    </a:p>
                  </a:txBody>
                  <a:tcPr marL="165100" marR="165100" marT="76200" marB="76200" anchor="ctr"/>
                </a:tc>
                <a:extLst>
                  <a:ext uri="{0D108BD9-81ED-4DB2-BD59-A6C34878D82A}">
                    <a16:rowId xmlns:a16="http://schemas.microsoft.com/office/drawing/2014/main" val="10003"/>
                  </a:ext>
                </a:extLst>
              </a:tr>
              <a:tr h="565473">
                <a:tc>
                  <a:txBody>
                    <a:bodyPr/>
                    <a:lstStyle/>
                    <a:p>
                      <a:pPr algn="ctr"/>
                      <a:r>
                        <a:rPr lang="en-US" altLang="zh-CN" sz="1400" dirty="0">
                          <a:effectLst/>
                          <a:latin typeface="Microsoft YaHei" charset="-122"/>
                          <a:ea typeface="Microsoft YaHei" charset="-122"/>
                          <a:cs typeface="Microsoft YaHei" charset="-122"/>
                        </a:rPr>
                        <a:t>\D</a:t>
                      </a:r>
                    </a:p>
                  </a:txBody>
                  <a:tcPr marL="165100" marR="165100" marT="76200" marB="76200" anchor="ctr"/>
                </a:tc>
                <a:tc>
                  <a:txBody>
                    <a:bodyPr/>
                    <a:lstStyle/>
                    <a:p>
                      <a:pPr algn="l"/>
                      <a:r>
                        <a:rPr lang="zh-CN" altLang="en-US" sz="1400" dirty="0">
                          <a:effectLst/>
                          <a:latin typeface="Microsoft YaHei" charset="-122"/>
                          <a:ea typeface="Microsoft YaHei" charset="-122"/>
                          <a:cs typeface="Microsoft YaHei" charset="-122"/>
                        </a:rPr>
                        <a:t>匹配非数字，即不是数字</a:t>
                      </a:r>
                    </a:p>
                  </a:txBody>
                  <a:tcPr marL="165100" marR="165100" marT="76200" marB="76200" anchor="ct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132051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764C089C-0935-5E44-B9F7-7E9F84DDBA17}"/>
              </a:ext>
            </a:extLst>
          </p:cNvPr>
          <p:cNvSpPr>
            <a:spLocks noGrp="1"/>
          </p:cNvSpPr>
          <p:nvPr>
            <p:ph type="title"/>
          </p:nvPr>
        </p:nvSpPr>
        <p:spPr/>
        <p:txBody>
          <a:bodyPr/>
          <a:lstStyle/>
          <a:p>
            <a:r>
              <a:rPr kumimoji="1" lang="zh-CN" altLang="en-US" dirty="0"/>
              <a:t>正则表达式编写</a:t>
            </a:r>
          </a:p>
        </p:txBody>
      </p:sp>
      <p:sp>
        <p:nvSpPr>
          <p:cNvPr id="4" name="文本占位符 3">
            <a:extLst>
              <a:ext uri="{FF2B5EF4-FFF2-40B4-BE49-F238E27FC236}">
                <a16:creationId xmlns:a16="http://schemas.microsoft.com/office/drawing/2014/main" id="{6CF94E84-6F22-C942-A1D4-BA6A5DBD17DC}"/>
              </a:ext>
            </a:extLst>
          </p:cNvPr>
          <p:cNvSpPr>
            <a:spLocks noGrp="1"/>
          </p:cNvSpPr>
          <p:nvPr>
            <p:ph type="body" sz="quarter" idx="10"/>
          </p:nvPr>
        </p:nvSpPr>
        <p:spPr/>
        <p:txBody>
          <a:bodyPr/>
          <a:lstStyle/>
          <a:p>
            <a:r>
              <a:rPr lang="en-US" altLang="zh-CN" b="1" dirty="0">
                <a:solidFill>
                  <a:srgbClr val="333333"/>
                </a:solidFill>
                <a:latin typeface="Helvetica Neue"/>
              </a:rPr>
              <a:t>2</a:t>
            </a:r>
            <a:r>
              <a:rPr lang="zh-CN" altLang="en-US" b="1" dirty="0">
                <a:solidFill>
                  <a:srgbClr val="333333"/>
                </a:solidFill>
                <a:latin typeface="Helvetica Neue"/>
              </a:rPr>
              <a:t>、</a:t>
            </a:r>
            <a:r>
              <a:rPr lang="zh-CN" altLang="en-US" dirty="0">
                <a:latin typeface="微软雅黑" charset="-122"/>
                <a:ea typeface="微软雅黑" charset="-122"/>
              </a:rPr>
              <a:t>能够使用</a:t>
            </a:r>
            <a:r>
              <a:rPr lang="en-US" altLang="zh-CN" dirty="0">
                <a:latin typeface="微软雅黑" charset="-122"/>
                <a:ea typeface="微软雅黑" charset="-122"/>
              </a:rPr>
              <a:t>re</a:t>
            </a:r>
            <a:r>
              <a:rPr lang="zh-CN" altLang="en-US" dirty="0">
                <a:latin typeface="微软雅黑" charset="-122"/>
                <a:ea typeface="微软雅黑" charset="-122"/>
              </a:rPr>
              <a:t>模块匹配单个字符</a:t>
            </a:r>
            <a:endParaRPr lang="zh-CN" altLang="en-US" b="1" i="0" dirty="0">
              <a:solidFill>
                <a:srgbClr val="333333"/>
              </a:solidFill>
              <a:effectLst/>
              <a:latin typeface="Helvetica Neue"/>
            </a:endParaRPr>
          </a:p>
        </p:txBody>
      </p:sp>
      <p:graphicFrame>
        <p:nvGraphicFramePr>
          <p:cNvPr id="6" name="表格 5">
            <a:extLst>
              <a:ext uri="{FF2B5EF4-FFF2-40B4-BE49-F238E27FC236}">
                <a16:creationId xmlns:a16="http://schemas.microsoft.com/office/drawing/2014/main" id="{CC521DF9-E2C6-4238-A92F-349051D89B1B}"/>
              </a:ext>
            </a:extLst>
          </p:cNvPr>
          <p:cNvGraphicFramePr>
            <a:graphicFrameLocks noGrp="1"/>
          </p:cNvGraphicFramePr>
          <p:nvPr>
            <p:extLst>
              <p:ext uri="{D42A27DB-BD31-4B8C-83A1-F6EECF244321}">
                <p14:modId xmlns:p14="http://schemas.microsoft.com/office/powerpoint/2010/main" val="2816275550"/>
              </p:ext>
            </p:extLst>
          </p:nvPr>
        </p:nvGraphicFramePr>
        <p:xfrm>
          <a:off x="800149" y="2262343"/>
          <a:ext cx="10680970" cy="2711808"/>
        </p:xfrm>
        <a:graphic>
          <a:graphicData uri="http://schemas.openxmlformats.org/drawingml/2006/table">
            <a:tbl>
              <a:tblPr firstRow="1" bandRow="1">
                <a:tableStyleId>{5C22544A-7EE6-4342-B048-85BDC9FD1C3A}</a:tableStyleId>
              </a:tblPr>
              <a:tblGrid>
                <a:gridCol w="2381201">
                  <a:extLst>
                    <a:ext uri="{9D8B030D-6E8A-4147-A177-3AD203B41FA5}">
                      <a16:colId xmlns:a16="http://schemas.microsoft.com/office/drawing/2014/main" val="20000"/>
                    </a:ext>
                  </a:extLst>
                </a:gridCol>
                <a:gridCol w="8299769">
                  <a:extLst>
                    <a:ext uri="{9D8B030D-6E8A-4147-A177-3AD203B41FA5}">
                      <a16:colId xmlns:a16="http://schemas.microsoft.com/office/drawing/2014/main" val="20001"/>
                    </a:ext>
                  </a:extLst>
                </a:gridCol>
              </a:tblGrid>
              <a:tr h="442757">
                <a:tc>
                  <a:txBody>
                    <a:bodyPr/>
                    <a:lstStyle/>
                    <a:p>
                      <a:pPr algn="ctr"/>
                      <a:r>
                        <a:rPr lang="zh-CN" altLang="en-US" dirty="0"/>
                        <a:t>代码</a:t>
                      </a:r>
                    </a:p>
                  </a:txBody>
                  <a:tcPr/>
                </a:tc>
                <a:tc>
                  <a:txBody>
                    <a:bodyPr/>
                    <a:lstStyle/>
                    <a:p>
                      <a:pPr algn="ctr"/>
                      <a:r>
                        <a:rPr lang="zh-CN" altLang="en-US" dirty="0"/>
                        <a:t>功能</a:t>
                      </a:r>
                    </a:p>
                  </a:txBody>
                  <a:tcPr/>
                </a:tc>
                <a:extLst>
                  <a:ext uri="{0D108BD9-81ED-4DB2-BD59-A6C34878D82A}">
                    <a16:rowId xmlns:a16="http://schemas.microsoft.com/office/drawing/2014/main" val="10000"/>
                  </a:ext>
                </a:extLst>
              </a:tr>
              <a:tr h="563652">
                <a:tc>
                  <a:txBody>
                    <a:bodyPr/>
                    <a:lstStyle/>
                    <a:p>
                      <a:pPr algn="ctr"/>
                      <a:r>
                        <a:rPr lang="en-US" altLang="zh-CN" sz="1400" dirty="0">
                          <a:effectLst/>
                          <a:latin typeface="Microsoft YaHei" charset="-122"/>
                          <a:ea typeface="Microsoft YaHei" charset="-122"/>
                          <a:cs typeface="Microsoft YaHei" charset="-122"/>
                        </a:rPr>
                        <a:t>\s</a:t>
                      </a:r>
                    </a:p>
                  </a:txBody>
                  <a:tcPr marL="165100" marR="165100" marT="76200" marB="76200" anchor="ctr"/>
                </a:tc>
                <a:tc>
                  <a:txBody>
                    <a:bodyPr/>
                    <a:lstStyle/>
                    <a:p>
                      <a:pPr algn="l"/>
                      <a:r>
                        <a:rPr lang="zh-CN" altLang="en-US" sz="1400" dirty="0">
                          <a:effectLst/>
                          <a:latin typeface="Microsoft YaHei" charset="-122"/>
                          <a:ea typeface="Microsoft YaHei" charset="-122"/>
                          <a:cs typeface="Microsoft YaHei" charset="-122"/>
                        </a:rPr>
                        <a:t>匹配空白，即 空格，</a:t>
                      </a:r>
                      <a:r>
                        <a:rPr lang="en-US" altLang="zh-CN" sz="1400" dirty="0">
                          <a:effectLst/>
                          <a:latin typeface="Microsoft YaHei" charset="-122"/>
                          <a:ea typeface="Microsoft YaHei" charset="-122"/>
                          <a:cs typeface="Microsoft YaHei" charset="-122"/>
                        </a:rPr>
                        <a:t>tab</a:t>
                      </a:r>
                      <a:r>
                        <a:rPr lang="zh-CN" altLang="en-US" sz="1400" dirty="0">
                          <a:effectLst/>
                          <a:latin typeface="Microsoft YaHei" charset="-122"/>
                          <a:ea typeface="Microsoft YaHei" charset="-122"/>
                          <a:cs typeface="Microsoft YaHei" charset="-122"/>
                        </a:rPr>
                        <a:t>键</a:t>
                      </a:r>
                    </a:p>
                  </a:txBody>
                  <a:tcPr marL="165100" marR="165100" marT="76200" marB="76200" anchor="ctr"/>
                </a:tc>
                <a:extLst>
                  <a:ext uri="{0D108BD9-81ED-4DB2-BD59-A6C34878D82A}">
                    <a16:rowId xmlns:a16="http://schemas.microsoft.com/office/drawing/2014/main" val="10001"/>
                  </a:ext>
                </a:extLst>
              </a:tr>
              <a:tr h="563652">
                <a:tc>
                  <a:txBody>
                    <a:bodyPr/>
                    <a:lstStyle/>
                    <a:p>
                      <a:pPr algn="ctr"/>
                      <a:r>
                        <a:rPr lang="en-US" altLang="zh-CN" sz="1400" dirty="0">
                          <a:effectLst/>
                          <a:latin typeface="Microsoft YaHei" charset="-122"/>
                          <a:ea typeface="Microsoft YaHei" charset="-122"/>
                          <a:cs typeface="Microsoft YaHei" charset="-122"/>
                        </a:rPr>
                        <a:t>\S</a:t>
                      </a:r>
                    </a:p>
                  </a:txBody>
                  <a:tcPr marL="165100" marR="165100" marT="76200" marB="76200" anchor="ctr"/>
                </a:tc>
                <a:tc>
                  <a:txBody>
                    <a:bodyPr/>
                    <a:lstStyle/>
                    <a:p>
                      <a:pPr algn="l"/>
                      <a:r>
                        <a:rPr lang="zh-CN" altLang="en-US" sz="1400" dirty="0">
                          <a:effectLst/>
                          <a:latin typeface="Microsoft YaHei" charset="-122"/>
                          <a:ea typeface="Microsoft YaHei" charset="-122"/>
                          <a:cs typeface="Microsoft YaHei" charset="-122"/>
                        </a:rPr>
                        <a:t>匹配非空白</a:t>
                      </a:r>
                    </a:p>
                  </a:txBody>
                  <a:tcPr marL="165100" marR="165100" marT="76200" marB="76200" anchor="ctr"/>
                </a:tc>
                <a:extLst>
                  <a:ext uri="{0D108BD9-81ED-4DB2-BD59-A6C34878D82A}">
                    <a16:rowId xmlns:a16="http://schemas.microsoft.com/office/drawing/2014/main" val="10002"/>
                  </a:ext>
                </a:extLst>
              </a:tr>
              <a:tr h="563652">
                <a:tc>
                  <a:txBody>
                    <a:bodyPr/>
                    <a:lstStyle/>
                    <a:p>
                      <a:pPr algn="ctr"/>
                      <a:r>
                        <a:rPr lang="en-US" sz="1400" dirty="0">
                          <a:effectLst/>
                          <a:latin typeface="Microsoft YaHei" charset="-122"/>
                          <a:ea typeface="Microsoft YaHei" charset="-122"/>
                          <a:cs typeface="Microsoft YaHei" charset="-122"/>
                        </a:rPr>
                        <a:t>\w</a:t>
                      </a:r>
                    </a:p>
                  </a:txBody>
                  <a:tcPr marL="165100" marR="165100" marT="76200" marB="76200" anchor="ctr"/>
                </a:tc>
                <a:tc>
                  <a:txBody>
                    <a:bodyPr/>
                    <a:lstStyle/>
                    <a:p>
                      <a:pPr algn="l"/>
                      <a:r>
                        <a:rPr lang="zh-CN" altLang="en-US" sz="1400" dirty="0">
                          <a:effectLst/>
                          <a:latin typeface="Microsoft YaHei" charset="-122"/>
                          <a:ea typeface="Microsoft YaHei" charset="-122"/>
                          <a:cs typeface="Microsoft YaHei" charset="-122"/>
                        </a:rPr>
                        <a:t>匹配非特殊字符，即</a:t>
                      </a:r>
                      <a:r>
                        <a:rPr lang="en-US" altLang="zh-CN" sz="1400" dirty="0">
                          <a:effectLst/>
                          <a:latin typeface="Microsoft YaHei" charset="-122"/>
                          <a:ea typeface="Microsoft YaHei" charset="-122"/>
                          <a:cs typeface="Microsoft YaHei" charset="-122"/>
                        </a:rPr>
                        <a:t>a-z</a:t>
                      </a:r>
                      <a:r>
                        <a:rPr lang="zh-CN" altLang="en-US" sz="1400" dirty="0">
                          <a:effectLst/>
                          <a:latin typeface="Microsoft YaHei" charset="-122"/>
                          <a:ea typeface="Microsoft YaHei" charset="-122"/>
                          <a:cs typeface="Microsoft YaHei" charset="-122"/>
                        </a:rPr>
                        <a:t>、</a:t>
                      </a:r>
                      <a:r>
                        <a:rPr lang="en-US" altLang="zh-CN" sz="1400" dirty="0">
                          <a:effectLst/>
                          <a:latin typeface="Microsoft YaHei" charset="-122"/>
                          <a:ea typeface="Microsoft YaHei" charset="-122"/>
                          <a:cs typeface="Microsoft YaHei" charset="-122"/>
                        </a:rPr>
                        <a:t>A-Z</a:t>
                      </a:r>
                      <a:r>
                        <a:rPr lang="zh-CN" altLang="en-US" sz="1400" dirty="0">
                          <a:effectLst/>
                          <a:latin typeface="Microsoft YaHei" charset="-122"/>
                          <a:ea typeface="Microsoft YaHei" charset="-122"/>
                          <a:cs typeface="Microsoft YaHei" charset="-122"/>
                        </a:rPr>
                        <a:t>、</a:t>
                      </a:r>
                      <a:r>
                        <a:rPr lang="en-US" altLang="zh-CN" sz="1400" dirty="0">
                          <a:effectLst/>
                          <a:latin typeface="Microsoft YaHei" charset="-122"/>
                          <a:ea typeface="Microsoft YaHei" charset="-122"/>
                          <a:cs typeface="Microsoft YaHei" charset="-122"/>
                        </a:rPr>
                        <a:t>0-9</a:t>
                      </a:r>
                      <a:r>
                        <a:rPr lang="zh-CN" altLang="en-US" sz="1400" dirty="0">
                          <a:effectLst/>
                          <a:latin typeface="Microsoft YaHei" charset="-122"/>
                          <a:ea typeface="Microsoft YaHei" charset="-122"/>
                          <a:cs typeface="Microsoft YaHei" charset="-122"/>
                        </a:rPr>
                        <a:t>、</a:t>
                      </a:r>
                      <a:r>
                        <a:rPr lang="en-US" altLang="zh-CN" sz="1400" dirty="0">
                          <a:effectLst/>
                          <a:latin typeface="Microsoft YaHei" charset="-122"/>
                          <a:ea typeface="Microsoft YaHei" charset="-122"/>
                          <a:cs typeface="Microsoft YaHei" charset="-122"/>
                        </a:rPr>
                        <a:t>_</a:t>
                      </a:r>
                      <a:r>
                        <a:rPr lang="zh-CN" altLang="en-US" sz="1400" dirty="0">
                          <a:effectLst/>
                          <a:latin typeface="Microsoft YaHei" charset="-122"/>
                          <a:ea typeface="Microsoft YaHei" charset="-122"/>
                          <a:cs typeface="Microsoft YaHei" charset="-122"/>
                        </a:rPr>
                        <a:t>、汉字</a:t>
                      </a:r>
                    </a:p>
                  </a:txBody>
                  <a:tcPr marL="165100" marR="165100" marT="76200" marB="76200" anchor="ctr"/>
                </a:tc>
                <a:extLst>
                  <a:ext uri="{0D108BD9-81ED-4DB2-BD59-A6C34878D82A}">
                    <a16:rowId xmlns:a16="http://schemas.microsoft.com/office/drawing/2014/main" val="10003"/>
                  </a:ext>
                </a:extLst>
              </a:tr>
              <a:tr h="563652">
                <a:tc>
                  <a:txBody>
                    <a:bodyPr/>
                    <a:lstStyle/>
                    <a:p>
                      <a:pPr algn="ctr"/>
                      <a:r>
                        <a:rPr lang="en-US" sz="1400">
                          <a:effectLst/>
                          <a:latin typeface="Microsoft YaHei" charset="-122"/>
                          <a:ea typeface="Microsoft YaHei" charset="-122"/>
                          <a:cs typeface="Microsoft YaHei" charset="-122"/>
                        </a:rPr>
                        <a:t>\W</a:t>
                      </a:r>
                    </a:p>
                  </a:txBody>
                  <a:tcPr marL="165100" marR="165100" marT="76200" marB="76200" anchor="ctr"/>
                </a:tc>
                <a:tc>
                  <a:txBody>
                    <a:bodyPr/>
                    <a:lstStyle/>
                    <a:p>
                      <a:pPr algn="l"/>
                      <a:r>
                        <a:rPr lang="zh-CN" altLang="en-US" sz="1400" dirty="0">
                          <a:effectLst/>
                          <a:latin typeface="Microsoft YaHei" charset="-122"/>
                          <a:ea typeface="Microsoft YaHei" charset="-122"/>
                          <a:cs typeface="Microsoft YaHei" charset="-122"/>
                        </a:rPr>
                        <a:t>匹配特殊字符，即非字母、非数字、非汉字</a:t>
                      </a:r>
                    </a:p>
                  </a:txBody>
                  <a:tcPr marL="165100" marR="165100" marT="76200" marB="76200" anchor="ct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1155996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764C089C-0935-5E44-B9F7-7E9F84DDBA17}"/>
              </a:ext>
            </a:extLst>
          </p:cNvPr>
          <p:cNvSpPr>
            <a:spLocks noGrp="1"/>
          </p:cNvSpPr>
          <p:nvPr>
            <p:ph type="title"/>
          </p:nvPr>
        </p:nvSpPr>
        <p:spPr/>
        <p:txBody>
          <a:bodyPr/>
          <a:lstStyle/>
          <a:p>
            <a:r>
              <a:rPr kumimoji="1" lang="zh-CN" altLang="en-US" dirty="0"/>
              <a:t>正则表达式编写</a:t>
            </a:r>
          </a:p>
        </p:txBody>
      </p:sp>
      <p:sp>
        <p:nvSpPr>
          <p:cNvPr id="13" name="矩形 12">
            <a:extLst>
              <a:ext uri="{FF2B5EF4-FFF2-40B4-BE49-F238E27FC236}">
                <a16:creationId xmlns:a16="http://schemas.microsoft.com/office/drawing/2014/main" id="{D968B2D4-DDE6-4DA7-B4DC-A57565FA1BE3}"/>
              </a:ext>
            </a:extLst>
          </p:cNvPr>
          <p:cNvSpPr/>
          <p:nvPr/>
        </p:nvSpPr>
        <p:spPr>
          <a:xfrm rot="2700000">
            <a:off x="1341438" y="2738438"/>
            <a:ext cx="1544637" cy="1544637"/>
          </a:xfrm>
          <a:prstGeom prst="rect">
            <a:avLst/>
          </a:prstGeom>
          <a:noFill/>
          <a:ln w="63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微软雅黑" pitchFamily="34" charset="-122"/>
              <a:ea typeface="微软雅黑" pitchFamily="34" charset="-122"/>
            </a:endParaRPr>
          </a:p>
        </p:txBody>
      </p:sp>
      <p:sp>
        <p:nvSpPr>
          <p:cNvPr id="14" name="矩形 13">
            <a:extLst>
              <a:ext uri="{FF2B5EF4-FFF2-40B4-BE49-F238E27FC236}">
                <a16:creationId xmlns:a16="http://schemas.microsoft.com/office/drawing/2014/main" id="{E2289F5D-7EDF-4FEE-AD82-AF389E4B5321}"/>
              </a:ext>
            </a:extLst>
          </p:cNvPr>
          <p:cNvSpPr/>
          <p:nvPr/>
        </p:nvSpPr>
        <p:spPr>
          <a:xfrm rot="2700000">
            <a:off x="1125538" y="2730500"/>
            <a:ext cx="1544638" cy="1544637"/>
          </a:xfrm>
          <a:prstGeom prst="rect">
            <a:avLst/>
          </a:prstGeom>
          <a:solidFill>
            <a:schemeClr val="tx1">
              <a:lumMod val="75000"/>
              <a:lumOff val="25000"/>
            </a:schemeClr>
          </a:solidFill>
          <a:ln w="63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微软雅黑" pitchFamily="34" charset="-122"/>
              <a:ea typeface="微软雅黑" pitchFamily="34" charset="-122"/>
            </a:endParaRPr>
          </a:p>
        </p:txBody>
      </p:sp>
      <p:sp>
        <p:nvSpPr>
          <p:cNvPr id="15" name="标题占位符 1">
            <a:extLst>
              <a:ext uri="{FF2B5EF4-FFF2-40B4-BE49-F238E27FC236}">
                <a16:creationId xmlns:a16="http://schemas.microsoft.com/office/drawing/2014/main" id="{9661B161-07A6-43B2-BCC4-2492C61D5553}"/>
              </a:ext>
            </a:extLst>
          </p:cNvPr>
          <p:cNvSpPr txBox="1">
            <a:spLocks noChangeArrowheads="1"/>
          </p:cNvSpPr>
          <p:nvPr/>
        </p:nvSpPr>
        <p:spPr bwMode="auto">
          <a:xfrm>
            <a:off x="0" y="3143250"/>
            <a:ext cx="3829050" cy="80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2pPr>
            <a:lvl3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3pPr>
            <a:lvl4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4pPr>
            <a:lvl5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5pPr>
            <a:lvl6pPr marL="3429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6pPr>
            <a:lvl7pPr marL="6858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7pPr>
            <a:lvl8pPr marL="10287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8pPr>
            <a:lvl9pPr marL="13716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9pPr>
          </a:lstStyle>
          <a:p>
            <a:pPr algn="ctr">
              <a:defRPr/>
            </a:pPr>
            <a:r>
              <a:rPr lang="zh-CN" altLang="en-US" sz="3600" kern="0" dirty="0">
                <a:solidFill>
                  <a:schemeClr val="bg1"/>
                </a:solidFill>
                <a:latin typeface="微软雅黑" pitchFamily="34" charset="-122"/>
                <a:ea typeface="微软雅黑" pitchFamily="34" charset="-122"/>
              </a:rPr>
              <a:t>总结</a:t>
            </a:r>
            <a:endParaRPr lang="zh-TW" altLang="zh-CN" sz="3600" kern="0" dirty="0">
              <a:solidFill>
                <a:schemeClr val="bg1"/>
              </a:solidFill>
              <a:latin typeface="微软雅黑" pitchFamily="34" charset="-122"/>
              <a:ea typeface="微软雅黑" pitchFamily="34" charset="-122"/>
            </a:endParaRPr>
          </a:p>
        </p:txBody>
      </p:sp>
      <p:graphicFrame>
        <p:nvGraphicFramePr>
          <p:cNvPr id="16" name="表格 15">
            <a:extLst>
              <a:ext uri="{FF2B5EF4-FFF2-40B4-BE49-F238E27FC236}">
                <a16:creationId xmlns:a16="http://schemas.microsoft.com/office/drawing/2014/main" id="{0ACDA8E7-6C00-40D7-BE27-08A027F789B1}"/>
              </a:ext>
            </a:extLst>
          </p:cNvPr>
          <p:cNvGraphicFramePr>
            <a:graphicFrameLocks noGrp="1"/>
          </p:cNvGraphicFramePr>
          <p:nvPr>
            <p:extLst>
              <p:ext uri="{D42A27DB-BD31-4B8C-83A1-F6EECF244321}">
                <p14:modId xmlns:p14="http://schemas.microsoft.com/office/powerpoint/2010/main" val="1470158274"/>
              </p:ext>
            </p:extLst>
          </p:nvPr>
        </p:nvGraphicFramePr>
        <p:xfrm>
          <a:off x="3482495" y="1621557"/>
          <a:ext cx="8242780" cy="4577649"/>
        </p:xfrm>
        <a:graphic>
          <a:graphicData uri="http://schemas.openxmlformats.org/drawingml/2006/table">
            <a:tbl>
              <a:tblPr firstRow="1" bandRow="1">
                <a:tableStyleId>{5C22544A-7EE6-4342-B048-85BDC9FD1C3A}</a:tableStyleId>
              </a:tblPr>
              <a:tblGrid>
                <a:gridCol w="2127730">
                  <a:extLst>
                    <a:ext uri="{9D8B030D-6E8A-4147-A177-3AD203B41FA5}">
                      <a16:colId xmlns:a16="http://schemas.microsoft.com/office/drawing/2014/main" val="20000"/>
                    </a:ext>
                  </a:extLst>
                </a:gridCol>
                <a:gridCol w="6115050">
                  <a:extLst>
                    <a:ext uri="{9D8B030D-6E8A-4147-A177-3AD203B41FA5}">
                      <a16:colId xmlns:a16="http://schemas.microsoft.com/office/drawing/2014/main" val="20001"/>
                    </a:ext>
                  </a:extLst>
                </a:gridCol>
              </a:tblGrid>
              <a:tr h="583140">
                <a:tc>
                  <a:txBody>
                    <a:bodyPr/>
                    <a:lstStyle/>
                    <a:p>
                      <a:pPr algn="ctr"/>
                      <a:r>
                        <a:rPr lang="zh-CN" altLang="en-US" dirty="0"/>
                        <a:t>代码</a:t>
                      </a:r>
                    </a:p>
                  </a:txBody>
                  <a:tcPr/>
                </a:tc>
                <a:tc>
                  <a:txBody>
                    <a:bodyPr/>
                    <a:lstStyle/>
                    <a:p>
                      <a:pPr algn="ctr"/>
                      <a:r>
                        <a:rPr lang="zh-CN" altLang="en-US" dirty="0"/>
                        <a:t>功能</a:t>
                      </a:r>
                    </a:p>
                  </a:txBody>
                  <a:tcPr/>
                </a:tc>
                <a:extLst>
                  <a:ext uri="{0D108BD9-81ED-4DB2-BD59-A6C34878D82A}">
                    <a16:rowId xmlns:a16="http://schemas.microsoft.com/office/drawing/2014/main" val="10000"/>
                  </a:ext>
                </a:extLst>
              </a:tr>
              <a:tr h="398479">
                <a:tc>
                  <a:txBody>
                    <a:bodyPr/>
                    <a:lstStyle/>
                    <a:p>
                      <a:pPr algn="ctr"/>
                      <a:r>
                        <a:rPr lang="en-US" altLang="zh-CN" sz="1400" dirty="0">
                          <a:effectLst/>
                          <a:latin typeface="Microsoft YaHei" charset="-122"/>
                          <a:ea typeface="Microsoft YaHei" charset="-122"/>
                          <a:cs typeface="Microsoft YaHei" charset="-122"/>
                        </a:rPr>
                        <a:t>.</a:t>
                      </a:r>
                    </a:p>
                  </a:txBody>
                  <a:tcPr marL="165100" marR="165100" marT="76200" marB="76200" anchor="ctr"/>
                </a:tc>
                <a:tc>
                  <a:txBody>
                    <a:bodyPr/>
                    <a:lstStyle/>
                    <a:p>
                      <a:pPr algn="l"/>
                      <a:r>
                        <a:rPr lang="zh-CN" altLang="en-US" sz="1400">
                          <a:effectLst/>
                          <a:latin typeface="Microsoft YaHei" charset="-122"/>
                          <a:ea typeface="Microsoft YaHei" charset="-122"/>
                          <a:cs typeface="Microsoft YaHei" charset="-122"/>
                        </a:rPr>
                        <a:t>匹配任意</a:t>
                      </a:r>
                      <a:r>
                        <a:rPr lang="en-US" altLang="zh-CN" sz="1400">
                          <a:effectLst/>
                          <a:latin typeface="Microsoft YaHei" charset="-122"/>
                          <a:ea typeface="Microsoft YaHei" charset="-122"/>
                          <a:cs typeface="Microsoft YaHei" charset="-122"/>
                        </a:rPr>
                        <a:t>1</a:t>
                      </a:r>
                      <a:r>
                        <a:rPr lang="zh-CN" altLang="en-US" sz="1400">
                          <a:effectLst/>
                          <a:latin typeface="Microsoft YaHei" charset="-122"/>
                          <a:ea typeface="Microsoft YaHei" charset="-122"/>
                          <a:cs typeface="Microsoft YaHei" charset="-122"/>
                        </a:rPr>
                        <a:t>个字符（除了</a:t>
                      </a:r>
                      <a:r>
                        <a:rPr lang="en-US" altLang="zh-CN" sz="1400">
                          <a:effectLst/>
                          <a:latin typeface="Microsoft YaHei" charset="-122"/>
                          <a:ea typeface="Microsoft YaHei" charset="-122"/>
                          <a:cs typeface="Microsoft YaHei" charset="-122"/>
                        </a:rPr>
                        <a:t>\n</a:t>
                      </a:r>
                      <a:r>
                        <a:rPr lang="zh-CN" altLang="en-US" sz="1400">
                          <a:effectLst/>
                          <a:latin typeface="Microsoft YaHei" charset="-122"/>
                          <a:ea typeface="Microsoft YaHei" charset="-122"/>
                          <a:cs typeface="Microsoft YaHei" charset="-122"/>
                        </a:rPr>
                        <a:t>）</a:t>
                      </a:r>
                    </a:p>
                  </a:txBody>
                  <a:tcPr marL="165100" marR="165100" marT="76200" marB="76200" anchor="ctr"/>
                </a:tc>
                <a:extLst>
                  <a:ext uri="{0D108BD9-81ED-4DB2-BD59-A6C34878D82A}">
                    <a16:rowId xmlns:a16="http://schemas.microsoft.com/office/drawing/2014/main" val="10001"/>
                  </a:ext>
                </a:extLst>
              </a:tr>
              <a:tr h="398479">
                <a:tc>
                  <a:txBody>
                    <a:bodyPr/>
                    <a:lstStyle/>
                    <a:p>
                      <a:pPr algn="ctr"/>
                      <a:r>
                        <a:rPr lang="pt-BR" sz="1400" dirty="0">
                          <a:effectLst/>
                          <a:latin typeface="Microsoft YaHei" charset="-122"/>
                          <a:ea typeface="Microsoft YaHei" charset="-122"/>
                          <a:cs typeface="Microsoft YaHei" charset="-122"/>
                        </a:rPr>
                        <a:t>[ ]</a:t>
                      </a:r>
                    </a:p>
                  </a:txBody>
                  <a:tcPr marL="165100" marR="165100" marT="76200" marB="76200" anchor="ctr"/>
                </a:tc>
                <a:tc>
                  <a:txBody>
                    <a:bodyPr/>
                    <a:lstStyle/>
                    <a:p>
                      <a:pPr algn="l"/>
                      <a:r>
                        <a:rPr lang="zh-CN" altLang="en-US" sz="1400" dirty="0">
                          <a:effectLst/>
                          <a:latin typeface="Microsoft YaHei" charset="-122"/>
                          <a:ea typeface="Microsoft YaHei" charset="-122"/>
                          <a:cs typeface="Microsoft YaHei" charset="-122"/>
                        </a:rPr>
                        <a:t>匹配</a:t>
                      </a:r>
                      <a:r>
                        <a:rPr lang="en-US" altLang="zh-CN" sz="1400" dirty="0">
                          <a:effectLst/>
                          <a:latin typeface="Microsoft YaHei" charset="-122"/>
                          <a:ea typeface="Microsoft YaHei" charset="-122"/>
                          <a:cs typeface="Microsoft YaHei" charset="-122"/>
                        </a:rPr>
                        <a:t>[ ]</a:t>
                      </a:r>
                      <a:r>
                        <a:rPr lang="zh-CN" altLang="en-US" sz="1400" dirty="0">
                          <a:effectLst/>
                          <a:latin typeface="Microsoft YaHei" charset="-122"/>
                          <a:ea typeface="Microsoft YaHei" charset="-122"/>
                          <a:cs typeface="Microsoft YaHei" charset="-122"/>
                        </a:rPr>
                        <a:t>中列举的字符</a:t>
                      </a:r>
                    </a:p>
                  </a:txBody>
                  <a:tcPr marL="165100" marR="165100" marT="76200" marB="76200" anchor="ctr"/>
                </a:tc>
                <a:extLst>
                  <a:ext uri="{0D108BD9-81ED-4DB2-BD59-A6C34878D82A}">
                    <a16:rowId xmlns:a16="http://schemas.microsoft.com/office/drawing/2014/main" val="10002"/>
                  </a:ext>
                </a:extLst>
              </a:tr>
              <a:tr h="398479">
                <a:tc>
                  <a:txBody>
                    <a:bodyPr/>
                    <a:lstStyle/>
                    <a:p>
                      <a:pPr algn="ctr"/>
                      <a:r>
                        <a:rPr lang="en-US" altLang="zh-CN" sz="1400" dirty="0">
                          <a:latin typeface="Microsoft YaHei" charset="-122"/>
                          <a:ea typeface="Microsoft YaHei" charset="-122"/>
                          <a:cs typeface="Microsoft YaHei" charset="-122"/>
                        </a:rPr>
                        <a:t>[^</a:t>
                      </a:r>
                      <a:r>
                        <a:rPr lang="zh-CN" altLang="en-US" sz="1400" dirty="0">
                          <a:latin typeface="Microsoft YaHei" charset="-122"/>
                          <a:ea typeface="Microsoft YaHei" charset="-122"/>
                          <a:cs typeface="Microsoft YaHei" charset="-122"/>
                        </a:rPr>
                        <a:t>指定字符</a:t>
                      </a:r>
                      <a:r>
                        <a:rPr lang="en-US" altLang="zh-CN" sz="1400" dirty="0">
                          <a:latin typeface="Microsoft YaHei" charset="-122"/>
                          <a:ea typeface="Microsoft YaHei" charset="-122"/>
                          <a:cs typeface="Microsoft YaHei" charset="-122"/>
                        </a:rPr>
                        <a:t>]</a:t>
                      </a:r>
                      <a:endParaRPr lang="zh-CN" altLang="en-US" sz="1400" dirty="0">
                        <a:latin typeface="Microsoft YaHei" charset="-122"/>
                        <a:ea typeface="Microsoft YaHei" charset="-122"/>
                        <a:cs typeface="Microsoft YaHei" charset="-122"/>
                      </a:endParaRPr>
                    </a:p>
                  </a:txBody>
                  <a:tcPr anchor="ctr"/>
                </a:tc>
                <a:tc>
                  <a:txBody>
                    <a:bodyPr/>
                    <a:lstStyle/>
                    <a:p>
                      <a:pPr algn="l"/>
                      <a:r>
                        <a:rPr lang="zh-CN" altLang="en-US" sz="1400" dirty="0">
                          <a:latin typeface="Microsoft YaHei" charset="-122"/>
                          <a:ea typeface="Microsoft YaHei" charset="-122"/>
                          <a:cs typeface="Microsoft YaHei" charset="-122"/>
                        </a:rPr>
                        <a:t>  匹配除了指定字符以外的所有字符</a:t>
                      </a:r>
                    </a:p>
                  </a:txBody>
                  <a:tcPr anchor="ctr"/>
                </a:tc>
                <a:extLst>
                  <a:ext uri="{0D108BD9-81ED-4DB2-BD59-A6C34878D82A}">
                    <a16:rowId xmlns:a16="http://schemas.microsoft.com/office/drawing/2014/main" val="1844984808"/>
                  </a:ext>
                </a:extLst>
              </a:tr>
              <a:tr h="398479">
                <a:tc>
                  <a:txBody>
                    <a:bodyPr/>
                    <a:lstStyle/>
                    <a:p>
                      <a:pPr algn="ctr"/>
                      <a:r>
                        <a:rPr lang="en-US" altLang="zh-CN" sz="1400" dirty="0">
                          <a:effectLst/>
                          <a:latin typeface="Microsoft YaHei" charset="-122"/>
                          <a:ea typeface="Microsoft YaHei" charset="-122"/>
                          <a:cs typeface="Microsoft YaHei" charset="-122"/>
                        </a:rPr>
                        <a:t>\d</a:t>
                      </a:r>
                    </a:p>
                  </a:txBody>
                  <a:tcPr marL="165100" marR="165100" marT="76200" marB="76200" anchor="ctr"/>
                </a:tc>
                <a:tc>
                  <a:txBody>
                    <a:bodyPr/>
                    <a:lstStyle/>
                    <a:p>
                      <a:pPr algn="l"/>
                      <a:r>
                        <a:rPr lang="zh-CN" altLang="en-US" sz="1400" dirty="0">
                          <a:effectLst/>
                          <a:latin typeface="Microsoft YaHei" charset="-122"/>
                          <a:ea typeface="Microsoft YaHei" charset="-122"/>
                          <a:cs typeface="Microsoft YaHei" charset="-122"/>
                        </a:rPr>
                        <a:t>匹配数字，即</a:t>
                      </a:r>
                      <a:r>
                        <a:rPr lang="en-US" altLang="zh-CN" sz="1400" dirty="0">
                          <a:effectLst/>
                          <a:latin typeface="Microsoft YaHei" charset="-122"/>
                          <a:ea typeface="Microsoft YaHei" charset="-122"/>
                          <a:cs typeface="Microsoft YaHei" charset="-122"/>
                        </a:rPr>
                        <a:t>0-9</a:t>
                      </a:r>
                    </a:p>
                  </a:txBody>
                  <a:tcPr marL="165100" marR="165100" marT="76200" marB="76200" anchor="ctr"/>
                </a:tc>
                <a:extLst>
                  <a:ext uri="{0D108BD9-81ED-4DB2-BD59-A6C34878D82A}">
                    <a16:rowId xmlns:a16="http://schemas.microsoft.com/office/drawing/2014/main" val="10003"/>
                  </a:ext>
                </a:extLst>
              </a:tr>
              <a:tr h="398479">
                <a:tc>
                  <a:txBody>
                    <a:bodyPr/>
                    <a:lstStyle/>
                    <a:p>
                      <a:pPr algn="ctr"/>
                      <a:r>
                        <a:rPr lang="en-US" altLang="zh-CN" sz="1400" dirty="0">
                          <a:effectLst/>
                          <a:latin typeface="Microsoft YaHei" charset="-122"/>
                          <a:ea typeface="Microsoft YaHei" charset="-122"/>
                          <a:cs typeface="Microsoft YaHei" charset="-122"/>
                        </a:rPr>
                        <a:t>\D</a:t>
                      </a:r>
                    </a:p>
                  </a:txBody>
                  <a:tcPr marL="165100" marR="165100" marT="76200" marB="76200" anchor="ctr"/>
                </a:tc>
                <a:tc>
                  <a:txBody>
                    <a:bodyPr/>
                    <a:lstStyle/>
                    <a:p>
                      <a:pPr algn="l"/>
                      <a:r>
                        <a:rPr lang="zh-CN" altLang="en-US" sz="1400" dirty="0">
                          <a:effectLst/>
                          <a:latin typeface="Microsoft YaHei" charset="-122"/>
                          <a:ea typeface="Microsoft YaHei" charset="-122"/>
                          <a:cs typeface="Microsoft YaHei" charset="-122"/>
                        </a:rPr>
                        <a:t>匹配非数字，即不是数字</a:t>
                      </a:r>
                    </a:p>
                  </a:txBody>
                  <a:tcPr marL="165100" marR="165100" marT="76200" marB="76200" anchor="ctr"/>
                </a:tc>
                <a:extLst>
                  <a:ext uri="{0D108BD9-81ED-4DB2-BD59-A6C34878D82A}">
                    <a16:rowId xmlns:a16="http://schemas.microsoft.com/office/drawing/2014/main" val="10004"/>
                  </a:ext>
                </a:extLst>
              </a:tr>
              <a:tr h="398479">
                <a:tc>
                  <a:txBody>
                    <a:bodyPr/>
                    <a:lstStyle/>
                    <a:p>
                      <a:pPr algn="ctr"/>
                      <a:r>
                        <a:rPr lang="en-US" altLang="zh-CN" sz="1400" dirty="0">
                          <a:effectLst/>
                          <a:latin typeface="Microsoft YaHei" charset="-122"/>
                          <a:ea typeface="Microsoft YaHei" charset="-122"/>
                          <a:cs typeface="Microsoft YaHei" charset="-122"/>
                        </a:rPr>
                        <a:t>\s</a:t>
                      </a:r>
                    </a:p>
                  </a:txBody>
                  <a:tcPr marL="165100" marR="165100" marT="76200" marB="76200" anchor="ctr"/>
                </a:tc>
                <a:tc>
                  <a:txBody>
                    <a:bodyPr/>
                    <a:lstStyle/>
                    <a:p>
                      <a:pPr algn="l"/>
                      <a:r>
                        <a:rPr lang="zh-CN" altLang="en-US" sz="1400" dirty="0">
                          <a:effectLst/>
                          <a:latin typeface="Microsoft YaHei" charset="-122"/>
                          <a:ea typeface="Microsoft YaHei" charset="-122"/>
                          <a:cs typeface="Microsoft YaHei" charset="-122"/>
                        </a:rPr>
                        <a:t>匹配空白，即 空格，</a:t>
                      </a:r>
                      <a:r>
                        <a:rPr lang="en-US" altLang="zh-CN" sz="1400" dirty="0">
                          <a:effectLst/>
                          <a:latin typeface="Microsoft YaHei" charset="-122"/>
                          <a:ea typeface="Microsoft YaHei" charset="-122"/>
                          <a:cs typeface="Microsoft YaHei" charset="-122"/>
                        </a:rPr>
                        <a:t>tab</a:t>
                      </a:r>
                      <a:r>
                        <a:rPr lang="zh-CN" altLang="en-US" sz="1400" dirty="0">
                          <a:effectLst/>
                          <a:latin typeface="Microsoft YaHei" charset="-122"/>
                          <a:ea typeface="Microsoft YaHei" charset="-122"/>
                          <a:cs typeface="Microsoft YaHei" charset="-122"/>
                        </a:rPr>
                        <a:t>键</a:t>
                      </a:r>
                    </a:p>
                  </a:txBody>
                  <a:tcPr marL="165100" marR="165100" marT="76200" marB="76200" anchor="ctr"/>
                </a:tc>
                <a:extLst>
                  <a:ext uri="{0D108BD9-81ED-4DB2-BD59-A6C34878D82A}">
                    <a16:rowId xmlns:a16="http://schemas.microsoft.com/office/drawing/2014/main" val="10005"/>
                  </a:ext>
                </a:extLst>
              </a:tr>
              <a:tr h="398479">
                <a:tc>
                  <a:txBody>
                    <a:bodyPr/>
                    <a:lstStyle/>
                    <a:p>
                      <a:pPr algn="ctr"/>
                      <a:r>
                        <a:rPr lang="en-US" altLang="zh-CN" sz="1400" dirty="0">
                          <a:effectLst/>
                          <a:latin typeface="Microsoft YaHei" charset="-122"/>
                          <a:ea typeface="Microsoft YaHei" charset="-122"/>
                          <a:cs typeface="Microsoft YaHei" charset="-122"/>
                        </a:rPr>
                        <a:t>\S</a:t>
                      </a:r>
                    </a:p>
                  </a:txBody>
                  <a:tcPr marL="165100" marR="165100" marT="76200" marB="76200" anchor="ctr"/>
                </a:tc>
                <a:tc>
                  <a:txBody>
                    <a:bodyPr/>
                    <a:lstStyle/>
                    <a:p>
                      <a:pPr algn="l"/>
                      <a:r>
                        <a:rPr lang="zh-CN" altLang="en-US" sz="1400" dirty="0">
                          <a:effectLst/>
                          <a:latin typeface="Microsoft YaHei" charset="-122"/>
                          <a:ea typeface="Microsoft YaHei" charset="-122"/>
                          <a:cs typeface="Microsoft YaHei" charset="-122"/>
                        </a:rPr>
                        <a:t>匹配非空白</a:t>
                      </a:r>
                    </a:p>
                  </a:txBody>
                  <a:tcPr marL="165100" marR="165100" marT="76200" marB="76200" anchor="ctr"/>
                </a:tc>
                <a:extLst>
                  <a:ext uri="{0D108BD9-81ED-4DB2-BD59-A6C34878D82A}">
                    <a16:rowId xmlns:a16="http://schemas.microsoft.com/office/drawing/2014/main" val="10006"/>
                  </a:ext>
                </a:extLst>
              </a:tr>
              <a:tr h="602578">
                <a:tc>
                  <a:txBody>
                    <a:bodyPr/>
                    <a:lstStyle/>
                    <a:p>
                      <a:pPr algn="ctr"/>
                      <a:r>
                        <a:rPr lang="en-US" sz="1400" dirty="0">
                          <a:effectLst/>
                          <a:latin typeface="Microsoft YaHei" charset="-122"/>
                          <a:ea typeface="Microsoft YaHei" charset="-122"/>
                          <a:cs typeface="Microsoft YaHei" charset="-122"/>
                        </a:rPr>
                        <a:t>\w</a:t>
                      </a:r>
                    </a:p>
                  </a:txBody>
                  <a:tcPr marL="165100" marR="165100" marT="76200" marB="76200" anchor="ctr"/>
                </a:tc>
                <a:tc>
                  <a:txBody>
                    <a:bodyPr/>
                    <a:lstStyle/>
                    <a:p>
                      <a:pPr algn="l"/>
                      <a:r>
                        <a:rPr lang="zh-CN" altLang="en-US" sz="1400" dirty="0">
                          <a:effectLst/>
                          <a:latin typeface="Microsoft YaHei" charset="-122"/>
                          <a:ea typeface="Microsoft YaHei" charset="-122"/>
                          <a:cs typeface="Microsoft YaHei" charset="-122"/>
                        </a:rPr>
                        <a:t>匹配非特殊字符，即</a:t>
                      </a:r>
                      <a:r>
                        <a:rPr lang="en-US" altLang="zh-CN" sz="1400" dirty="0">
                          <a:effectLst/>
                          <a:latin typeface="Microsoft YaHei" charset="-122"/>
                          <a:ea typeface="Microsoft YaHei" charset="-122"/>
                          <a:cs typeface="Microsoft YaHei" charset="-122"/>
                        </a:rPr>
                        <a:t>a-z</a:t>
                      </a:r>
                      <a:r>
                        <a:rPr lang="zh-CN" altLang="en-US" sz="1400" dirty="0">
                          <a:effectLst/>
                          <a:latin typeface="Microsoft YaHei" charset="-122"/>
                          <a:ea typeface="Microsoft YaHei" charset="-122"/>
                          <a:cs typeface="Microsoft YaHei" charset="-122"/>
                        </a:rPr>
                        <a:t>、</a:t>
                      </a:r>
                      <a:r>
                        <a:rPr lang="en-US" altLang="zh-CN" sz="1400" dirty="0">
                          <a:effectLst/>
                          <a:latin typeface="Microsoft YaHei" charset="-122"/>
                          <a:ea typeface="Microsoft YaHei" charset="-122"/>
                          <a:cs typeface="Microsoft YaHei" charset="-122"/>
                        </a:rPr>
                        <a:t>A-Z</a:t>
                      </a:r>
                      <a:r>
                        <a:rPr lang="zh-CN" altLang="en-US" sz="1400" dirty="0">
                          <a:effectLst/>
                          <a:latin typeface="Microsoft YaHei" charset="-122"/>
                          <a:ea typeface="Microsoft YaHei" charset="-122"/>
                          <a:cs typeface="Microsoft YaHei" charset="-122"/>
                        </a:rPr>
                        <a:t>、</a:t>
                      </a:r>
                      <a:r>
                        <a:rPr lang="en-US" altLang="zh-CN" sz="1400" dirty="0">
                          <a:effectLst/>
                          <a:latin typeface="Microsoft YaHei" charset="-122"/>
                          <a:ea typeface="Microsoft YaHei" charset="-122"/>
                          <a:cs typeface="Microsoft YaHei" charset="-122"/>
                        </a:rPr>
                        <a:t>0-9</a:t>
                      </a:r>
                      <a:r>
                        <a:rPr lang="zh-CN" altLang="en-US" sz="1400" dirty="0">
                          <a:effectLst/>
                          <a:latin typeface="Microsoft YaHei" charset="-122"/>
                          <a:ea typeface="Microsoft YaHei" charset="-122"/>
                          <a:cs typeface="Microsoft YaHei" charset="-122"/>
                        </a:rPr>
                        <a:t>、</a:t>
                      </a:r>
                      <a:r>
                        <a:rPr lang="en-US" altLang="zh-CN" sz="1400" dirty="0">
                          <a:effectLst/>
                          <a:latin typeface="Microsoft YaHei" charset="-122"/>
                          <a:ea typeface="Microsoft YaHei" charset="-122"/>
                          <a:cs typeface="Microsoft YaHei" charset="-122"/>
                        </a:rPr>
                        <a:t>_</a:t>
                      </a:r>
                      <a:r>
                        <a:rPr lang="zh-CN" altLang="en-US" sz="1400" dirty="0">
                          <a:effectLst/>
                          <a:latin typeface="Microsoft YaHei" charset="-122"/>
                          <a:ea typeface="Microsoft YaHei" charset="-122"/>
                          <a:cs typeface="Microsoft YaHei" charset="-122"/>
                        </a:rPr>
                        <a:t>、汉字</a:t>
                      </a:r>
                    </a:p>
                  </a:txBody>
                  <a:tcPr marL="165100" marR="165100" marT="76200" marB="76200" anchor="ctr"/>
                </a:tc>
                <a:extLst>
                  <a:ext uri="{0D108BD9-81ED-4DB2-BD59-A6C34878D82A}">
                    <a16:rowId xmlns:a16="http://schemas.microsoft.com/office/drawing/2014/main" val="10007"/>
                  </a:ext>
                </a:extLst>
              </a:tr>
              <a:tr h="602578">
                <a:tc>
                  <a:txBody>
                    <a:bodyPr/>
                    <a:lstStyle/>
                    <a:p>
                      <a:pPr algn="ctr"/>
                      <a:r>
                        <a:rPr lang="en-US" sz="1400">
                          <a:effectLst/>
                          <a:latin typeface="Microsoft YaHei" charset="-122"/>
                          <a:ea typeface="Microsoft YaHei" charset="-122"/>
                          <a:cs typeface="Microsoft YaHei" charset="-122"/>
                        </a:rPr>
                        <a:t>\W</a:t>
                      </a:r>
                    </a:p>
                  </a:txBody>
                  <a:tcPr marL="165100" marR="165100" marT="76200" marB="76200" anchor="ctr"/>
                </a:tc>
                <a:tc>
                  <a:txBody>
                    <a:bodyPr/>
                    <a:lstStyle/>
                    <a:p>
                      <a:pPr algn="l"/>
                      <a:r>
                        <a:rPr lang="zh-CN" altLang="en-US" sz="1400" dirty="0">
                          <a:effectLst/>
                          <a:latin typeface="Microsoft YaHei" charset="-122"/>
                          <a:ea typeface="Microsoft YaHei" charset="-122"/>
                          <a:cs typeface="Microsoft YaHei" charset="-122"/>
                        </a:rPr>
                        <a:t>匹配特殊字符，即非字母、非数字、非</a:t>
                      </a:r>
                      <a:r>
                        <a:rPr lang="en-US" altLang="zh-CN" sz="1400" dirty="0">
                          <a:effectLst/>
                          <a:latin typeface="Microsoft YaHei" charset="-122"/>
                          <a:ea typeface="Microsoft YaHei" charset="-122"/>
                          <a:cs typeface="Microsoft YaHei" charset="-122"/>
                        </a:rPr>
                        <a:t>_</a:t>
                      </a:r>
                      <a:r>
                        <a:rPr lang="zh-CN" altLang="en-US" sz="1400" dirty="0">
                          <a:effectLst/>
                          <a:latin typeface="Microsoft YaHei" charset="-122"/>
                          <a:ea typeface="Microsoft YaHei" charset="-122"/>
                          <a:cs typeface="Microsoft YaHei" charset="-122"/>
                        </a:rPr>
                        <a:t>、非汉字</a:t>
                      </a:r>
                    </a:p>
                  </a:txBody>
                  <a:tcPr marL="165100" marR="165100" marT="76200" marB="76200" anchor="ct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5168450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4E468FD1-247F-4B0A-A250-DF40F239CEF0}"/>
              </a:ext>
            </a:extLst>
          </p:cNvPr>
          <p:cNvSpPr>
            <a:spLocks noGrp="1"/>
          </p:cNvSpPr>
          <p:nvPr>
            <p:ph type="title"/>
          </p:nvPr>
        </p:nvSpPr>
        <p:spPr/>
        <p:txBody>
          <a:bodyPr/>
          <a:lstStyle/>
          <a:p>
            <a:r>
              <a:rPr lang="zh-CN" altLang="en-US" b="1" i="0" dirty="0">
                <a:solidFill>
                  <a:srgbClr val="333333"/>
                </a:solidFill>
                <a:effectLst/>
                <a:latin typeface="Helvetica Neue"/>
              </a:rPr>
              <a:t>正则表达式编写</a:t>
            </a:r>
            <a:endParaRPr lang="zh-CN" altLang="en-US" dirty="0"/>
          </a:p>
        </p:txBody>
      </p:sp>
      <p:sp>
        <p:nvSpPr>
          <p:cNvPr id="5" name="标题占位符 1">
            <a:extLst>
              <a:ext uri="{FF2B5EF4-FFF2-40B4-BE49-F238E27FC236}">
                <a16:creationId xmlns:a16="http://schemas.microsoft.com/office/drawing/2014/main" id="{2C968A48-EFB1-4376-AB5C-F8372E1087AD}"/>
              </a:ext>
            </a:extLst>
          </p:cNvPr>
          <p:cNvSpPr txBox="1">
            <a:spLocks noChangeArrowheads="1"/>
          </p:cNvSpPr>
          <p:nvPr/>
        </p:nvSpPr>
        <p:spPr bwMode="auto">
          <a:xfrm>
            <a:off x="2538413" y="2581275"/>
            <a:ext cx="1720850" cy="80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lnSpc>
                <a:spcPct val="90000"/>
              </a:lnSpc>
            </a:pPr>
            <a:r>
              <a:rPr lang="zh-CN" altLang="en-US" sz="3200" b="1">
                <a:solidFill>
                  <a:srgbClr val="262626"/>
                </a:solidFill>
                <a:latin typeface="微软雅黑" panose="020B0503020204020204" pitchFamily="34" charset="-122"/>
                <a:ea typeface="微软雅黑" panose="020B0503020204020204" pitchFamily="34" charset="-122"/>
                <a:sym typeface="+mn-ea"/>
              </a:rPr>
              <a:t>目标</a:t>
            </a:r>
            <a:endParaRPr lang="zh-TW" altLang="zh-CN" sz="3200" b="1">
              <a:solidFill>
                <a:srgbClr val="262626"/>
              </a:solidFill>
              <a:latin typeface="微软雅黑" panose="020B0503020204020204" pitchFamily="34" charset="-122"/>
              <a:ea typeface="微软雅黑" panose="020B0503020204020204" pitchFamily="34" charset="-122"/>
              <a:sym typeface="+mn-ea"/>
            </a:endParaRPr>
          </a:p>
        </p:txBody>
      </p:sp>
      <p:cxnSp>
        <p:nvCxnSpPr>
          <p:cNvPr id="6" name="直接连接符 5">
            <a:extLst>
              <a:ext uri="{FF2B5EF4-FFF2-40B4-BE49-F238E27FC236}">
                <a16:creationId xmlns:a16="http://schemas.microsoft.com/office/drawing/2014/main" id="{E0B0D6AA-593F-455C-BCDE-168DBB5BE3D7}"/>
              </a:ext>
            </a:extLst>
          </p:cNvPr>
          <p:cNvCxnSpPr/>
          <p:nvPr/>
        </p:nvCxnSpPr>
        <p:spPr>
          <a:xfrm>
            <a:off x="4843463" y="2041525"/>
            <a:ext cx="0" cy="2447925"/>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7" name="椭圆 6">
            <a:extLst>
              <a:ext uri="{FF2B5EF4-FFF2-40B4-BE49-F238E27FC236}">
                <a16:creationId xmlns:a16="http://schemas.microsoft.com/office/drawing/2014/main" id="{65CF2443-32FB-43AD-A751-E4807445DA28}"/>
              </a:ext>
            </a:extLst>
          </p:cNvPr>
          <p:cNvSpPr/>
          <p:nvPr/>
        </p:nvSpPr>
        <p:spPr>
          <a:xfrm>
            <a:off x="4806950" y="2005013"/>
            <a:ext cx="73025" cy="7143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8" name="椭圆 7">
            <a:extLst>
              <a:ext uri="{FF2B5EF4-FFF2-40B4-BE49-F238E27FC236}">
                <a16:creationId xmlns:a16="http://schemas.microsoft.com/office/drawing/2014/main" id="{C940E2D0-ED20-464D-BC20-FA84B4DEC66D}"/>
              </a:ext>
            </a:extLst>
          </p:cNvPr>
          <p:cNvSpPr/>
          <p:nvPr/>
        </p:nvSpPr>
        <p:spPr>
          <a:xfrm>
            <a:off x="4806950" y="4489450"/>
            <a:ext cx="73025" cy="7143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9" name="标题占位符 1">
            <a:extLst>
              <a:ext uri="{FF2B5EF4-FFF2-40B4-BE49-F238E27FC236}">
                <a16:creationId xmlns:a16="http://schemas.microsoft.com/office/drawing/2014/main" id="{08BA02A7-99FE-454C-976A-C05AEA2837F1}"/>
              </a:ext>
            </a:extLst>
          </p:cNvPr>
          <p:cNvSpPr txBox="1">
            <a:spLocks noChangeArrowheads="1"/>
          </p:cNvSpPr>
          <p:nvPr/>
        </p:nvSpPr>
        <p:spPr bwMode="auto">
          <a:xfrm>
            <a:off x="2754313" y="3230563"/>
            <a:ext cx="2116137" cy="515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defRPr/>
            </a:pPr>
            <a:r>
              <a:rPr lang="en-US" altLang="zh-CN" sz="2400" b="1" kern="0" dirty="0">
                <a:solidFill>
                  <a:srgbClr val="FF0000"/>
                </a:solidFill>
                <a:latin typeface="微软雅黑" panose="020B0503020204020204" pitchFamily="34" charset="-122"/>
                <a:ea typeface="微软雅黑" panose="020B0503020204020204" pitchFamily="34" charset="-122"/>
                <a:sym typeface="+mn-ea"/>
              </a:rPr>
              <a:t>TARGET</a:t>
            </a:r>
            <a:endParaRPr lang="zh-TW" altLang="zh-CN" sz="2400" b="1" kern="0" dirty="0">
              <a:solidFill>
                <a:srgbClr val="FF0000"/>
              </a:solidFill>
              <a:latin typeface="微软雅黑" panose="020B0503020204020204" pitchFamily="34" charset="-122"/>
              <a:ea typeface="微软雅黑" panose="020B0503020204020204" pitchFamily="34" charset="-122"/>
              <a:sym typeface="+mn-ea"/>
            </a:endParaRPr>
          </a:p>
        </p:txBody>
      </p:sp>
      <p:sp>
        <p:nvSpPr>
          <p:cNvPr id="10" name="矩形 9">
            <a:extLst>
              <a:ext uri="{FF2B5EF4-FFF2-40B4-BE49-F238E27FC236}">
                <a16:creationId xmlns:a16="http://schemas.microsoft.com/office/drawing/2014/main" id="{EBECCA24-D160-4FC9-8678-2159DF0E2990}"/>
              </a:ext>
            </a:extLst>
          </p:cNvPr>
          <p:cNvSpPr/>
          <p:nvPr/>
        </p:nvSpPr>
        <p:spPr>
          <a:xfrm>
            <a:off x="5275337" y="2796927"/>
            <a:ext cx="3833037" cy="562783"/>
          </a:xfrm>
          <a:prstGeom prst="rect">
            <a:avLst/>
          </a:prstGeom>
        </p:spPr>
        <p:txBody>
          <a:bodyPr wrap="none">
            <a:spAutoFit/>
          </a:bodyPr>
          <a:lstStyle/>
          <a:p>
            <a:pPr>
              <a:lnSpc>
                <a:spcPct val="200000"/>
              </a:lnSpc>
              <a:buFont typeface="Wingdings" charset="2"/>
              <a:buChar char="u"/>
            </a:pPr>
            <a:r>
              <a:rPr lang="zh-CN" altLang="en-US" dirty="0">
                <a:latin typeface="Microsoft YaHei" panose="020B0503020204020204" pitchFamily="34" charset="-122"/>
                <a:ea typeface="Microsoft YaHei" panose="020B0503020204020204" pitchFamily="34" charset="-122"/>
              </a:rPr>
              <a:t> </a:t>
            </a:r>
            <a:r>
              <a:rPr lang="en-US" altLang="zh-CN" dirty="0">
                <a:latin typeface="Microsoft YaHei" panose="020B0503020204020204" pitchFamily="34" charset="-122"/>
                <a:ea typeface="Microsoft YaHei" panose="020B0503020204020204" pitchFamily="34" charset="-122"/>
              </a:rPr>
              <a:t>2</a:t>
            </a:r>
            <a:r>
              <a:rPr lang="zh-CN" altLang="en-US" dirty="0">
                <a:latin typeface="Microsoft YaHei" panose="020B0503020204020204" pitchFamily="34" charset="-122"/>
                <a:ea typeface="Microsoft YaHei" panose="020B0503020204020204" pitchFamily="34" charset="-122"/>
              </a:rPr>
              <a:t>、能够使用</a:t>
            </a:r>
            <a:r>
              <a:rPr lang="en-US" altLang="zh-CN" dirty="0">
                <a:latin typeface="Microsoft YaHei" panose="020B0503020204020204" pitchFamily="34" charset="-122"/>
                <a:ea typeface="Microsoft YaHei" panose="020B0503020204020204" pitchFamily="34" charset="-122"/>
              </a:rPr>
              <a:t>re</a:t>
            </a:r>
            <a:r>
              <a:rPr lang="zh-CN" altLang="en-US" dirty="0">
                <a:latin typeface="Microsoft YaHei" panose="020B0503020204020204" pitchFamily="34" charset="-122"/>
                <a:ea typeface="Microsoft YaHei" panose="020B0503020204020204" pitchFamily="34" charset="-122"/>
              </a:rPr>
              <a:t>模块匹配多个字符</a:t>
            </a:r>
            <a:endParaRPr lang="en-US" altLang="zh-CN" dirty="0">
              <a:latin typeface="微软雅黑" charset="-122"/>
              <a:ea typeface="微软雅黑" charset="-122"/>
            </a:endParaRPr>
          </a:p>
        </p:txBody>
      </p:sp>
    </p:spTree>
    <p:extLst>
      <p:ext uri="{BB962C8B-B14F-4D97-AF65-F5344CB8AC3E}">
        <p14:creationId xmlns:p14="http://schemas.microsoft.com/office/powerpoint/2010/main" val="116597761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764C089C-0935-5E44-B9F7-7E9F84DDBA17}"/>
              </a:ext>
            </a:extLst>
          </p:cNvPr>
          <p:cNvSpPr>
            <a:spLocks noGrp="1"/>
          </p:cNvSpPr>
          <p:nvPr>
            <p:ph type="title"/>
          </p:nvPr>
        </p:nvSpPr>
        <p:spPr/>
        <p:txBody>
          <a:bodyPr/>
          <a:lstStyle/>
          <a:p>
            <a:r>
              <a:rPr kumimoji="1" lang="zh-CN" altLang="en-US" dirty="0"/>
              <a:t>正则表达式编写</a:t>
            </a:r>
          </a:p>
        </p:txBody>
      </p:sp>
      <p:sp>
        <p:nvSpPr>
          <p:cNvPr id="4" name="文本占位符 3">
            <a:extLst>
              <a:ext uri="{FF2B5EF4-FFF2-40B4-BE49-F238E27FC236}">
                <a16:creationId xmlns:a16="http://schemas.microsoft.com/office/drawing/2014/main" id="{6CF94E84-6F22-C942-A1D4-BA6A5DBD17DC}"/>
              </a:ext>
            </a:extLst>
          </p:cNvPr>
          <p:cNvSpPr>
            <a:spLocks noGrp="1"/>
          </p:cNvSpPr>
          <p:nvPr>
            <p:ph type="body" sz="quarter" idx="10"/>
          </p:nvPr>
        </p:nvSpPr>
        <p:spPr/>
        <p:txBody>
          <a:bodyPr/>
          <a:lstStyle/>
          <a:p>
            <a:r>
              <a:rPr lang="en-US" altLang="zh-CN" dirty="0">
                <a:latin typeface="Microsoft YaHei" panose="020B0503020204020204" pitchFamily="34" charset="-122"/>
                <a:ea typeface="Microsoft YaHei" panose="020B0503020204020204" pitchFamily="34" charset="-122"/>
              </a:rPr>
              <a:t>1</a:t>
            </a:r>
            <a:r>
              <a:rPr lang="zh-CN" altLang="en-US" dirty="0">
                <a:latin typeface="Microsoft YaHei" panose="020B0503020204020204" pitchFamily="34" charset="-122"/>
                <a:ea typeface="Microsoft YaHei" panose="020B0503020204020204" pitchFamily="34" charset="-122"/>
              </a:rPr>
              <a:t>、能够使用</a:t>
            </a:r>
            <a:r>
              <a:rPr lang="en-US" altLang="zh-CN" dirty="0">
                <a:latin typeface="Microsoft YaHei" panose="020B0503020204020204" pitchFamily="34" charset="-122"/>
                <a:ea typeface="Microsoft YaHei" panose="020B0503020204020204" pitchFamily="34" charset="-122"/>
              </a:rPr>
              <a:t>re</a:t>
            </a:r>
            <a:r>
              <a:rPr lang="zh-CN" altLang="en-US" dirty="0">
                <a:latin typeface="Microsoft YaHei" panose="020B0503020204020204" pitchFamily="34" charset="-122"/>
                <a:ea typeface="Microsoft YaHei" panose="020B0503020204020204" pitchFamily="34" charset="-122"/>
              </a:rPr>
              <a:t>模块匹配多个字符</a:t>
            </a:r>
            <a:endParaRPr lang="zh-CN" altLang="en-US" b="1" i="0" dirty="0">
              <a:solidFill>
                <a:srgbClr val="333333"/>
              </a:solidFill>
              <a:effectLst/>
              <a:latin typeface="Helvetica Neue"/>
            </a:endParaRPr>
          </a:p>
        </p:txBody>
      </p:sp>
      <p:graphicFrame>
        <p:nvGraphicFramePr>
          <p:cNvPr id="6" name="表格 5">
            <a:extLst>
              <a:ext uri="{FF2B5EF4-FFF2-40B4-BE49-F238E27FC236}">
                <a16:creationId xmlns:a16="http://schemas.microsoft.com/office/drawing/2014/main" id="{30FB3B82-60D3-4E2B-BBFA-073730A96B77}"/>
              </a:ext>
            </a:extLst>
          </p:cNvPr>
          <p:cNvGraphicFramePr>
            <a:graphicFrameLocks noGrp="1"/>
          </p:cNvGraphicFramePr>
          <p:nvPr>
            <p:extLst>
              <p:ext uri="{D42A27DB-BD31-4B8C-83A1-F6EECF244321}">
                <p14:modId xmlns:p14="http://schemas.microsoft.com/office/powerpoint/2010/main" val="2138373019"/>
              </p:ext>
            </p:extLst>
          </p:nvPr>
        </p:nvGraphicFramePr>
        <p:xfrm>
          <a:off x="971599" y="1923678"/>
          <a:ext cx="10488880" cy="3538064"/>
        </p:xfrm>
        <a:graphic>
          <a:graphicData uri="http://schemas.openxmlformats.org/drawingml/2006/table">
            <a:tbl>
              <a:tblPr firstRow="1" bandRow="1">
                <a:tableStyleId>{5C22544A-7EE6-4342-B048-85BDC9FD1C3A}</a:tableStyleId>
              </a:tblPr>
              <a:tblGrid>
                <a:gridCol w="2457401">
                  <a:extLst>
                    <a:ext uri="{9D8B030D-6E8A-4147-A177-3AD203B41FA5}">
                      <a16:colId xmlns:a16="http://schemas.microsoft.com/office/drawing/2014/main" val="20000"/>
                    </a:ext>
                  </a:extLst>
                </a:gridCol>
                <a:gridCol w="8031479">
                  <a:extLst>
                    <a:ext uri="{9D8B030D-6E8A-4147-A177-3AD203B41FA5}">
                      <a16:colId xmlns:a16="http://schemas.microsoft.com/office/drawing/2014/main" val="20001"/>
                    </a:ext>
                  </a:extLst>
                </a:gridCol>
              </a:tblGrid>
              <a:tr h="505197">
                <a:tc>
                  <a:txBody>
                    <a:bodyPr/>
                    <a:lstStyle/>
                    <a:p>
                      <a:pPr algn="ctr"/>
                      <a:r>
                        <a:rPr lang="zh-CN" altLang="en-US" dirty="0"/>
                        <a:t>代码</a:t>
                      </a:r>
                    </a:p>
                  </a:txBody>
                  <a:tcPr/>
                </a:tc>
                <a:tc>
                  <a:txBody>
                    <a:bodyPr/>
                    <a:lstStyle/>
                    <a:p>
                      <a:pPr algn="ctr"/>
                      <a:r>
                        <a:rPr lang="zh-CN" altLang="en-US" dirty="0"/>
                        <a:t>功能</a:t>
                      </a:r>
                    </a:p>
                  </a:txBody>
                  <a:tcPr/>
                </a:tc>
                <a:extLst>
                  <a:ext uri="{0D108BD9-81ED-4DB2-BD59-A6C34878D82A}">
                    <a16:rowId xmlns:a16="http://schemas.microsoft.com/office/drawing/2014/main" val="10000"/>
                  </a:ext>
                </a:extLst>
              </a:tr>
              <a:tr h="663112">
                <a:tc>
                  <a:txBody>
                    <a:bodyPr/>
                    <a:lstStyle/>
                    <a:p>
                      <a:pPr algn="ctr"/>
                      <a:r>
                        <a:rPr lang="en-US" sz="1400" dirty="0">
                          <a:effectLst/>
                          <a:latin typeface="Microsoft YaHei" charset="-122"/>
                          <a:ea typeface="Microsoft YaHei" charset="-122"/>
                          <a:cs typeface="Microsoft YaHei" charset="-122"/>
                        </a:rPr>
                        <a:t>*</a:t>
                      </a:r>
                    </a:p>
                  </a:txBody>
                  <a:tcPr marL="165100" marR="165100" marT="76200" marB="76200" anchor="ctr"/>
                </a:tc>
                <a:tc>
                  <a:txBody>
                    <a:bodyPr/>
                    <a:lstStyle/>
                    <a:p>
                      <a:pPr algn="l"/>
                      <a:r>
                        <a:rPr lang="zh-CN" altLang="en-US" sz="1400">
                          <a:effectLst/>
                          <a:latin typeface="Microsoft YaHei" charset="-122"/>
                          <a:ea typeface="Microsoft YaHei" charset="-122"/>
                          <a:cs typeface="Microsoft YaHei" charset="-122"/>
                        </a:rPr>
                        <a:t>匹配前一个字符出现</a:t>
                      </a:r>
                      <a:r>
                        <a:rPr lang="en-US" altLang="zh-CN" sz="1400">
                          <a:effectLst/>
                          <a:latin typeface="Microsoft YaHei" charset="-122"/>
                          <a:ea typeface="Microsoft YaHei" charset="-122"/>
                          <a:cs typeface="Microsoft YaHei" charset="-122"/>
                        </a:rPr>
                        <a:t>0</a:t>
                      </a:r>
                      <a:r>
                        <a:rPr lang="zh-CN" altLang="en-US" sz="1400">
                          <a:effectLst/>
                          <a:latin typeface="Microsoft YaHei" charset="-122"/>
                          <a:ea typeface="Microsoft YaHei" charset="-122"/>
                          <a:cs typeface="Microsoft YaHei" charset="-122"/>
                        </a:rPr>
                        <a:t>次或者无限次，即可有可无</a:t>
                      </a:r>
                    </a:p>
                  </a:txBody>
                  <a:tcPr marL="165100" marR="165100" marT="76200" marB="76200" anchor="ctr"/>
                </a:tc>
                <a:extLst>
                  <a:ext uri="{0D108BD9-81ED-4DB2-BD59-A6C34878D82A}">
                    <a16:rowId xmlns:a16="http://schemas.microsoft.com/office/drawing/2014/main" val="10001"/>
                  </a:ext>
                </a:extLst>
              </a:tr>
              <a:tr h="663112">
                <a:tc>
                  <a:txBody>
                    <a:bodyPr/>
                    <a:lstStyle/>
                    <a:p>
                      <a:pPr algn="ctr"/>
                      <a:r>
                        <a:rPr lang="en-US" altLang="zh-CN" sz="1400" dirty="0">
                          <a:effectLst/>
                          <a:latin typeface="Microsoft YaHei" charset="-122"/>
                          <a:ea typeface="Microsoft YaHei" charset="-122"/>
                          <a:cs typeface="Microsoft YaHei" charset="-122"/>
                        </a:rPr>
                        <a:t>+</a:t>
                      </a:r>
                    </a:p>
                  </a:txBody>
                  <a:tcPr marL="165100" marR="165100" marT="76200" marB="76200" anchor="ctr"/>
                </a:tc>
                <a:tc>
                  <a:txBody>
                    <a:bodyPr/>
                    <a:lstStyle/>
                    <a:p>
                      <a:pPr algn="l"/>
                      <a:r>
                        <a:rPr lang="zh-CN" altLang="en-US" sz="1400" dirty="0">
                          <a:effectLst/>
                          <a:latin typeface="Microsoft YaHei" charset="-122"/>
                          <a:ea typeface="Microsoft YaHei" charset="-122"/>
                          <a:cs typeface="Microsoft YaHei" charset="-122"/>
                        </a:rPr>
                        <a:t>匹配前一个字符出现</a:t>
                      </a:r>
                      <a:r>
                        <a:rPr lang="en-US" altLang="zh-CN" sz="1400" dirty="0">
                          <a:effectLst/>
                          <a:latin typeface="Microsoft YaHei" charset="-122"/>
                          <a:ea typeface="Microsoft YaHei" charset="-122"/>
                          <a:cs typeface="Microsoft YaHei" charset="-122"/>
                        </a:rPr>
                        <a:t>1</a:t>
                      </a:r>
                      <a:r>
                        <a:rPr lang="zh-CN" altLang="en-US" sz="1400" dirty="0">
                          <a:effectLst/>
                          <a:latin typeface="Microsoft YaHei" charset="-122"/>
                          <a:ea typeface="Microsoft YaHei" charset="-122"/>
                          <a:cs typeface="Microsoft YaHei" charset="-122"/>
                        </a:rPr>
                        <a:t>次或者无限次，即至少有</a:t>
                      </a:r>
                      <a:r>
                        <a:rPr lang="en-US" altLang="zh-CN" sz="1400" dirty="0">
                          <a:effectLst/>
                          <a:latin typeface="Microsoft YaHei" charset="-122"/>
                          <a:ea typeface="Microsoft YaHei" charset="-122"/>
                          <a:cs typeface="Microsoft YaHei" charset="-122"/>
                        </a:rPr>
                        <a:t>1</a:t>
                      </a:r>
                      <a:r>
                        <a:rPr lang="zh-CN" altLang="en-US" sz="1400" dirty="0">
                          <a:effectLst/>
                          <a:latin typeface="Microsoft YaHei" charset="-122"/>
                          <a:ea typeface="Microsoft YaHei" charset="-122"/>
                          <a:cs typeface="Microsoft YaHei" charset="-122"/>
                        </a:rPr>
                        <a:t>次</a:t>
                      </a:r>
                    </a:p>
                  </a:txBody>
                  <a:tcPr marL="165100" marR="165100" marT="76200" marB="76200" anchor="ctr"/>
                </a:tc>
                <a:extLst>
                  <a:ext uri="{0D108BD9-81ED-4DB2-BD59-A6C34878D82A}">
                    <a16:rowId xmlns:a16="http://schemas.microsoft.com/office/drawing/2014/main" val="10002"/>
                  </a:ext>
                </a:extLst>
              </a:tr>
              <a:tr h="665627">
                <a:tc>
                  <a:txBody>
                    <a:bodyPr/>
                    <a:lstStyle/>
                    <a:p>
                      <a:pPr algn="ctr"/>
                      <a:r>
                        <a:rPr lang="ru-RU" sz="1400" dirty="0">
                          <a:effectLst/>
                          <a:latin typeface="Microsoft YaHei" charset="-122"/>
                          <a:ea typeface="Microsoft YaHei" charset="-122"/>
                          <a:cs typeface="Microsoft YaHei" charset="-122"/>
                        </a:rPr>
                        <a:t>?</a:t>
                      </a:r>
                    </a:p>
                  </a:txBody>
                  <a:tcPr marL="165100" marR="165100" marT="76200" marB="76200" anchor="ctr"/>
                </a:tc>
                <a:tc>
                  <a:txBody>
                    <a:bodyPr/>
                    <a:lstStyle/>
                    <a:p>
                      <a:pPr algn="l"/>
                      <a:r>
                        <a:rPr lang="zh-CN" altLang="en-US" sz="1400" dirty="0">
                          <a:effectLst/>
                          <a:latin typeface="Microsoft YaHei" charset="-122"/>
                          <a:ea typeface="Microsoft YaHei" charset="-122"/>
                          <a:cs typeface="Microsoft YaHei" charset="-122"/>
                        </a:rPr>
                        <a:t>匹配前一个字符出现</a:t>
                      </a:r>
                      <a:r>
                        <a:rPr lang="en-US" altLang="zh-CN" sz="1400" dirty="0">
                          <a:effectLst/>
                          <a:latin typeface="Microsoft YaHei" charset="-122"/>
                          <a:ea typeface="Microsoft YaHei" charset="-122"/>
                          <a:cs typeface="Microsoft YaHei" charset="-122"/>
                        </a:rPr>
                        <a:t>1</a:t>
                      </a:r>
                      <a:r>
                        <a:rPr lang="zh-CN" altLang="en-US" sz="1400" dirty="0">
                          <a:effectLst/>
                          <a:latin typeface="Microsoft YaHei" charset="-122"/>
                          <a:ea typeface="Microsoft YaHei" charset="-122"/>
                          <a:cs typeface="Microsoft YaHei" charset="-122"/>
                        </a:rPr>
                        <a:t>次或者</a:t>
                      </a:r>
                      <a:r>
                        <a:rPr lang="en-US" altLang="zh-CN" sz="1400" dirty="0">
                          <a:effectLst/>
                          <a:latin typeface="Microsoft YaHei" charset="-122"/>
                          <a:ea typeface="Microsoft YaHei" charset="-122"/>
                          <a:cs typeface="Microsoft YaHei" charset="-122"/>
                        </a:rPr>
                        <a:t>0</a:t>
                      </a:r>
                      <a:r>
                        <a:rPr lang="zh-CN" altLang="en-US" sz="1400" dirty="0">
                          <a:effectLst/>
                          <a:latin typeface="Microsoft YaHei" charset="-122"/>
                          <a:ea typeface="Microsoft YaHei" charset="-122"/>
                          <a:cs typeface="Microsoft YaHei" charset="-122"/>
                        </a:rPr>
                        <a:t>次，即要么有</a:t>
                      </a:r>
                      <a:r>
                        <a:rPr lang="en-US" altLang="zh-CN" sz="1400" dirty="0">
                          <a:effectLst/>
                          <a:latin typeface="Microsoft YaHei" charset="-122"/>
                          <a:ea typeface="Microsoft YaHei" charset="-122"/>
                          <a:cs typeface="Microsoft YaHei" charset="-122"/>
                        </a:rPr>
                        <a:t>1</a:t>
                      </a:r>
                      <a:r>
                        <a:rPr lang="zh-CN" altLang="en-US" sz="1400" dirty="0">
                          <a:effectLst/>
                          <a:latin typeface="Microsoft YaHei" charset="-122"/>
                          <a:ea typeface="Microsoft YaHei" charset="-122"/>
                          <a:cs typeface="Microsoft YaHei" charset="-122"/>
                        </a:rPr>
                        <a:t>次，要么没有</a:t>
                      </a:r>
                    </a:p>
                  </a:txBody>
                  <a:tcPr marL="165100" marR="165100" marT="76200" marB="76200" anchor="ctr"/>
                </a:tc>
                <a:extLst>
                  <a:ext uri="{0D108BD9-81ED-4DB2-BD59-A6C34878D82A}">
                    <a16:rowId xmlns:a16="http://schemas.microsoft.com/office/drawing/2014/main" val="10003"/>
                  </a:ext>
                </a:extLst>
              </a:tr>
              <a:tr h="520508">
                <a:tc>
                  <a:txBody>
                    <a:bodyPr/>
                    <a:lstStyle/>
                    <a:p>
                      <a:pPr algn="ctr"/>
                      <a:r>
                        <a:rPr lang="en-US" altLang="zh-CN" sz="1400" dirty="0">
                          <a:effectLst/>
                          <a:latin typeface="Microsoft YaHei" charset="-122"/>
                          <a:ea typeface="Microsoft YaHei" charset="-122"/>
                          <a:cs typeface="Microsoft YaHei" charset="-122"/>
                        </a:rPr>
                        <a:t>{m}</a:t>
                      </a:r>
                    </a:p>
                  </a:txBody>
                  <a:tcPr marL="165100" marR="165100" marT="76200" marB="76200" anchor="ctr"/>
                </a:tc>
                <a:tc>
                  <a:txBody>
                    <a:bodyPr/>
                    <a:lstStyle/>
                    <a:p>
                      <a:pPr algn="l"/>
                      <a:r>
                        <a:rPr lang="zh-CN" altLang="en-US" sz="1400" dirty="0">
                          <a:effectLst/>
                          <a:latin typeface="Microsoft YaHei" charset="-122"/>
                          <a:ea typeface="Microsoft YaHei" charset="-122"/>
                          <a:cs typeface="Microsoft YaHei" charset="-122"/>
                        </a:rPr>
                        <a:t>匹配前一个字符出现</a:t>
                      </a:r>
                      <a:r>
                        <a:rPr lang="en-US" altLang="zh-CN" sz="1400" dirty="0">
                          <a:effectLst/>
                          <a:latin typeface="Microsoft YaHei" charset="-122"/>
                          <a:ea typeface="Microsoft YaHei" charset="-122"/>
                          <a:cs typeface="Microsoft YaHei" charset="-122"/>
                        </a:rPr>
                        <a:t>m</a:t>
                      </a:r>
                      <a:r>
                        <a:rPr lang="zh-CN" altLang="en-US" sz="1400" dirty="0">
                          <a:effectLst/>
                          <a:latin typeface="Microsoft YaHei" charset="-122"/>
                          <a:ea typeface="Microsoft YaHei" charset="-122"/>
                          <a:cs typeface="Microsoft YaHei" charset="-122"/>
                        </a:rPr>
                        <a:t>次</a:t>
                      </a:r>
                    </a:p>
                  </a:txBody>
                  <a:tcPr marL="165100" marR="165100" marT="76200" marB="76200" anchor="ctr"/>
                </a:tc>
                <a:extLst>
                  <a:ext uri="{0D108BD9-81ED-4DB2-BD59-A6C34878D82A}">
                    <a16:rowId xmlns:a16="http://schemas.microsoft.com/office/drawing/2014/main" val="10004"/>
                  </a:ext>
                </a:extLst>
              </a:tr>
              <a:tr h="520508">
                <a:tc>
                  <a:txBody>
                    <a:bodyPr/>
                    <a:lstStyle/>
                    <a:p>
                      <a:pPr algn="ctr"/>
                      <a:r>
                        <a:rPr lang="da-DK" sz="1400" dirty="0">
                          <a:effectLst/>
                          <a:latin typeface="Microsoft YaHei" charset="-122"/>
                          <a:ea typeface="Microsoft YaHei" charset="-122"/>
                          <a:cs typeface="Microsoft YaHei" charset="-122"/>
                        </a:rPr>
                        <a:t>{m,n}</a:t>
                      </a:r>
                    </a:p>
                  </a:txBody>
                  <a:tcPr marL="165100" marR="165100" marT="76200" marB="76200" anchor="ctr"/>
                </a:tc>
                <a:tc>
                  <a:txBody>
                    <a:bodyPr/>
                    <a:lstStyle/>
                    <a:p>
                      <a:pPr algn="l"/>
                      <a:r>
                        <a:rPr lang="zh-CN" altLang="en-US" sz="1400" dirty="0">
                          <a:effectLst/>
                          <a:latin typeface="Microsoft YaHei" charset="-122"/>
                          <a:ea typeface="Microsoft YaHei" charset="-122"/>
                          <a:cs typeface="Microsoft YaHei" charset="-122"/>
                        </a:rPr>
                        <a:t>匹配前一个字符出现从</a:t>
                      </a:r>
                      <a:r>
                        <a:rPr lang="en-US" altLang="zh-CN" sz="1400" dirty="0">
                          <a:effectLst/>
                          <a:latin typeface="Microsoft YaHei" charset="-122"/>
                          <a:ea typeface="Microsoft YaHei" charset="-122"/>
                          <a:cs typeface="Microsoft YaHei" charset="-122"/>
                        </a:rPr>
                        <a:t>m</a:t>
                      </a:r>
                      <a:r>
                        <a:rPr lang="zh-CN" altLang="en-US" sz="1400" dirty="0">
                          <a:effectLst/>
                          <a:latin typeface="Microsoft YaHei" charset="-122"/>
                          <a:ea typeface="Microsoft YaHei" charset="-122"/>
                          <a:cs typeface="Microsoft YaHei" charset="-122"/>
                        </a:rPr>
                        <a:t>到</a:t>
                      </a:r>
                      <a:r>
                        <a:rPr lang="en-US" altLang="zh-CN" sz="1400" dirty="0">
                          <a:effectLst/>
                          <a:latin typeface="Microsoft YaHei" charset="-122"/>
                          <a:ea typeface="Microsoft YaHei" charset="-122"/>
                          <a:cs typeface="Microsoft YaHei" charset="-122"/>
                        </a:rPr>
                        <a:t>n</a:t>
                      </a:r>
                      <a:r>
                        <a:rPr lang="zh-CN" altLang="en-US" sz="1400" dirty="0">
                          <a:effectLst/>
                          <a:latin typeface="Microsoft YaHei" charset="-122"/>
                          <a:ea typeface="Microsoft YaHei" charset="-122"/>
                          <a:cs typeface="Microsoft YaHei" charset="-122"/>
                        </a:rPr>
                        <a:t>次</a:t>
                      </a:r>
                    </a:p>
                  </a:txBody>
                  <a:tcPr marL="165100" marR="165100" marT="76200" marB="76200" anchor="ct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4045024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764C089C-0935-5E44-B9F7-7E9F84DDBA17}"/>
              </a:ext>
            </a:extLst>
          </p:cNvPr>
          <p:cNvSpPr>
            <a:spLocks noGrp="1"/>
          </p:cNvSpPr>
          <p:nvPr>
            <p:ph type="title"/>
          </p:nvPr>
        </p:nvSpPr>
        <p:spPr/>
        <p:txBody>
          <a:bodyPr/>
          <a:lstStyle/>
          <a:p>
            <a:r>
              <a:rPr kumimoji="1" lang="zh-CN" altLang="en-US" dirty="0"/>
              <a:t>正则表达式编写</a:t>
            </a:r>
          </a:p>
        </p:txBody>
      </p:sp>
      <p:sp>
        <p:nvSpPr>
          <p:cNvPr id="4" name="文本占位符 3">
            <a:extLst>
              <a:ext uri="{FF2B5EF4-FFF2-40B4-BE49-F238E27FC236}">
                <a16:creationId xmlns:a16="http://schemas.microsoft.com/office/drawing/2014/main" id="{6CF94E84-6F22-C942-A1D4-BA6A5DBD17DC}"/>
              </a:ext>
            </a:extLst>
          </p:cNvPr>
          <p:cNvSpPr>
            <a:spLocks noGrp="1"/>
          </p:cNvSpPr>
          <p:nvPr>
            <p:ph type="body" sz="quarter" idx="10"/>
          </p:nvPr>
        </p:nvSpPr>
        <p:spPr/>
        <p:txBody>
          <a:bodyPr/>
          <a:lstStyle/>
          <a:p>
            <a:r>
              <a:rPr lang="en-US" altLang="zh-CN" dirty="0">
                <a:latin typeface="Microsoft YaHei" panose="020B0503020204020204" pitchFamily="34" charset="-122"/>
                <a:ea typeface="Microsoft YaHei" panose="020B0503020204020204" pitchFamily="34" charset="-122"/>
              </a:rPr>
              <a:t>2</a:t>
            </a:r>
            <a:r>
              <a:rPr lang="zh-CN" altLang="en-US" dirty="0">
                <a:latin typeface="Microsoft YaHei" panose="020B0503020204020204" pitchFamily="34" charset="-122"/>
                <a:ea typeface="Microsoft YaHei" panose="020B0503020204020204" pitchFamily="34" charset="-122"/>
              </a:rPr>
              <a:t>、总结</a:t>
            </a:r>
            <a:endParaRPr lang="zh-CN" altLang="en-US" b="1" i="0" dirty="0">
              <a:solidFill>
                <a:srgbClr val="333333"/>
              </a:solidFill>
              <a:effectLst/>
              <a:latin typeface="Helvetica Neue"/>
            </a:endParaRPr>
          </a:p>
        </p:txBody>
      </p:sp>
      <p:sp>
        <p:nvSpPr>
          <p:cNvPr id="5" name="矩形 4">
            <a:extLst>
              <a:ext uri="{FF2B5EF4-FFF2-40B4-BE49-F238E27FC236}">
                <a16:creationId xmlns:a16="http://schemas.microsoft.com/office/drawing/2014/main" id="{6B848736-5A07-44CE-8390-DE8012629230}"/>
              </a:ext>
            </a:extLst>
          </p:cNvPr>
          <p:cNvSpPr/>
          <p:nvPr/>
        </p:nvSpPr>
        <p:spPr>
          <a:xfrm rot="2700000">
            <a:off x="1716088" y="2586038"/>
            <a:ext cx="1544637" cy="1544637"/>
          </a:xfrm>
          <a:prstGeom prst="rect">
            <a:avLst/>
          </a:prstGeom>
          <a:noFill/>
          <a:ln w="63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微软雅黑" pitchFamily="34" charset="-122"/>
              <a:ea typeface="微软雅黑" pitchFamily="34" charset="-122"/>
            </a:endParaRPr>
          </a:p>
        </p:txBody>
      </p:sp>
      <p:sp>
        <p:nvSpPr>
          <p:cNvPr id="7" name="矩形 6">
            <a:extLst>
              <a:ext uri="{FF2B5EF4-FFF2-40B4-BE49-F238E27FC236}">
                <a16:creationId xmlns:a16="http://schemas.microsoft.com/office/drawing/2014/main" id="{177F7F03-357A-48B1-B53D-07C2434D2D05}"/>
              </a:ext>
            </a:extLst>
          </p:cNvPr>
          <p:cNvSpPr/>
          <p:nvPr/>
        </p:nvSpPr>
        <p:spPr>
          <a:xfrm rot="2700000">
            <a:off x="1500188" y="2578100"/>
            <a:ext cx="1544638" cy="1544637"/>
          </a:xfrm>
          <a:prstGeom prst="rect">
            <a:avLst/>
          </a:prstGeom>
          <a:solidFill>
            <a:schemeClr val="tx1">
              <a:lumMod val="75000"/>
              <a:lumOff val="25000"/>
            </a:schemeClr>
          </a:solidFill>
          <a:ln w="63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微软雅黑" pitchFamily="34" charset="-122"/>
              <a:ea typeface="微软雅黑" pitchFamily="34" charset="-122"/>
            </a:endParaRPr>
          </a:p>
        </p:txBody>
      </p:sp>
      <p:sp>
        <p:nvSpPr>
          <p:cNvPr id="8" name="标题占位符 1">
            <a:extLst>
              <a:ext uri="{FF2B5EF4-FFF2-40B4-BE49-F238E27FC236}">
                <a16:creationId xmlns:a16="http://schemas.microsoft.com/office/drawing/2014/main" id="{D65CA819-F2D8-444C-91EF-F0391F05ED6D}"/>
              </a:ext>
            </a:extLst>
          </p:cNvPr>
          <p:cNvSpPr txBox="1">
            <a:spLocks noChangeArrowheads="1"/>
          </p:cNvSpPr>
          <p:nvPr/>
        </p:nvSpPr>
        <p:spPr bwMode="auto">
          <a:xfrm>
            <a:off x="374650" y="2990850"/>
            <a:ext cx="3829050" cy="80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2pPr>
            <a:lvl3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3pPr>
            <a:lvl4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4pPr>
            <a:lvl5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5pPr>
            <a:lvl6pPr marL="3429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6pPr>
            <a:lvl7pPr marL="6858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7pPr>
            <a:lvl8pPr marL="10287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8pPr>
            <a:lvl9pPr marL="13716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9pPr>
          </a:lstStyle>
          <a:p>
            <a:pPr algn="ctr">
              <a:defRPr/>
            </a:pPr>
            <a:r>
              <a:rPr lang="zh-CN" altLang="en-US" sz="3600" kern="0" dirty="0">
                <a:solidFill>
                  <a:schemeClr val="bg1"/>
                </a:solidFill>
                <a:latin typeface="微软雅黑" pitchFamily="34" charset="-122"/>
                <a:ea typeface="微软雅黑" pitchFamily="34" charset="-122"/>
              </a:rPr>
              <a:t>总结</a:t>
            </a:r>
            <a:endParaRPr lang="zh-TW" altLang="zh-CN" sz="3600" kern="0" dirty="0">
              <a:solidFill>
                <a:schemeClr val="bg1"/>
              </a:solidFill>
              <a:latin typeface="微软雅黑" pitchFamily="34" charset="-122"/>
              <a:ea typeface="微软雅黑" pitchFamily="34" charset="-122"/>
            </a:endParaRPr>
          </a:p>
        </p:txBody>
      </p:sp>
      <p:graphicFrame>
        <p:nvGraphicFramePr>
          <p:cNvPr id="9" name="表格 8">
            <a:extLst>
              <a:ext uri="{FF2B5EF4-FFF2-40B4-BE49-F238E27FC236}">
                <a16:creationId xmlns:a16="http://schemas.microsoft.com/office/drawing/2014/main" id="{38E4035D-D051-4BF2-9DA5-3266A031503A}"/>
              </a:ext>
            </a:extLst>
          </p:cNvPr>
          <p:cNvGraphicFramePr>
            <a:graphicFrameLocks noGrp="1"/>
          </p:cNvGraphicFramePr>
          <p:nvPr>
            <p:extLst>
              <p:ext uri="{D42A27DB-BD31-4B8C-83A1-F6EECF244321}">
                <p14:modId xmlns:p14="http://schemas.microsoft.com/office/powerpoint/2010/main" val="1691763787"/>
              </p:ext>
            </p:extLst>
          </p:nvPr>
        </p:nvGraphicFramePr>
        <p:xfrm>
          <a:off x="3796530" y="1877287"/>
          <a:ext cx="7557502" cy="3365370"/>
        </p:xfrm>
        <a:graphic>
          <a:graphicData uri="http://schemas.openxmlformats.org/drawingml/2006/table">
            <a:tbl>
              <a:tblPr firstRow="1" bandRow="1">
                <a:tableStyleId>{5C22544A-7EE6-4342-B048-85BDC9FD1C3A}</a:tableStyleId>
              </a:tblPr>
              <a:tblGrid>
                <a:gridCol w="1880370">
                  <a:extLst>
                    <a:ext uri="{9D8B030D-6E8A-4147-A177-3AD203B41FA5}">
                      <a16:colId xmlns:a16="http://schemas.microsoft.com/office/drawing/2014/main" val="20000"/>
                    </a:ext>
                  </a:extLst>
                </a:gridCol>
                <a:gridCol w="5677132">
                  <a:extLst>
                    <a:ext uri="{9D8B030D-6E8A-4147-A177-3AD203B41FA5}">
                      <a16:colId xmlns:a16="http://schemas.microsoft.com/office/drawing/2014/main" val="20001"/>
                    </a:ext>
                  </a:extLst>
                </a:gridCol>
              </a:tblGrid>
              <a:tr h="408606">
                <a:tc>
                  <a:txBody>
                    <a:bodyPr/>
                    <a:lstStyle/>
                    <a:p>
                      <a:pPr algn="ctr"/>
                      <a:r>
                        <a:rPr lang="zh-CN" altLang="en-US" dirty="0"/>
                        <a:t>代码</a:t>
                      </a:r>
                    </a:p>
                  </a:txBody>
                  <a:tcPr/>
                </a:tc>
                <a:tc>
                  <a:txBody>
                    <a:bodyPr/>
                    <a:lstStyle/>
                    <a:p>
                      <a:pPr algn="ctr"/>
                      <a:r>
                        <a:rPr lang="zh-CN" altLang="en-US" dirty="0"/>
                        <a:t>功能</a:t>
                      </a:r>
                    </a:p>
                  </a:txBody>
                  <a:tcPr/>
                </a:tc>
                <a:extLst>
                  <a:ext uri="{0D108BD9-81ED-4DB2-BD59-A6C34878D82A}">
                    <a16:rowId xmlns:a16="http://schemas.microsoft.com/office/drawing/2014/main" val="10000"/>
                  </a:ext>
                </a:extLst>
              </a:tr>
              <a:tr h="527782">
                <a:tc>
                  <a:txBody>
                    <a:bodyPr/>
                    <a:lstStyle/>
                    <a:p>
                      <a:pPr algn="ctr"/>
                      <a:r>
                        <a:rPr lang="en-US" sz="1400" dirty="0">
                          <a:effectLst/>
                          <a:latin typeface="Microsoft YaHei" charset="-122"/>
                          <a:ea typeface="Microsoft YaHei" charset="-122"/>
                          <a:cs typeface="Microsoft YaHei" charset="-122"/>
                        </a:rPr>
                        <a:t>*</a:t>
                      </a:r>
                    </a:p>
                  </a:txBody>
                  <a:tcPr marL="165100" marR="165100" marT="76200" marB="76200" anchor="ctr"/>
                </a:tc>
                <a:tc>
                  <a:txBody>
                    <a:bodyPr/>
                    <a:lstStyle/>
                    <a:p>
                      <a:pPr algn="l"/>
                      <a:r>
                        <a:rPr lang="zh-CN" altLang="en-US" sz="1400">
                          <a:effectLst/>
                          <a:latin typeface="Microsoft YaHei" charset="-122"/>
                          <a:ea typeface="Microsoft YaHei" charset="-122"/>
                          <a:cs typeface="Microsoft YaHei" charset="-122"/>
                        </a:rPr>
                        <a:t>匹配前一个字符出现</a:t>
                      </a:r>
                      <a:r>
                        <a:rPr lang="en-US" altLang="zh-CN" sz="1400">
                          <a:effectLst/>
                          <a:latin typeface="Microsoft YaHei" charset="-122"/>
                          <a:ea typeface="Microsoft YaHei" charset="-122"/>
                          <a:cs typeface="Microsoft YaHei" charset="-122"/>
                        </a:rPr>
                        <a:t>0</a:t>
                      </a:r>
                      <a:r>
                        <a:rPr lang="zh-CN" altLang="en-US" sz="1400">
                          <a:effectLst/>
                          <a:latin typeface="Microsoft YaHei" charset="-122"/>
                          <a:ea typeface="Microsoft YaHei" charset="-122"/>
                          <a:cs typeface="Microsoft YaHei" charset="-122"/>
                        </a:rPr>
                        <a:t>次或者无限次，即可有可无</a:t>
                      </a:r>
                    </a:p>
                  </a:txBody>
                  <a:tcPr marL="165100" marR="165100" marT="76200" marB="76200" anchor="ctr"/>
                </a:tc>
                <a:extLst>
                  <a:ext uri="{0D108BD9-81ED-4DB2-BD59-A6C34878D82A}">
                    <a16:rowId xmlns:a16="http://schemas.microsoft.com/office/drawing/2014/main" val="10001"/>
                  </a:ext>
                </a:extLst>
              </a:tr>
              <a:tr h="706547">
                <a:tc>
                  <a:txBody>
                    <a:bodyPr/>
                    <a:lstStyle/>
                    <a:p>
                      <a:pPr algn="ctr"/>
                      <a:r>
                        <a:rPr lang="en-US" altLang="zh-CN" sz="1400" dirty="0">
                          <a:effectLst/>
                          <a:latin typeface="Microsoft YaHei" charset="-122"/>
                          <a:ea typeface="Microsoft YaHei" charset="-122"/>
                          <a:cs typeface="Microsoft YaHei" charset="-122"/>
                        </a:rPr>
                        <a:t>+</a:t>
                      </a:r>
                    </a:p>
                  </a:txBody>
                  <a:tcPr marL="165100" marR="165100" marT="76200" marB="76200" anchor="ctr"/>
                </a:tc>
                <a:tc>
                  <a:txBody>
                    <a:bodyPr/>
                    <a:lstStyle/>
                    <a:p>
                      <a:pPr algn="l"/>
                      <a:r>
                        <a:rPr lang="zh-CN" altLang="en-US" sz="1400" dirty="0">
                          <a:effectLst/>
                          <a:latin typeface="Microsoft YaHei" charset="-122"/>
                          <a:ea typeface="Microsoft YaHei" charset="-122"/>
                          <a:cs typeface="Microsoft YaHei" charset="-122"/>
                        </a:rPr>
                        <a:t>匹配前一个字符出现</a:t>
                      </a:r>
                      <a:r>
                        <a:rPr lang="en-US" altLang="zh-CN" sz="1400" dirty="0">
                          <a:effectLst/>
                          <a:latin typeface="Microsoft YaHei" charset="-122"/>
                          <a:ea typeface="Microsoft YaHei" charset="-122"/>
                          <a:cs typeface="Microsoft YaHei" charset="-122"/>
                        </a:rPr>
                        <a:t>1</a:t>
                      </a:r>
                      <a:r>
                        <a:rPr lang="zh-CN" altLang="en-US" sz="1400" dirty="0">
                          <a:effectLst/>
                          <a:latin typeface="Microsoft YaHei" charset="-122"/>
                          <a:ea typeface="Microsoft YaHei" charset="-122"/>
                          <a:cs typeface="Microsoft YaHei" charset="-122"/>
                        </a:rPr>
                        <a:t>次或者无限次，即至少有</a:t>
                      </a:r>
                      <a:r>
                        <a:rPr lang="en-US" altLang="zh-CN" sz="1400" dirty="0">
                          <a:effectLst/>
                          <a:latin typeface="Microsoft YaHei" charset="-122"/>
                          <a:ea typeface="Microsoft YaHei" charset="-122"/>
                          <a:cs typeface="Microsoft YaHei" charset="-122"/>
                        </a:rPr>
                        <a:t>1</a:t>
                      </a:r>
                      <a:r>
                        <a:rPr lang="zh-CN" altLang="en-US" sz="1400" dirty="0">
                          <a:effectLst/>
                          <a:latin typeface="Microsoft YaHei" charset="-122"/>
                          <a:ea typeface="Microsoft YaHei" charset="-122"/>
                          <a:cs typeface="Microsoft YaHei" charset="-122"/>
                        </a:rPr>
                        <a:t>次</a:t>
                      </a:r>
                    </a:p>
                  </a:txBody>
                  <a:tcPr marL="165100" marR="165100" marT="76200" marB="76200" anchor="ctr"/>
                </a:tc>
                <a:extLst>
                  <a:ext uri="{0D108BD9-81ED-4DB2-BD59-A6C34878D82A}">
                    <a16:rowId xmlns:a16="http://schemas.microsoft.com/office/drawing/2014/main" val="10002"/>
                  </a:ext>
                </a:extLst>
              </a:tr>
              <a:tr h="706547">
                <a:tc>
                  <a:txBody>
                    <a:bodyPr/>
                    <a:lstStyle/>
                    <a:p>
                      <a:pPr algn="ctr"/>
                      <a:r>
                        <a:rPr lang="ru-RU" sz="1400" dirty="0">
                          <a:effectLst/>
                          <a:latin typeface="Microsoft YaHei" charset="-122"/>
                          <a:ea typeface="Microsoft YaHei" charset="-122"/>
                          <a:cs typeface="Microsoft YaHei" charset="-122"/>
                        </a:rPr>
                        <a:t>?</a:t>
                      </a:r>
                    </a:p>
                  </a:txBody>
                  <a:tcPr marL="165100" marR="165100" marT="76200" marB="76200" anchor="ctr"/>
                </a:tc>
                <a:tc>
                  <a:txBody>
                    <a:bodyPr/>
                    <a:lstStyle/>
                    <a:p>
                      <a:pPr algn="l"/>
                      <a:r>
                        <a:rPr lang="zh-CN" altLang="en-US" sz="1400" dirty="0">
                          <a:effectLst/>
                          <a:latin typeface="Microsoft YaHei" charset="-122"/>
                          <a:ea typeface="Microsoft YaHei" charset="-122"/>
                          <a:cs typeface="Microsoft YaHei" charset="-122"/>
                        </a:rPr>
                        <a:t>匹配前一个字符出现</a:t>
                      </a:r>
                      <a:r>
                        <a:rPr lang="en-US" altLang="zh-CN" sz="1400" dirty="0">
                          <a:effectLst/>
                          <a:latin typeface="Microsoft YaHei" charset="-122"/>
                          <a:ea typeface="Microsoft YaHei" charset="-122"/>
                          <a:cs typeface="Microsoft YaHei" charset="-122"/>
                        </a:rPr>
                        <a:t>1</a:t>
                      </a:r>
                      <a:r>
                        <a:rPr lang="zh-CN" altLang="en-US" sz="1400" dirty="0">
                          <a:effectLst/>
                          <a:latin typeface="Microsoft YaHei" charset="-122"/>
                          <a:ea typeface="Microsoft YaHei" charset="-122"/>
                          <a:cs typeface="Microsoft YaHei" charset="-122"/>
                        </a:rPr>
                        <a:t>次或者</a:t>
                      </a:r>
                      <a:r>
                        <a:rPr lang="en-US" altLang="zh-CN" sz="1400" dirty="0">
                          <a:effectLst/>
                          <a:latin typeface="Microsoft YaHei" charset="-122"/>
                          <a:ea typeface="Microsoft YaHei" charset="-122"/>
                          <a:cs typeface="Microsoft YaHei" charset="-122"/>
                        </a:rPr>
                        <a:t>0</a:t>
                      </a:r>
                      <a:r>
                        <a:rPr lang="zh-CN" altLang="en-US" sz="1400" dirty="0">
                          <a:effectLst/>
                          <a:latin typeface="Microsoft YaHei" charset="-122"/>
                          <a:ea typeface="Microsoft YaHei" charset="-122"/>
                          <a:cs typeface="Microsoft YaHei" charset="-122"/>
                        </a:rPr>
                        <a:t>次，即要么有</a:t>
                      </a:r>
                      <a:r>
                        <a:rPr lang="en-US" altLang="zh-CN" sz="1400" dirty="0">
                          <a:effectLst/>
                          <a:latin typeface="Microsoft YaHei" charset="-122"/>
                          <a:ea typeface="Microsoft YaHei" charset="-122"/>
                          <a:cs typeface="Microsoft YaHei" charset="-122"/>
                        </a:rPr>
                        <a:t>1</a:t>
                      </a:r>
                      <a:r>
                        <a:rPr lang="zh-CN" altLang="en-US" sz="1400" dirty="0">
                          <a:effectLst/>
                          <a:latin typeface="Microsoft YaHei" charset="-122"/>
                          <a:ea typeface="Microsoft YaHei" charset="-122"/>
                          <a:cs typeface="Microsoft YaHei" charset="-122"/>
                        </a:rPr>
                        <a:t>次，要么没有</a:t>
                      </a:r>
                    </a:p>
                  </a:txBody>
                  <a:tcPr marL="165100" marR="165100" marT="76200" marB="76200" anchor="ctr"/>
                </a:tc>
                <a:extLst>
                  <a:ext uri="{0D108BD9-81ED-4DB2-BD59-A6C34878D82A}">
                    <a16:rowId xmlns:a16="http://schemas.microsoft.com/office/drawing/2014/main" val="10003"/>
                  </a:ext>
                </a:extLst>
              </a:tr>
              <a:tr h="439512">
                <a:tc>
                  <a:txBody>
                    <a:bodyPr/>
                    <a:lstStyle/>
                    <a:p>
                      <a:pPr algn="ctr"/>
                      <a:r>
                        <a:rPr lang="en-US" altLang="zh-CN" sz="1400" dirty="0">
                          <a:effectLst/>
                          <a:latin typeface="Microsoft YaHei" charset="-122"/>
                          <a:ea typeface="Microsoft YaHei" charset="-122"/>
                          <a:cs typeface="Microsoft YaHei" charset="-122"/>
                        </a:rPr>
                        <a:t>{m}</a:t>
                      </a:r>
                    </a:p>
                  </a:txBody>
                  <a:tcPr marL="165100" marR="165100" marT="76200" marB="76200" anchor="ctr"/>
                </a:tc>
                <a:tc>
                  <a:txBody>
                    <a:bodyPr/>
                    <a:lstStyle/>
                    <a:p>
                      <a:pPr algn="l"/>
                      <a:r>
                        <a:rPr lang="zh-CN" altLang="en-US" sz="1400" dirty="0">
                          <a:effectLst/>
                          <a:latin typeface="Microsoft YaHei" charset="-122"/>
                          <a:ea typeface="Microsoft YaHei" charset="-122"/>
                          <a:cs typeface="Microsoft YaHei" charset="-122"/>
                        </a:rPr>
                        <a:t>匹配前一个字符出现</a:t>
                      </a:r>
                      <a:r>
                        <a:rPr lang="en-US" altLang="zh-CN" sz="1400" dirty="0">
                          <a:effectLst/>
                          <a:latin typeface="Microsoft YaHei" charset="-122"/>
                          <a:ea typeface="Microsoft YaHei" charset="-122"/>
                          <a:cs typeface="Microsoft YaHei" charset="-122"/>
                        </a:rPr>
                        <a:t>m</a:t>
                      </a:r>
                      <a:r>
                        <a:rPr lang="zh-CN" altLang="en-US" sz="1400" dirty="0">
                          <a:effectLst/>
                          <a:latin typeface="Microsoft YaHei" charset="-122"/>
                          <a:ea typeface="Microsoft YaHei" charset="-122"/>
                          <a:cs typeface="Microsoft YaHei" charset="-122"/>
                        </a:rPr>
                        <a:t>次</a:t>
                      </a:r>
                    </a:p>
                  </a:txBody>
                  <a:tcPr marL="165100" marR="165100" marT="76200" marB="76200" anchor="ctr"/>
                </a:tc>
                <a:extLst>
                  <a:ext uri="{0D108BD9-81ED-4DB2-BD59-A6C34878D82A}">
                    <a16:rowId xmlns:a16="http://schemas.microsoft.com/office/drawing/2014/main" val="10004"/>
                  </a:ext>
                </a:extLst>
              </a:tr>
              <a:tr h="527782">
                <a:tc>
                  <a:txBody>
                    <a:bodyPr/>
                    <a:lstStyle/>
                    <a:p>
                      <a:pPr algn="ctr"/>
                      <a:r>
                        <a:rPr lang="da-DK" sz="1400" dirty="0">
                          <a:effectLst/>
                          <a:latin typeface="Microsoft YaHei" charset="-122"/>
                          <a:ea typeface="Microsoft YaHei" charset="-122"/>
                          <a:cs typeface="Microsoft YaHei" charset="-122"/>
                        </a:rPr>
                        <a:t>{m,n}</a:t>
                      </a:r>
                    </a:p>
                  </a:txBody>
                  <a:tcPr marL="165100" marR="165100" marT="76200" marB="76200" anchor="ctr"/>
                </a:tc>
                <a:tc>
                  <a:txBody>
                    <a:bodyPr/>
                    <a:lstStyle/>
                    <a:p>
                      <a:pPr algn="l"/>
                      <a:r>
                        <a:rPr lang="zh-CN" altLang="en-US" sz="1400" dirty="0">
                          <a:effectLst/>
                          <a:latin typeface="Microsoft YaHei" charset="-122"/>
                          <a:ea typeface="Microsoft YaHei" charset="-122"/>
                          <a:cs typeface="Microsoft YaHei" charset="-122"/>
                        </a:rPr>
                        <a:t>匹配前一个字符出现从</a:t>
                      </a:r>
                      <a:r>
                        <a:rPr lang="en-US" altLang="zh-CN" sz="1400" dirty="0">
                          <a:effectLst/>
                          <a:latin typeface="Microsoft YaHei" charset="-122"/>
                          <a:ea typeface="Microsoft YaHei" charset="-122"/>
                          <a:cs typeface="Microsoft YaHei" charset="-122"/>
                        </a:rPr>
                        <a:t>m</a:t>
                      </a:r>
                      <a:r>
                        <a:rPr lang="zh-CN" altLang="en-US" sz="1400" dirty="0">
                          <a:effectLst/>
                          <a:latin typeface="Microsoft YaHei" charset="-122"/>
                          <a:ea typeface="Microsoft YaHei" charset="-122"/>
                          <a:cs typeface="Microsoft YaHei" charset="-122"/>
                        </a:rPr>
                        <a:t>到</a:t>
                      </a:r>
                      <a:r>
                        <a:rPr lang="en-US" altLang="zh-CN" sz="1400" dirty="0">
                          <a:effectLst/>
                          <a:latin typeface="Microsoft YaHei" charset="-122"/>
                          <a:ea typeface="Microsoft YaHei" charset="-122"/>
                          <a:cs typeface="Microsoft YaHei" charset="-122"/>
                        </a:rPr>
                        <a:t>n</a:t>
                      </a:r>
                      <a:r>
                        <a:rPr lang="zh-CN" altLang="en-US" sz="1400" dirty="0">
                          <a:effectLst/>
                          <a:latin typeface="Microsoft YaHei" charset="-122"/>
                          <a:ea typeface="Microsoft YaHei" charset="-122"/>
                          <a:cs typeface="Microsoft YaHei" charset="-122"/>
                        </a:rPr>
                        <a:t>次</a:t>
                      </a:r>
                    </a:p>
                  </a:txBody>
                  <a:tcPr marL="165100" marR="165100" marT="76200" marB="76200" anchor="ct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226536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4E468FD1-247F-4B0A-A250-DF40F239CEF0}"/>
              </a:ext>
            </a:extLst>
          </p:cNvPr>
          <p:cNvSpPr>
            <a:spLocks noGrp="1"/>
          </p:cNvSpPr>
          <p:nvPr>
            <p:ph type="title"/>
          </p:nvPr>
        </p:nvSpPr>
        <p:spPr/>
        <p:txBody>
          <a:bodyPr/>
          <a:lstStyle/>
          <a:p>
            <a:r>
              <a:rPr lang="zh-CN" altLang="en-US" b="1" i="0" dirty="0">
                <a:solidFill>
                  <a:srgbClr val="333333"/>
                </a:solidFill>
                <a:effectLst/>
                <a:latin typeface="Helvetica Neue"/>
              </a:rPr>
              <a:t>正则表达式编写</a:t>
            </a:r>
            <a:endParaRPr lang="zh-CN" altLang="en-US" dirty="0"/>
          </a:p>
        </p:txBody>
      </p:sp>
      <p:sp>
        <p:nvSpPr>
          <p:cNvPr id="5" name="标题占位符 1">
            <a:extLst>
              <a:ext uri="{FF2B5EF4-FFF2-40B4-BE49-F238E27FC236}">
                <a16:creationId xmlns:a16="http://schemas.microsoft.com/office/drawing/2014/main" id="{2C968A48-EFB1-4376-AB5C-F8372E1087AD}"/>
              </a:ext>
            </a:extLst>
          </p:cNvPr>
          <p:cNvSpPr txBox="1">
            <a:spLocks noChangeArrowheads="1"/>
          </p:cNvSpPr>
          <p:nvPr/>
        </p:nvSpPr>
        <p:spPr bwMode="auto">
          <a:xfrm>
            <a:off x="2538413" y="2581275"/>
            <a:ext cx="1720850" cy="80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lnSpc>
                <a:spcPct val="90000"/>
              </a:lnSpc>
            </a:pPr>
            <a:r>
              <a:rPr lang="zh-CN" altLang="en-US" sz="3200" b="1">
                <a:solidFill>
                  <a:srgbClr val="262626"/>
                </a:solidFill>
                <a:latin typeface="微软雅黑" panose="020B0503020204020204" pitchFamily="34" charset="-122"/>
                <a:ea typeface="微软雅黑" panose="020B0503020204020204" pitchFamily="34" charset="-122"/>
                <a:sym typeface="+mn-ea"/>
              </a:rPr>
              <a:t>目标</a:t>
            </a:r>
            <a:endParaRPr lang="zh-TW" altLang="zh-CN" sz="3200" b="1">
              <a:solidFill>
                <a:srgbClr val="262626"/>
              </a:solidFill>
              <a:latin typeface="微软雅黑" panose="020B0503020204020204" pitchFamily="34" charset="-122"/>
              <a:ea typeface="微软雅黑" panose="020B0503020204020204" pitchFamily="34" charset="-122"/>
              <a:sym typeface="+mn-ea"/>
            </a:endParaRPr>
          </a:p>
        </p:txBody>
      </p:sp>
      <p:cxnSp>
        <p:nvCxnSpPr>
          <p:cNvPr id="6" name="直接连接符 5">
            <a:extLst>
              <a:ext uri="{FF2B5EF4-FFF2-40B4-BE49-F238E27FC236}">
                <a16:creationId xmlns:a16="http://schemas.microsoft.com/office/drawing/2014/main" id="{E0B0D6AA-593F-455C-BCDE-168DBB5BE3D7}"/>
              </a:ext>
            </a:extLst>
          </p:cNvPr>
          <p:cNvCxnSpPr/>
          <p:nvPr/>
        </p:nvCxnSpPr>
        <p:spPr>
          <a:xfrm>
            <a:off x="4843463" y="2041525"/>
            <a:ext cx="0" cy="2447925"/>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7" name="椭圆 6">
            <a:extLst>
              <a:ext uri="{FF2B5EF4-FFF2-40B4-BE49-F238E27FC236}">
                <a16:creationId xmlns:a16="http://schemas.microsoft.com/office/drawing/2014/main" id="{65CF2443-32FB-43AD-A751-E4807445DA28}"/>
              </a:ext>
            </a:extLst>
          </p:cNvPr>
          <p:cNvSpPr/>
          <p:nvPr/>
        </p:nvSpPr>
        <p:spPr>
          <a:xfrm>
            <a:off x="4806950" y="2005013"/>
            <a:ext cx="73025" cy="7143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8" name="椭圆 7">
            <a:extLst>
              <a:ext uri="{FF2B5EF4-FFF2-40B4-BE49-F238E27FC236}">
                <a16:creationId xmlns:a16="http://schemas.microsoft.com/office/drawing/2014/main" id="{C940E2D0-ED20-464D-BC20-FA84B4DEC66D}"/>
              </a:ext>
            </a:extLst>
          </p:cNvPr>
          <p:cNvSpPr/>
          <p:nvPr/>
        </p:nvSpPr>
        <p:spPr>
          <a:xfrm>
            <a:off x="4806950" y="4489450"/>
            <a:ext cx="73025" cy="7143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9" name="标题占位符 1">
            <a:extLst>
              <a:ext uri="{FF2B5EF4-FFF2-40B4-BE49-F238E27FC236}">
                <a16:creationId xmlns:a16="http://schemas.microsoft.com/office/drawing/2014/main" id="{08BA02A7-99FE-454C-976A-C05AEA2837F1}"/>
              </a:ext>
            </a:extLst>
          </p:cNvPr>
          <p:cNvSpPr txBox="1">
            <a:spLocks noChangeArrowheads="1"/>
          </p:cNvSpPr>
          <p:nvPr/>
        </p:nvSpPr>
        <p:spPr bwMode="auto">
          <a:xfrm>
            <a:off x="2754313" y="3230563"/>
            <a:ext cx="2116137" cy="515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defRPr/>
            </a:pPr>
            <a:r>
              <a:rPr lang="en-US" altLang="zh-CN" sz="2400" b="1" kern="0" dirty="0">
                <a:solidFill>
                  <a:srgbClr val="FF0000"/>
                </a:solidFill>
                <a:latin typeface="微软雅黑" panose="020B0503020204020204" pitchFamily="34" charset="-122"/>
                <a:ea typeface="微软雅黑" panose="020B0503020204020204" pitchFamily="34" charset="-122"/>
                <a:sym typeface="+mn-ea"/>
              </a:rPr>
              <a:t>TARGET</a:t>
            </a:r>
            <a:endParaRPr lang="zh-TW" altLang="zh-CN" sz="2400" b="1" kern="0" dirty="0">
              <a:solidFill>
                <a:srgbClr val="FF0000"/>
              </a:solidFill>
              <a:latin typeface="微软雅黑" panose="020B0503020204020204" pitchFamily="34" charset="-122"/>
              <a:ea typeface="微软雅黑" panose="020B0503020204020204" pitchFamily="34" charset="-122"/>
              <a:sym typeface="+mn-ea"/>
            </a:endParaRPr>
          </a:p>
        </p:txBody>
      </p:sp>
      <p:sp>
        <p:nvSpPr>
          <p:cNvPr id="10" name="矩形 9">
            <a:extLst>
              <a:ext uri="{FF2B5EF4-FFF2-40B4-BE49-F238E27FC236}">
                <a16:creationId xmlns:a16="http://schemas.microsoft.com/office/drawing/2014/main" id="{EBECCA24-D160-4FC9-8678-2159DF0E2990}"/>
              </a:ext>
            </a:extLst>
          </p:cNvPr>
          <p:cNvSpPr/>
          <p:nvPr/>
        </p:nvSpPr>
        <p:spPr>
          <a:xfrm>
            <a:off x="5275337" y="2796927"/>
            <a:ext cx="5448864" cy="562783"/>
          </a:xfrm>
          <a:prstGeom prst="rect">
            <a:avLst/>
          </a:prstGeom>
        </p:spPr>
        <p:txBody>
          <a:bodyPr wrap="none">
            <a:spAutoFit/>
          </a:bodyPr>
          <a:lstStyle/>
          <a:p>
            <a:pPr>
              <a:lnSpc>
                <a:spcPct val="200000"/>
              </a:lnSpc>
              <a:buFont typeface="Wingdings" charset="2"/>
              <a:buChar char="u"/>
            </a:pPr>
            <a:r>
              <a:rPr lang="zh-CN" altLang="en-US" dirty="0">
                <a:latin typeface="Microsoft YaHei" panose="020B0503020204020204" pitchFamily="34" charset="-122"/>
                <a:ea typeface="Microsoft YaHei" panose="020B0503020204020204" pitchFamily="34" charset="-122"/>
              </a:rPr>
              <a:t> </a:t>
            </a:r>
            <a:r>
              <a:rPr lang="en-US" altLang="zh-CN" dirty="0">
                <a:latin typeface="Microsoft YaHei" panose="020B0503020204020204" pitchFamily="34" charset="-122"/>
                <a:ea typeface="Microsoft YaHei" panose="020B0503020204020204" pitchFamily="34" charset="-122"/>
              </a:rPr>
              <a:t>3</a:t>
            </a:r>
            <a:r>
              <a:rPr lang="zh-CN" altLang="en-US" dirty="0">
                <a:latin typeface="Microsoft YaHei" panose="020B0503020204020204" pitchFamily="34" charset="-122"/>
                <a:ea typeface="Microsoft YaHei" panose="020B0503020204020204" pitchFamily="34" charset="-122"/>
              </a:rPr>
              <a:t>、能够使用</a:t>
            </a:r>
            <a:r>
              <a:rPr lang="en-US" altLang="zh-CN" dirty="0">
                <a:latin typeface="Microsoft YaHei" panose="020B0503020204020204" pitchFamily="34" charset="-122"/>
                <a:ea typeface="Microsoft YaHei" panose="020B0503020204020204" pitchFamily="34" charset="-122"/>
              </a:rPr>
              <a:t>re</a:t>
            </a:r>
            <a:r>
              <a:rPr lang="zh-CN" altLang="en-US" dirty="0">
                <a:latin typeface="Microsoft YaHei" panose="020B0503020204020204" pitchFamily="34" charset="-122"/>
                <a:ea typeface="Microsoft YaHei" panose="020B0503020204020204" pitchFamily="34" charset="-122"/>
              </a:rPr>
              <a:t>模块匹配指定字符串开头或者结尾</a:t>
            </a:r>
            <a:endParaRPr lang="en-US" altLang="zh-CN" dirty="0">
              <a:latin typeface="微软雅黑" charset="-122"/>
              <a:ea typeface="微软雅黑" charset="-122"/>
            </a:endParaRPr>
          </a:p>
        </p:txBody>
      </p:sp>
    </p:spTree>
    <p:extLst>
      <p:ext uri="{BB962C8B-B14F-4D97-AF65-F5344CB8AC3E}">
        <p14:creationId xmlns:p14="http://schemas.microsoft.com/office/powerpoint/2010/main" val="173942371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764C089C-0935-5E44-B9F7-7E9F84DDBA17}"/>
              </a:ext>
            </a:extLst>
          </p:cNvPr>
          <p:cNvSpPr>
            <a:spLocks noGrp="1"/>
          </p:cNvSpPr>
          <p:nvPr>
            <p:ph type="title"/>
          </p:nvPr>
        </p:nvSpPr>
        <p:spPr/>
        <p:txBody>
          <a:bodyPr/>
          <a:lstStyle/>
          <a:p>
            <a:r>
              <a:rPr kumimoji="1" lang="zh-CN" altLang="en-US" dirty="0"/>
              <a:t>正则表达式编写</a:t>
            </a:r>
          </a:p>
        </p:txBody>
      </p:sp>
      <p:sp>
        <p:nvSpPr>
          <p:cNvPr id="4" name="文本占位符 3">
            <a:extLst>
              <a:ext uri="{FF2B5EF4-FFF2-40B4-BE49-F238E27FC236}">
                <a16:creationId xmlns:a16="http://schemas.microsoft.com/office/drawing/2014/main" id="{6CF94E84-6F22-C942-A1D4-BA6A5DBD17DC}"/>
              </a:ext>
            </a:extLst>
          </p:cNvPr>
          <p:cNvSpPr>
            <a:spLocks noGrp="1"/>
          </p:cNvSpPr>
          <p:nvPr>
            <p:ph type="body" sz="quarter" idx="10"/>
          </p:nvPr>
        </p:nvSpPr>
        <p:spPr/>
        <p:txBody>
          <a:bodyPr/>
          <a:lstStyle/>
          <a:p>
            <a:r>
              <a:rPr lang="en-US" altLang="zh-CN" dirty="0">
                <a:latin typeface="Microsoft YaHei" panose="020B0503020204020204" pitchFamily="34" charset="-122"/>
                <a:ea typeface="Microsoft YaHei" panose="020B0503020204020204" pitchFamily="34" charset="-122"/>
              </a:rPr>
              <a:t>1</a:t>
            </a:r>
            <a:r>
              <a:rPr lang="zh-CN" altLang="en-US" dirty="0">
                <a:latin typeface="Microsoft YaHei" panose="020B0503020204020204" pitchFamily="34" charset="-122"/>
                <a:ea typeface="Microsoft YaHei" panose="020B0503020204020204" pitchFamily="34" charset="-122"/>
              </a:rPr>
              <a:t>、能够使用</a:t>
            </a:r>
            <a:r>
              <a:rPr lang="en-US" altLang="zh-CN" dirty="0">
                <a:latin typeface="Microsoft YaHei" panose="020B0503020204020204" pitchFamily="34" charset="-122"/>
                <a:ea typeface="Microsoft YaHei" panose="020B0503020204020204" pitchFamily="34" charset="-122"/>
              </a:rPr>
              <a:t>re</a:t>
            </a:r>
            <a:r>
              <a:rPr lang="zh-CN" altLang="en-US" dirty="0">
                <a:latin typeface="Microsoft YaHei" panose="020B0503020204020204" pitchFamily="34" charset="-122"/>
                <a:ea typeface="Microsoft YaHei" panose="020B0503020204020204" pitchFamily="34" charset="-122"/>
              </a:rPr>
              <a:t>模块匹配指定字符串开头或者结尾</a:t>
            </a:r>
            <a:endParaRPr lang="zh-CN" altLang="en-US" b="1" i="0" dirty="0">
              <a:solidFill>
                <a:srgbClr val="333333"/>
              </a:solidFill>
              <a:effectLst/>
              <a:latin typeface="Helvetica Neue"/>
            </a:endParaRPr>
          </a:p>
        </p:txBody>
      </p:sp>
      <p:graphicFrame>
        <p:nvGraphicFramePr>
          <p:cNvPr id="5" name="表格 4">
            <a:extLst>
              <a:ext uri="{FF2B5EF4-FFF2-40B4-BE49-F238E27FC236}">
                <a16:creationId xmlns:a16="http://schemas.microsoft.com/office/drawing/2014/main" id="{76695193-4BEA-4988-8AEA-A6C5371C7E53}"/>
              </a:ext>
            </a:extLst>
          </p:cNvPr>
          <p:cNvGraphicFramePr>
            <a:graphicFrameLocks noGrp="1"/>
          </p:cNvGraphicFramePr>
          <p:nvPr>
            <p:extLst>
              <p:ext uri="{D42A27DB-BD31-4B8C-83A1-F6EECF244321}">
                <p14:modId xmlns:p14="http://schemas.microsoft.com/office/powerpoint/2010/main" val="160599285"/>
              </p:ext>
            </p:extLst>
          </p:nvPr>
        </p:nvGraphicFramePr>
        <p:xfrm>
          <a:off x="979995" y="2422864"/>
          <a:ext cx="10480484" cy="1486603"/>
        </p:xfrm>
        <a:graphic>
          <a:graphicData uri="http://schemas.openxmlformats.org/drawingml/2006/table">
            <a:tbl>
              <a:tblPr firstRow="1" bandRow="1">
                <a:tableStyleId>{5C22544A-7EE6-4342-B048-85BDC9FD1C3A}</a:tableStyleId>
              </a:tblPr>
              <a:tblGrid>
                <a:gridCol w="1372680">
                  <a:extLst>
                    <a:ext uri="{9D8B030D-6E8A-4147-A177-3AD203B41FA5}">
                      <a16:colId xmlns:a16="http://schemas.microsoft.com/office/drawing/2014/main" val="20000"/>
                    </a:ext>
                  </a:extLst>
                </a:gridCol>
                <a:gridCol w="9107804">
                  <a:extLst>
                    <a:ext uri="{9D8B030D-6E8A-4147-A177-3AD203B41FA5}">
                      <a16:colId xmlns:a16="http://schemas.microsoft.com/office/drawing/2014/main" val="20001"/>
                    </a:ext>
                  </a:extLst>
                </a:gridCol>
              </a:tblGrid>
              <a:tr h="522688">
                <a:tc>
                  <a:txBody>
                    <a:bodyPr/>
                    <a:lstStyle/>
                    <a:p>
                      <a:pPr algn="ctr"/>
                      <a:r>
                        <a:rPr lang="zh-CN" altLang="en-US" sz="2400" b="1" dirty="0">
                          <a:effectLst/>
                          <a:latin typeface="Microsoft YaHei" charset="-122"/>
                          <a:ea typeface="Microsoft YaHei" charset="-122"/>
                          <a:cs typeface="Microsoft YaHei" charset="-122"/>
                        </a:rPr>
                        <a:t>代码</a:t>
                      </a:r>
                    </a:p>
                  </a:txBody>
                  <a:tcPr marL="165100" marR="165100" marT="76200" marB="76200" anchor="ctr"/>
                </a:tc>
                <a:tc>
                  <a:txBody>
                    <a:bodyPr/>
                    <a:lstStyle/>
                    <a:p>
                      <a:pPr algn="l"/>
                      <a:r>
                        <a:rPr lang="zh-CN" altLang="en-US" sz="2400" b="1" dirty="0">
                          <a:effectLst/>
                          <a:latin typeface="Microsoft YaHei" charset="-122"/>
                          <a:ea typeface="Microsoft YaHei" charset="-122"/>
                          <a:cs typeface="Microsoft YaHei" charset="-122"/>
                        </a:rPr>
                        <a:t>功能</a:t>
                      </a:r>
                    </a:p>
                  </a:txBody>
                  <a:tcPr marL="165100" marR="165100" marT="76200" marB="76200" anchor="ctr"/>
                </a:tc>
                <a:extLst>
                  <a:ext uri="{0D108BD9-81ED-4DB2-BD59-A6C34878D82A}">
                    <a16:rowId xmlns:a16="http://schemas.microsoft.com/office/drawing/2014/main" val="10000"/>
                  </a:ext>
                </a:extLst>
              </a:tr>
              <a:tr h="575337">
                <a:tc>
                  <a:txBody>
                    <a:bodyPr/>
                    <a:lstStyle/>
                    <a:p>
                      <a:pPr algn="l"/>
                      <a:r>
                        <a:rPr lang="en-US" altLang="zh-CN" sz="1400" dirty="0">
                          <a:effectLst/>
                          <a:latin typeface="Microsoft YaHei" charset="-122"/>
                          <a:ea typeface="Microsoft YaHei" charset="-122"/>
                          <a:cs typeface="Microsoft YaHei" charset="-122"/>
                        </a:rPr>
                        <a:t>^</a:t>
                      </a:r>
                    </a:p>
                  </a:txBody>
                  <a:tcPr marL="165100" marR="165100" marT="76200" marB="76200" anchor="ctr"/>
                </a:tc>
                <a:tc>
                  <a:txBody>
                    <a:bodyPr/>
                    <a:lstStyle/>
                    <a:p>
                      <a:pPr algn="l"/>
                      <a:r>
                        <a:rPr lang="zh-CN" altLang="en-US" sz="1400" dirty="0">
                          <a:effectLst/>
                          <a:latin typeface="Microsoft YaHei" charset="-122"/>
                          <a:ea typeface="Microsoft YaHei" charset="-122"/>
                          <a:cs typeface="Microsoft YaHei" charset="-122"/>
                        </a:rPr>
                        <a:t>匹配字符串开头</a:t>
                      </a:r>
                    </a:p>
                  </a:txBody>
                  <a:tcPr marL="165100" marR="165100" marT="76200" marB="76200" anchor="ctr"/>
                </a:tc>
                <a:extLst>
                  <a:ext uri="{0D108BD9-81ED-4DB2-BD59-A6C34878D82A}">
                    <a16:rowId xmlns:a16="http://schemas.microsoft.com/office/drawing/2014/main" val="10001"/>
                  </a:ext>
                </a:extLst>
              </a:tr>
              <a:tr h="388578">
                <a:tc>
                  <a:txBody>
                    <a:bodyPr/>
                    <a:lstStyle/>
                    <a:p>
                      <a:pPr algn="l"/>
                      <a:r>
                        <a:rPr lang="en-US" sz="1400" dirty="0">
                          <a:effectLst/>
                          <a:latin typeface="Microsoft YaHei" charset="-122"/>
                          <a:ea typeface="Microsoft YaHei" charset="-122"/>
                          <a:cs typeface="Microsoft YaHei" charset="-122"/>
                        </a:rPr>
                        <a:t>$</a:t>
                      </a:r>
                    </a:p>
                  </a:txBody>
                  <a:tcPr marL="165100" marR="165100" marT="76200" marB="76200" anchor="ctr"/>
                </a:tc>
                <a:tc>
                  <a:txBody>
                    <a:bodyPr/>
                    <a:lstStyle/>
                    <a:p>
                      <a:pPr algn="l"/>
                      <a:r>
                        <a:rPr lang="zh-CN" altLang="en-US" sz="1400" dirty="0">
                          <a:effectLst/>
                          <a:latin typeface="Microsoft YaHei" charset="-122"/>
                          <a:ea typeface="Microsoft YaHei" charset="-122"/>
                          <a:cs typeface="Microsoft YaHei" charset="-122"/>
                        </a:rPr>
                        <a:t>匹配字符串结尾</a:t>
                      </a:r>
                    </a:p>
                  </a:txBody>
                  <a:tcPr marL="165100" marR="165100" marT="76200" marB="76200" anchor="ct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2207472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764C089C-0935-5E44-B9F7-7E9F84DDBA17}"/>
              </a:ext>
            </a:extLst>
          </p:cNvPr>
          <p:cNvSpPr>
            <a:spLocks noGrp="1"/>
          </p:cNvSpPr>
          <p:nvPr>
            <p:ph type="title"/>
          </p:nvPr>
        </p:nvSpPr>
        <p:spPr/>
        <p:txBody>
          <a:bodyPr/>
          <a:lstStyle/>
          <a:p>
            <a:r>
              <a:rPr kumimoji="1" lang="zh-CN" altLang="en-US" dirty="0"/>
              <a:t>正则表达式编写</a:t>
            </a:r>
          </a:p>
        </p:txBody>
      </p:sp>
      <p:sp>
        <p:nvSpPr>
          <p:cNvPr id="4" name="文本占位符 3">
            <a:extLst>
              <a:ext uri="{FF2B5EF4-FFF2-40B4-BE49-F238E27FC236}">
                <a16:creationId xmlns:a16="http://schemas.microsoft.com/office/drawing/2014/main" id="{6CF94E84-6F22-C942-A1D4-BA6A5DBD17DC}"/>
              </a:ext>
            </a:extLst>
          </p:cNvPr>
          <p:cNvSpPr>
            <a:spLocks noGrp="1"/>
          </p:cNvSpPr>
          <p:nvPr>
            <p:ph type="body" sz="quarter" idx="10"/>
          </p:nvPr>
        </p:nvSpPr>
        <p:spPr/>
        <p:txBody>
          <a:bodyPr/>
          <a:lstStyle/>
          <a:p>
            <a:r>
              <a:rPr lang="en-US" altLang="zh-CN" dirty="0">
                <a:latin typeface="Microsoft YaHei" panose="020B0503020204020204" pitchFamily="34" charset="-122"/>
                <a:ea typeface="Microsoft YaHei" panose="020B0503020204020204" pitchFamily="34" charset="-122"/>
              </a:rPr>
              <a:t>2</a:t>
            </a:r>
            <a:r>
              <a:rPr lang="zh-CN" altLang="en-US" dirty="0">
                <a:latin typeface="Microsoft YaHei" panose="020B0503020204020204" pitchFamily="34" charset="-122"/>
                <a:ea typeface="Microsoft YaHei" panose="020B0503020204020204" pitchFamily="34" charset="-122"/>
              </a:rPr>
              <a:t>、总结</a:t>
            </a:r>
            <a:endParaRPr lang="zh-CN" altLang="en-US" b="1" i="0" dirty="0">
              <a:solidFill>
                <a:srgbClr val="333333"/>
              </a:solidFill>
              <a:effectLst/>
              <a:latin typeface="Helvetica Neue"/>
            </a:endParaRPr>
          </a:p>
        </p:txBody>
      </p:sp>
      <p:sp>
        <p:nvSpPr>
          <p:cNvPr id="6" name="矩形 5">
            <a:extLst>
              <a:ext uri="{FF2B5EF4-FFF2-40B4-BE49-F238E27FC236}">
                <a16:creationId xmlns:a16="http://schemas.microsoft.com/office/drawing/2014/main" id="{0620CBE7-776C-47D6-98BE-FA69766ECA56}"/>
              </a:ext>
            </a:extLst>
          </p:cNvPr>
          <p:cNvSpPr/>
          <p:nvPr/>
        </p:nvSpPr>
        <p:spPr>
          <a:xfrm rot="2700000">
            <a:off x="1668463" y="2700338"/>
            <a:ext cx="1544637" cy="1544637"/>
          </a:xfrm>
          <a:prstGeom prst="rect">
            <a:avLst/>
          </a:prstGeom>
          <a:noFill/>
          <a:ln w="63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微软雅黑" pitchFamily="34" charset="-122"/>
              <a:ea typeface="微软雅黑" pitchFamily="34" charset="-122"/>
            </a:endParaRPr>
          </a:p>
        </p:txBody>
      </p:sp>
      <p:sp>
        <p:nvSpPr>
          <p:cNvPr id="7" name="矩形 6">
            <a:extLst>
              <a:ext uri="{FF2B5EF4-FFF2-40B4-BE49-F238E27FC236}">
                <a16:creationId xmlns:a16="http://schemas.microsoft.com/office/drawing/2014/main" id="{8F538741-4B97-40A8-B5BD-7B3651D8A275}"/>
              </a:ext>
            </a:extLst>
          </p:cNvPr>
          <p:cNvSpPr/>
          <p:nvPr/>
        </p:nvSpPr>
        <p:spPr>
          <a:xfrm rot="2700000">
            <a:off x="1452563" y="2692400"/>
            <a:ext cx="1544638" cy="1544637"/>
          </a:xfrm>
          <a:prstGeom prst="rect">
            <a:avLst/>
          </a:prstGeom>
          <a:solidFill>
            <a:schemeClr val="tx1">
              <a:lumMod val="75000"/>
              <a:lumOff val="25000"/>
            </a:schemeClr>
          </a:solidFill>
          <a:ln w="63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微软雅黑" pitchFamily="34" charset="-122"/>
              <a:ea typeface="微软雅黑" pitchFamily="34" charset="-122"/>
            </a:endParaRPr>
          </a:p>
        </p:txBody>
      </p:sp>
      <p:sp>
        <p:nvSpPr>
          <p:cNvPr id="8" name="标题占位符 1">
            <a:extLst>
              <a:ext uri="{FF2B5EF4-FFF2-40B4-BE49-F238E27FC236}">
                <a16:creationId xmlns:a16="http://schemas.microsoft.com/office/drawing/2014/main" id="{A9B476DF-DD6E-4AFE-8CFF-342F0E252E36}"/>
              </a:ext>
            </a:extLst>
          </p:cNvPr>
          <p:cNvSpPr txBox="1">
            <a:spLocks noChangeArrowheads="1"/>
          </p:cNvSpPr>
          <p:nvPr/>
        </p:nvSpPr>
        <p:spPr bwMode="auto">
          <a:xfrm>
            <a:off x="327025" y="3105150"/>
            <a:ext cx="3829050" cy="80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2pPr>
            <a:lvl3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3pPr>
            <a:lvl4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4pPr>
            <a:lvl5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5pPr>
            <a:lvl6pPr marL="3429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6pPr>
            <a:lvl7pPr marL="6858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7pPr>
            <a:lvl8pPr marL="10287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8pPr>
            <a:lvl9pPr marL="13716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9pPr>
          </a:lstStyle>
          <a:p>
            <a:pPr algn="ctr">
              <a:defRPr/>
            </a:pPr>
            <a:r>
              <a:rPr lang="zh-CN" altLang="en-US" sz="3600" kern="0" dirty="0">
                <a:solidFill>
                  <a:schemeClr val="bg1"/>
                </a:solidFill>
                <a:latin typeface="微软雅黑" pitchFamily="34" charset="-122"/>
                <a:ea typeface="微软雅黑" pitchFamily="34" charset="-122"/>
              </a:rPr>
              <a:t>总结</a:t>
            </a:r>
            <a:endParaRPr lang="zh-TW" altLang="zh-CN" sz="3600" kern="0" dirty="0">
              <a:solidFill>
                <a:schemeClr val="bg1"/>
              </a:solidFill>
              <a:latin typeface="微软雅黑" pitchFamily="34" charset="-122"/>
              <a:ea typeface="微软雅黑" pitchFamily="34" charset="-122"/>
            </a:endParaRPr>
          </a:p>
        </p:txBody>
      </p:sp>
      <p:graphicFrame>
        <p:nvGraphicFramePr>
          <p:cNvPr id="9" name="表格 8">
            <a:extLst>
              <a:ext uri="{FF2B5EF4-FFF2-40B4-BE49-F238E27FC236}">
                <a16:creationId xmlns:a16="http://schemas.microsoft.com/office/drawing/2014/main" id="{A011138E-E534-4898-A616-35CFFF5B0FB6}"/>
              </a:ext>
            </a:extLst>
          </p:cNvPr>
          <p:cNvGraphicFramePr>
            <a:graphicFrameLocks noGrp="1"/>
          </p:cNvGraphicFramePr>
          <p:nvPr>
            <p:extLst>
              <p:ext uri="{D42A27DB-BD31-4B8C-83A1-F6EECF244321}">
                <p14:modId xmlns:p14="http://schemas.microsoft.com/office/powerpoint/2010/main" val="1667393367"/>
              </p:ext>
            </p:extLst>
          </p:nvPr>
        </p:nvGraphicFramePr>
        <p:xfrm>
          <a:off x="3874020" y="2487364"/>
          <a:ext cx="7519784" cy="1395838"/>
        </p:xfrm>
        <a:graphic>
          <a:graphicData uri="http://schemas.openxmlformats.org/drawingml/2006/table">
            <a:tbl>
              <a:tblPr firstRow="1" bandRow="1">
                <a:tableStyleId>{5C22544A-7EE6-4342-B048-85BDC9FD1C3A}</a:tableStyleId>
              </a:tblPr>
              <a:tblGrid>
                <a:gridCol w="2288655">
                  <a:extLst>
                    <a:ext uri="{9D8B030D-6E8A-4147-A177-3AD203B41FA5}">
                      <a16:colId xmlns:a16="http://schemas.microsoft.com/office/drawing/2014/main" val="20000"/>
                    </a:ext>
                  </a:extLst>
                </a:gridCol>
                <a:gridCol w="5231129">
                  <a:extLst>
                    <a:ext uri="{9D8B030D-6E8A-4147-A177-3AD203B41FA5}">
                      <a16:colId xmlns:a16="http://schemas.microsoft.com/office/drawing/2014/main" val="20001"/>
                    </a:ext>
                  </a:extLst>
                </a:gridCol>
              </a:tblGrid>
              <a:tr h="438839">
                <a:tc>
                  <a:txBody>
                    <a:bodyPr/>
                    <a:lstStyle/>
                    <a:p>
                      <a:pPr algn="ctr"/>
                      <a:r>
                        <a:rPr lang="zh-CN" altLang="en-US" sz="2400" b="1" dirty="0">
                          <a:effectLst/>
                          <a:latin typeface="Microsoft YaHei" charset="-122"/>
                          <a:ea typeface="Microsoft YaHei" charset="-122"/>
                          <a:cs typeface="Microsoft YaHei" charset="-122"/>
                        </a:rPr>
                        <a:t>代码</a:t>
                      </a:r>
                    </a:p>
                  </a:txBody>
                  <a:tcPr marL="165100" marR="165100" marT="76200" marB="76200" anchor="ctr"/>
                </a:tc>
                <a:tc>
                  <a:txBody>
                    <a:bodyPr/>
                    <a:lstStyle/>
                    <a:p>
                      <a:pPr algn="l"/>
                      <a:r>
                        <a:rPr lang="zh-CN" altLang="en-US" sz="2400" b="1" dirty="0">
                          <a:effectLst/>
                          <a:latin typeface="Microsoft YaHei" charset="-122"/>
                          <a:ea typeface="Microsoft YaHei" charset="-122"/>
                          <a:cs typeface="Microsoft YaHei" charset="-122"/>
                        </a:rPr>
                        <a:t>功能</a:t>
                      </a:r>
                    </a:p>
                  </a:txBody>
                  <a:tcPr marL="165100" marR="165100" marT="76200" marB="76200" anchor="ctr"/>
                </a:tc>
                <a:extLst>
                  <a:ext uri="{0D108BD9-81ED-4DB2-BD59-A6C34878D82A}">
                    <a16:rowId xmlns:a16="http://schemas.microsoft.com/office/drawing/2014/main" val="10000"/>
                  </a:ext>
                </a:extLst>
              </a:tr>
              <a:tr h="438839">
                <a:tc>
                  <a:txBody>
                    <a:bodyPr/>
                    <a:lstStyle/>
                    <a:p>
                      <a:pPr algn="ctr"/>
                      <a:r>
                        <a:rPr lang="en-US" altLang="zh-CN" sz="1400" dirty="0">
                          <a:effectLst/>
                          <a:latin typeface="Microsoft YaHei" charset="-122"/>
                          <a:ea typeface="Microsoft YaHei" charset="-122"/>
                          <a:cs typeface="Microsoft YaHei" charset="-122"/>
                        </a:rPr>
                        <a:t>^</a:t>
                      </a:r>
                    </a:p>
                  </a:txBody>
                  <a:tcPr marL="165100" marR="165100" marT="76200" marB="76200" anchor="ctr"/>
                </a:tc>
                <a:tc>
                  <a:txBody>
                    <a:bodyPr/>
                    <a:lstStyle/>
                    <a:p>
                      <a:pPr algn="l"/>
                      <a:r>
                        <a:rPr lang="zh-CN" altLang="en-US" sz="1400" dirty="0">
                          <a:effectLst/>
                          <a:latin typeface="Microsoft YaHei" charset="-122"/>
                          <a:ea typeface="Microsoft YaHei" charset="-122"/>
                          <a:cs typeface="Microsoft YaHei" charset="-122"/>
                        </a:rPr>
                        <a:t>匹配字符串开头</a:t>
                      </a:r>
                    </a:p>
                  </a:txBody>
                  <a:tcPr marL="165100" marR="165100" marT="76200" marB="76200" anchor="ctr"/>
                </a:tc>
                <a:extLst>
                  <a:ext uri="{0D108BD9-81ED-4DB2-BD59-A6C34878D82A}">
                    <a16:rowId xmlns:a16="http://schemas.microsoft.com/office/drawing/2014/main" val="10001"/>
                  </a:ext>
                </a:extLst>
              </a:tr>
              <a:tr h="438839">
                <a:tc>
                  <a:txBody>
                    <a:bodyPr/>
                    <a:lstStyle/>
                    <a:p>
                      <a:pPr algn="ctr"/>
                      <a:r>
                        <a:rPr lang="en-US" sz="1400">
                          <a:effectLst/>
                          <a:latin typeface="Microsoft YaHei" charset="-122"/>
                          <a:ea typeface="Microsoft YaHei" charset="-122"/>
                          <a:cs typeface="Microsoft YaHei" charset="-122"/>
                        </a:rPr>
                        <a:t>$</a:t>
                      </a:r>
                    </a:p>
                  </a:txBody>
                  <a:tcPr marL="165100" marR="165100" marT="76200" marB="76200" anchor="ctr"/>
                </a:tc>
                <a:tc>
                  <a:txBody>
                    <a:bodyPr/>
                    <a:lstStyle/>
                    <a:p>
                      <a:pPr algn="l"/>
                      <a:r>
                        <a:rPr lang="zh-CN" altLang="en-US" sz="1400" dirty="0">
                          <a:effectLst/>
                          <a:latin typeface="Microsoft YaHei" charset="-122"/>
                          <a:ea typeface="Microsoft YaHei" charset="-122"/>
                          <a:cs typeface="Microsoft YaHei" charset="-122"/>
                        </a:rPr>
                        <a:t>匹配字符串结尾</a:t>
                      </a:r>
                    </a:p>
                  </a:txBody>
                  <a:tcPr marL="165100" marR="165100" marT="76200" marB="76200" anchor="ct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4297045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88011528-4D0F-4445-B77C-54471F861B71}"/>
              </a:ext>
            </a:extLst>
          </p:cNvPr>
          <p:cNvSpPr>
            <a:spLocks noGrp="1"/>
          </p:cNvSpPr>
          <p:nvPr>
            <p:ph type="title"/>
          </p:nvPr>
        </p:nvSpPr>
        <p:spPr/>
        <p:txBody>
          <a:bodyPr/>
          <a:lstStyle/>
          <a:p>
            <a:r>
              <a:rPr kumimoji="1" lang="zh-CN" altLang="en-US" dirty="0"/>
              <a:t>正则表达式编写</a:t>
            </a:r>
            <a:endParaRPr lang="zh-CN" altLang="en-US" dirty="0"/>
          </a:p>
        </p:txBody>
      </p:sp>
      <p:sp>
        <p:nvSpPr>
          <p:cNvPr id="5" name="标题占位符 1">
            <a:extLst>
              <a:ext uri="{FF2B5EF4-FFF2-40B4-BE49-F238E27FC236}">
                <a16:creationId xmlns:a16="http://schemas.microsoft.com/office/drawing/2014/main" id="{0F7CECF3-F1D9-4E2E-B8A2-803DD1D34FFA}"/>
              </a:ext>
            </a:extLst>
          </p:cNvPr>
          <p:cNvSpPr txBox="1">
            <a:spLocks noChangeArrowheads="1"/>
          </p:cNvSpPr>
          <p:nvPr/>
        </p:nvSpPr>
        <p:spPr bwMode="auto">
          <a:xfrm>
            <a:off x="2519363" y="2714625"/>
            <a:ext cx="1720850" cy="80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lnSpc>
                <a:spcPct val="90000"/>
              </a:lnSpc>
            </a:pPr>
            <a:r>
              <a:rPr lang="zh-CN" altLang="en-US" sz="3200" b="1">
                <a:solidFill>
                  <a:srgbClr val="262626"/>
                </a:solidFill>
                <a:latin typeface="微软雅黑" panose="020B0503020204020204" pitchFamily="34" charset="-122"/>
                <a:ea typeface="微软雅黑" panose="020B0503020204020204" pitchFamily="34" charset="-122"/>
                <a:sym typeface="+mn-ea"/>
              </a:rPr>
              <a:t>目标</a:t>
            </a:r>
            <a:endParaRPr lang="zh-TW" altLang="zh-CN" sz="3200" b="1">
              <a:solidFill>
                <a:srgbClr val="262626"/>
              </a:solidFill>
              <a:latin typeface="微软雅黑" panose="020B0503020204020204" pitchFamily="34" charset="-122"/>
              <a:ea typeface="微软雅黑" panose="020B0503020204020204" pitchFamily="34" charset="-122"/>
              <a:sym typeface="+mn-ea"/>
            </a:endParaRPr>
          </a:p>
        </p:txBody>
      </p:sp>
      <p:cxnSp>
        <p:nvCxnSpPr>
          <p:cNvPr id="6" name="直接连接符 5">
            <a:extLst>
              <a:ext uri="{FF2B5EF4-FFF2-40B4-BE49-F238E27FC236}">
                <a16:creationId xmlns:a16="http://schemas.microsoft.com/office/drawing/2014/main" id="{AD9CC860-2C1B-45A1-8CB1-9D3B08082B4E}"/>
              </a:ext>
            </a:extLst>
          </p:cNvPr>
          <p:cNvCxnSpPr/>
          <p:nvPr/>
        </p:nvCxnSpPr>
        <p:spPr>
          <a:xfrm>
            <a:off x="4824413" y="2174875"/>
            <a:ext cx="0" cy="2447925"/>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7" name="椭圆 6">
            <a:extLst>
              <a:ext uri="{FF2B5EF4-FFF2-40B4-BE49-F238E27FC236}">
                <a16:creationId xmlns:a16="http://schemas.microsoft.com/office/drawing/2014/main" id="{26CE5821-30B3-43EE-B8D1-A9AA87F2703F}"/>
              </a:ext>
            </a:extLst>
          </p:cNvPr>
          <p:cNvSpPr/>
          <p:nvPr/>
        </p:nvSpPr>
        <p:spPr>
          <a:xfrm>
            <a:off x="4787900" y="2138363"/>
            <a:ext cx="73025" cy="7143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8" name="椭圆 7">
            <a:extLst>
              <a:ext uri="{FF2B5EF4-FFF2-40B4-BE49-F238E27FC236}">
                <a16:creationId xmlns:a16="http://schemas.microsoft.com/office/drawing/2014/main" id="{1A1A6FE6-7015-42E5-A562-8478886C8894}"/>
              </a:ext>
            </a:extLst>
          </p:cNvPr>
          <p:cNvSpPr/>
          <p:nvPr/>
        </p:nvSpPr>
        <p:spPr>
          <a:xfrm>
            <a:off x="4787900" y="4622800"/>
            <a:ext cx="73025" cy="7143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9" name="标题占位符 1">
            <a:extLst>
              <a:ext uri="{FF2B5EF4-FFF2-40B4-BE49-F238E27FC236}">
                <a16:creationId xmlns:a16="http://schemas.microsoft.com/office/drawing/2014/main" id="{4585688A-30D0-45B9-A6EE-21D0AD4C8F92}"/>
              </a:ext>
            </a:extLst>
          </p:cNvPr>
          <p:cNvSpPr txBox="1">
            <a:spLocks noChangeArrowheads="1"/>
          </p:cNvSpPr>
          <p:nvPr/>
        </p:nvSpPr>
        <p:spPr bwMode="auto">
          <a:xfrm>
            <a:off x="2735263" y="3363913"/>
            <a:ext cx="2116137" cy="515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defRPr/>
            </a:pPr>
            <a:r>
              <a:rPr lang="en-US" altLang="zh-CN" sz="2400" b="1" kern="0" dirty="0">
                <a:solidFill>
                  <a:srgbClr val="FF0000"/>
                </a:solidFill>
                <a:latin typeface="微软雅黑" panose="020B0503020204020204" pitchFamily="34" charset="-122"/>
                <a:ea typeface="微软雅黑" panose="020B0503020204020204" pitchFamily="34" charset="-122"/>
                <a:sym typeface="+mn-ea"/>
              </a:rPr>
              <a:t>TARGET</a:t>
            </a:r>
            <a:endParaRPr lang="zh-TW" altLang="zh-CN" sz="2400" b="1" kern="0" dirty="0">
              <a:solidFill>
                <a:srgbClr val="FF0000"/>
              </a:solidFill>
              <a:latin typeface="微软雅黑" panose="020B0503020204020204" pitchFamily="34" charset="-122"/>
              <a:ea typeface="微软雅黑" panose="020B0503020204020204" pitchFamily="34" charset="-122"/>
              <a:sym typeface="+mn-ea"/>
            </a:endParaRPr>
          </a:p>
        </p:txBody>
      </p:sp>
      <p:sp>
        <p:nvSpPr>
          <p:cNvPr id="10" name="矩形 9">
            <a:extLst>
              <a:ext uri="{FF2B5EF4-FFF2-40B4-BE49-F238E27FC236}">
                <a16:creationId xmlns:a16="http://schemas.microsoft.com/office/drawing/2014/main" id="{E943DB18-7F47-4D5B-8646-E62F4D12A4B4}"/>
              </a:ext>
            </a:extLst>
          </p:cNvPr>
          <p:cNvSpPr/>
          <p:nvPr/>
        </p:nvSpPr>
        <p:spPr>
          <a:xfrm>
            <a:off x="5256287" y="2930277"/>
            <a:ext cx="4536504" cy="1116781"/>
          </a:xfrm>
          <a:prstGeom prst="rect">
            <a:avLst/>
          </a:prstGeom>
        </p:spPr>
        <p:txBody>
          <a:bodyPr wrap="square">
            <a:spAutoFit/>
          </a:bodyPr>
          <a:lstStyle/>
          <a:p>
            <a:pPr>
              <a:lnSpc>
                <a:spcPct val="200000"/>
              </a:lnSpc>
              <a:buFont typeface="Wingdings" charset="2"/>
              <a:buChar char="u"/>
            </a:pPr>
            <a:r>
              <a:rPr lang="zh-CN" altLang="en-US" dirty="0">
                <a:latin typeface="Microsoft YaHei" panose="020B0503020204020204" pitchFamily="34" charset="-122"/>
                <a:ea typeface="Microsoft YaHei" panose="020B0503020204020204" pitchFamily="34" charset="-122"/>
              </a:rPr>
              <a:t> </a:t>
            </a:r>
            <a:r>
              <a:rPr lang="en-US" altLang="zh-CN" dirty="0">
                <a:latin typeface="Microsoft YaHei" panose="020B0503020204020204" pitchFamily="34" charset="-122"/>
                <a:ea typeface="Microsoft YaHei" panose="020B0503020204020204" pitchFamily="34" charset="-122"/>
              </a:rPr>
              <a:t>4</a:t>
            </a:r>
            <a:r>
              <a:rPr lang="zh-CN" altLang="en-US" dirty="0">
                <a:latin typeface="Microsoft YaHei" panose="020B0503020204020204" pitchFamily="34" charset="-122"/>
                <a:ea typeface="Microsoft YaHei" panose="020B0503020204020204" pitchFamily="34" charset="-122"/>
              </a:rPr>
              <a:t>、能够使用</a:t>
            </a:r>
            <a:r>
              <a:rPr lang="en-US" altLang="zh-CN" dirty="0">
                <a:latin typeface="Microsoft YaHei" panose="020B0503020204020204" pitchFamily="34" charset="-122"/>
                <a:ea typeface="Microsoft YaHei" panose="020B0503020204020204" pitchFamily="34" charset="-122"/>
              </a:rPr>
              <a:t>re</a:t>
            </a:r>
            <a:r>
              <a:rPr lang="zh-CN" altLang="en-US" dirty="0">
                <a:latin typeface="Microsoft YaHei" panose="020B0503020204020204" pitchFamily="34" charset="-122"/>
                <a:ea typeface="Microsoft YaHei" panose="020B0503020204020204" pitchFamily="34" charset="-122"/>
              </a:rPr>
              <a:t>模块提取分组数据</a:t>
            </a:r>
            <a:endParaRPr lang="en-US" altLang="zh-CN" sz="1400" dirty="0">
              <a:latin typeface="微软雅黑" charset="-122"/>
              <a:ea typeface="微软雅黑" charset="-122"/>
            </a:endParaRPr>
          </a:p>
          <a:p>
            <a:pPr>
              <a:lnSpc>
                <a:spcPct val="200000"/>
              </a:lnSpc>
              <a:buFont typeface="Wingdings" charset="2"/>
              <a:buChar char="u"/>
            </a:pPr>
            <a:endParaRPr lang="en-US" altLang="zh-CN" dirty="0">
              <a:latin typeface="微软雅黑" charset="-122"/>
              <a:ea typeface="微软雅黑" charset="-122"/>
            </a:endParaRPr>
          </a:p>
        </p:txBody>
      </p:sp>
    </p:spTree>
    <p:extLst>
      <p:ext uri="{BB962C8B-B14F-4D97-AF65-F5344CB8AC3E}">
        <p14:creationId xmlns:p14="http://schemas.microsoft.com/office/powerpoint/2010/main" val="153255141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88011528-4D0F-4445-B77C-54471F861B71}"/>
              </a:ext>
            </a:extLst>
          </p:cNvPr>
          <p:cNvSpPr>
            <a:spLocks noGrp="1"/>
          </p:cNvSpPr>
          <p:nvPr>
            <p:ph type="title"/>
          </p:nvPr>
        </p:nvSpPr>
        <p:spPr/>
        <p:txBody>
          <a:bodyPr/>
          <a:lstStyle/>
          <a:p>
            <a:r>
              <a:rPr kumimoji="1" lang="zh-CN" altLang="en-US" dirty="0"/>
              <a:t>正则表达式编写</a:t>
            </a:r>
            <a:endParaRPr lang="zh-CN" altLang="en-US" dirty="0"/>
          </a:p>
        </p:txBody>
      </p:sp>
      <p:graphicFrame>
        <p:nvGraphicFramePr>
          <p:cNvPr id="11" name="表格 10">
            <a:extLst>
              <a:ext uri="{FF2B5EF4-FFF2-40B4-BE49-F238E27FC236}">
                <a16:creationId xmlns:a16="http://schemas.microsoft.com/office/drawing/2014/main" id="{F87D440C-6485-447E-82C7-565FB1B73A04}"/>
              </a:ext>
            </a:extLst>
          </p:cNvPr>
          <p:cNvGraphicFramePr>
            <a:graphicFrameLocks noGrp="1"/>
          </p:cNvGraphicFramePr>
          <p:nvPr>
            <p:extLst>
              <p:ext uri="{D42A27DB-BD31-4B8C-83A1-F6EECF244321}">
                <p14:modId xmlns:p14="http://schemas.microsoft.com/office/powerpoint/2010/main" val="329668232"/>
              </p:ext>
            </p:extLst>
          </p:nvPr>
        </p:nvGraphicFramePr>
        <p:xfrm>
          <a:off x="971600" y="1923678"/>
          <a:ext cx="10420300" cy="3533106"/>
        </p:xfrm>
        <a:graphic>
          <a:graphicData uri="http://schemas.openxmlformats.org/drawingml/2006/table">
            <a:tbl>
              <a:tblPr firstRow="1" bandRow="1">
                <a:tableStyleId>{5C22544A-7EE6-4342-B048-85BDC9FD1C3A}</a:tableStyleId>
              </a:tblPr>
              <a:tblGrid>
                <a:gridCol w="2066875">
                  <a:extLst>
                    <a:ext uri="{9D8B030D-6E8A-4147-A177-3AD203B41FA5}">
                      <a16:colId xmlns:a16="http://schemas.microsoft.com/office/drawing/2014/main" val="20000"/>
                    </a:ext>
                  </a:extLst>
                </a:gridCol>
                <a:gridCol w="8353425">
                  <a:extLst>
                    <a:ext uri="{9D8B030D-6E8A-4147-A177-3AD203B41FA5}">
                      <a16:colId xmlns:a16="http://schemas.microsoft.com/office/drawing/2014/main" val="20001"/>
                    </a:ext>
                  </a:extLst>
                </a:gridCol>
              </a:tblGrid>
              <a:tr h="524247">
                <a:tc>
                  <a:txBody>
                    <a:bodyPr/>
                    <a:lstStyle/>
                    <a:p>
                      <a:pPr algn="ctr"/>
                      <a:r>
                        <a:rPr lang="zh-CN" altLang="en-US" dirty="0"/>
                        <a:t>代码</a:t>
                      </a:r>
                    </a:p>
                  </a:txBody>
                  <a:tcPr/>
                </a:tc>
                <a:tc>
                  <a:txBody>
                    <a:bodyPr/>
                    <a:lstStyle/>
                    <a:p>
                      <a:pPr algn="ctr"/>
                      <a:r>
                        <a:rPr lang="zh-CN" altLang="en-US" dirty="0"/>
                        <a:t>功能</a:t>
                      </a:r>
                    </a:p>
                  </a:txBody>
                  <a:tcPr/>
                </a:tc>
                <a:extLst>
                  <a:ext uri="{0D108BD9-81ED-4DB2-BD59-A6C34878D82A}">
                    <a16:rowId xmlns:a16="http://schemas.microsoft.com/office/drawing/2014/main" val="10000"/>
                  </a:ext>
                </a:extLst>
              </a:tr>
              <a:tr h="658409">
                <a:tc>
                  <a:txBody>
                    <a:bodyPr/>
                    <a:lstStyle/>
                    <a:p>
                      <a:pPr algn="ctr"/>
                      <a:r>
                        <a:rPr lang="hr-HR" sz="1400" dirty="0">
                          <a:effectLst/>
                          <a:latin typeface="Microsoft YaHei" charset="-122"/>
                          <a:ea typeface="Microsoft YaHei" charset="-122"/>
                          <a:cs typeface="Microsoft YaHei" charset="-122"/>
                        </a:rPr>
                        <a:t>|</a:t>
                      </a:r>
                    </a:p>
                  </a:txBody>
                  <a:tcPr marL="165100" marR="165100" marT="76200" marB="76200" anchor="ctr"/>
                </a:tc>
                <a:tc>
                  <a:txBody>
                    <a:bodyPr/>
                    <a:lstStyle/>
                    <a:p>
                      <a:pPr algn="l"/>
                      <a:r>
                        <a:rPr lang="zh-CN" altLang="en-US" sz="1400" dirty="0">
                          <a:effectLst/>
                          <a:latin typeface="Microsoft YaHei" charset="-122"/>
                          <a:ea typeface="Microsoft YaHei" charset="-122"/>
                          <a:cs typeface="Microsoft YaHei" charset="-122"/>
                        </a:rPr>
                        <a:t>匹配左右任意一个表达式</a:t>
                      </a:r>
                    </a:p>
                  </a:txBody>
                  <a:tcPr marL="165100" marR="165100" marT="76200" marB="76200" anchor="ctr"/>
                </a:tc>
                <a:extLst>
                  <a:ext uri="{0D108BD9-81ED-4DB2-BD59-A6C34878D82A}">
                    <a16:rowId xmlns:a16="http://schemas.microsoft.com/office/drawing/2014/main" val="10001"/>
                  </a:ext>
                </a:extLst>
              </a:tr>
              <a:tr h="658409">
                <a:tc>
                  <a:txBody>
                    <a:bodyPr/>
                    <a:lstStyle/>
                    <a:p>
                      <a:pPr algn="ctr"/>
                      <a:r>
                        <a:rPr lang="is-IS" sz="1400" dirty="0">
                          <a:effectLst/>
                          <a:latin typeface="Microsoft YaHei" charset="-122"/>
                          <a:ea typeface="Microsoft YaHei" charset="-122"/>
                          <a:cs typeface="Microsoft YaHei" charset="-122"/>
                        </a:rPr>
                        <a:t>(ab)</a:t>
                      </a:r>
                    </a:p>
                  </a:txBody>
                  <a:tcPr marL="165100" marR="165100" marT="76200" marB="76200" anchor="ctr"/>
                </a:tc>
                <a:tc>
                  <a:txBody>
                    <a:bodyPr/>
                    <a:lstStyle/>
                    <a:p>
                      <a:pPr algn="l"/>
                      <a:r>
                        <a:rPr lang="zh-CN" altLang="en-US" sz="1400" dirty="0">
                          <a:effectLst/>
                          <a:latin typeface="Microsoft YaHei" charset="-122"/>
                          <a:ea typeface="Microsoft YaHei" charset="-122"/>
                          <a:cs typeface="Microsoft YaHei" charset="-122"/>
                        </a:rPr>
                        <a:t>将括号中字符作为一个分组</a:t>
                      </a:r>
                    </a:p>
                  </a:txBody>
                  <a:tcPr marL="165100" marR="165100" marT="76200" marB="76200" anchor="ctr"/>
                </a:tc>
                <a:extLst>
                  <a:ext uri="{0D108BD9-81ED-4DB2-BD59-A6C34878D82A}">
                    <a16:rowId xmlns:a16="http://schemas.microsoft.com/office/drawing/2014/main" val="10002"/>
                  </a:ext>
                </a:extLst>
              </a:tr>
              <a:tr h="658409">
                <a:tc>
                  <a:txBody>
                    <a:bodyPr/>
                    <a:lstStyle/>
                    <a:p>
                      <a:pPr algn="ctr"/>
                      <a:r>
                        <a:rPr lang="en-US" sz="1400" dirty="0">
                          <a:effectLst/>
                          <a:latin typeface="Microsoft YaHei" charset="-122"/>
                          <a:ea typeface="Microsoft YaHei" charset="-122"/>
                          <a:cs typeface="Microsoft YaHei" charset="-122"/>
                        </a:rPr>
                        <a:t>\</a:t>
                      </a:r>
                      <a:r>
                        <a:rPr lang="en-US" sz="1400" dirty="0" err="1">
                          <a:effectLst/>
                          <a:latin typeface="Microsoft YaHei" charset="-122"/>
                          <a:ea typeface="Microsoft YaHei" charset="-122"/>
                          <a:cs typeface="Microsoft YaHei" charset="-122"/>
                        </a:rPr>
                        <a:t>num</a:t>
                      </a:r>
                      <a:endParaRPr lang="en-US" sz="1400" dirty="0">
                        <a:effectLst/>
                        <a:latin typeface="Microsoft YaHei" charset="-122"/>
                        <a:ea typeface="Microsoft YaHei" charset="-122"/>
                        <a:cs typeface="Microsoft YaHei" charset="-122"/>
                      </a:endParaRPr>
                    </a:p>
                  </a:txBody>
                  <a:tcPr marL="165100" marR="165100" marT="76200" marB="76200" anchor="ctr"/>
                </a:tc>
                <a:tc>
                  <a:txBody>
                    <a:bodyPr/>
                    <a:lstStyle/>
                    <a:p>
                      <a:pPr algn="l"/>
                      <a:r>
                        <a:rPr lang="zh-CN" altLang="en-US" sz="1400" dirty="0">
                          <a:effectLst/>
                          <a:latin typeface="Microsoft YaHei" charset="-122"/>
                          <a:ea typeface="Microsoft YaHei" charset="-122"/>
                          <a:cs typeface="Microsoft YaHei" charset="-122"/>
                        </a:rPr>
                        <a:t>引用分组</a:t>
                      </a:r>
                      <a:r>
                        <a:rPr lang="en-US" altLang="zh-CN" sz="1400" dirty="0" err="1">
                          <a:effectLst/>
                          <a:latin typeface="Microsoft YaHei" charset="-122"/>
                          <a:ea typeface="Microsoft YaHei" charset="-122"/>
                          <a:cs typeface="Microsoft YaHei" charset="-122"/>
                        </a:rPr>
                        <a:t>num</a:t>
                      </a:r>
                      <a:r>
                        <a:rPr lang="zh-CN" altLang="en-US" sz="1400" dirty="0">
                          <a:effectLst/>
                          <a:latin typeface="Microsoft YaHei" charset="-122"/>
                          <a:ea typeface="Microsoft YaHei" charset="-122"/>
                          <a:cs typeface="Microsoft YaHei" charset="-122"/>
                        </a:rPr>
                        <a:t>匹配到的字符串</a:t>
                      </a:r>
                    </a:p>
                  </a:txBody>
                  <a:tcPr marL="165100" marR="165100" marT="76200" marB="76200" anchor="ctr"/>
                </a:tc>
                <a:extLst>
                  <a:ext uri="{0D108BD9-81ED-4DB2-BD59-A6C34878D82A}">
                    <a16:rowId xmlns:a16="http://schemas.microsoft.com/office/drawing/2014/main" val="10003"/>
                  </a:ext>
                </a:extLst>
              </a:tr>
              <a:tr h="516816">
                <a:tc>
                  <a:txBody>
                    <a:bodyPr/>
                    <a:lstStyle/>
                    <a:p>
                      <a:pPr algn="ctr"/>
                      <a:r>
                        <a:rPr lang="hr-HR" sz="1400">
                          <a:effectLst/>
                          <a:latin typeface="Microsoft YaHei" charset="-122"/>
                          <a:ea typeface="Microsoft YaHei" charset="-122"/>
                          <a:cs typeface="Microsoft YaHei" charset="-122"/>
                        </a:rPr>
                        <a:t>(?P&lt;name&gt;)</a:t>
                      </a:r>
                    </a:p>
                  </a:txBody>
                  <a:tcPr marL="165100" marR="165100" marT="76200" marB="76200" anchor="ctr"/>
                </a:tc>
                <a:tc>
                  <a:txBody>
                    <a:bodyPr/>
                    <a:lstStyle/>
                    <a:p>
                      <a:pPr algn="l"/>
                      <a:r>
                        <a:rPr lang="zh-CN" altLang="en-US" sz="1400" dirty="0">
                          <a:effectLst/>
                          <a:latin typeface="Microsoft YaHei" charset="-122"/>
                          <a:ea typeface="Microsoft YaHei" charset="-122"/>
                          <a:cs typeface="Microsoft YaHei" charset="-122"/>
                        </a:rPr>
                        <a:t>分组起别名</a:t>
                      </a:r>
                    </a:p>
                  </a:txBody>
                  <a:tcPr marL="165100" marR="165100" marT="76200" marB="76200" anchor="ctr"/>
                </a:tc>
                <a:extLst>
                  <a:ext uri="{0D108BD9-81ED-4DB2-BD59-A6C34878D82A}">
                    <a16:rowId xmlns:a16="http://schemas.microsoft.com/office/drawing/2014/main" val="10004"/>
                  </a:ext>
                </a:extLst>
              </a:tr>
              <a:tr h="516816">
                <a:tc>
                  <a:txBody>
                    <a:bodyPr/>
                    <a:lstStyle/>
                    <a:p>
                      <a:pPr algn="ctr"/>
                      <a:r>
                        <a:rPr lang="is-IS" sz="1400">
                          <a:effectLst/>
                          <a:latin typeface="Microsoft YaHei" charset="-122"/>
                          <a:ea typeface="Microsoft YaHei" charset="-122"/>
                          <a:cs typeface="Microsoft YaHei" charset="-122"/>
                        </a:rPr>
                        <a:t>(?P=name)</a:t>
                      </a:r>
                    </a:p>
                  </a:txBody>
                  <a:tcPr marL="165100" marR="165100" marT="76200" marB="76200" anchor="ctr"/>
                </a:tc>
                <a:tc>
                  <a:txBody>
                    <a:bodyPr/>
                    <a:lstStyle/>
                    <a:p>
                      <a:pPr algn="l"/>
                      <a:r>
                        <a:rPr lang="zh-CN" altLang="en-US" sz="1400" dirty="0">
                          <a:effectLst/>
                          <a:latin typeface="Microsoft YaHei" charset="-122"/>
                          <a:ea typeface="Microsoft YaHei" charset="-122"/>
                          <a:cs typeface="Microsoft YaHei" charset="-122"/>
                        </a:rPr>
                        <a:t>引用别名为</a:t>
                      </a:r>
                      <a:r>
                        <a:rPr lang="en-US" altLang="zh-CN" sz="1400" dirty="0">
                          <a:effectLst/>
                          <a:latin typeface="Microsoft YaHei" charset="-122"/>
                          <a:ea typeface="Microsoft YaHei" charset="-122"/>
                          <a:cs typeface="Microsoft YaHei" charset="-122"/>
                        </a:rPr>
                        <a:t>name</a:t>
                      </a:r>
                      <a:r>
                        <a:rPr lang="zh-CN" altLang="en-US" sz="1400" dirty="0">
                          <a:effectLst/>
                          <a:latin typeface="Microsoft YaHei" charset="-122"/>
                          <a:ea typeface="Microsoft YaHei" charset="-122"/>
                          <a:cs typeface="Microsoft YaHei" charset="-122"/>
                        </a:rPr>
                        <a:t>分组匹配到的字符串</a:t>
                      </a:r>
                    </a:p>
                  </a:txBody>
                  <a:tcPr marL="165100" marR="165100" marT="76200" marB="76200" anchor="ctr"/>
                </a:tc>
                <a:extLst>
                  <a:ext uri="{0D108BD9-81ED-4DB2-BD59-A6C34878D82A}">
                    <a16:rowId xmlns:a16="http://schemas.microsoft.com/office/drawing/2014/main" val="10005"/>
                  </a:ext>
                </a:extLst>
              </a:tr>
            </a:tbl>
          </a:graphicData>
        </a:graphic>
      </p:graphicFrame>
      <p:sp>
        <p:nvSpPr>
          <p:cNvPr id="12" name="文本占位符 3">
            <a:extLst>
              <a:ext uri="{FF2B5EF4-FFF2-40B4-BE49-F238E27FC236}">
                <a16:creationId xmlns:a16="http://schemas.microsoft.com/office/drawing/2014/main" id="{32279ABA-D4BD-4E08-B26D-A1AE7861ADE3}"/>
              </a:ext>
            </a:extLst>
          </p:cNvPr>
          <p:cNvSpPr txBox="1">
            <a:spLocks/>
          </p:cNvSpPr>
          <p:nvPr/>
        </p:nvSpPr>
        <p:spPr>
          <a:xfrm>
            <a:off x="710880" y="940081"/>
            <a:ext cx="10749599" cy="517190"/>
          </a:xfrm>
          <a:prstGeom prst="rect">
            <a:avLst/>
          </a:prstGeom>
        </p:spPr>
        <p:txBody>
          <a:bodyPr anchor="ctr" anchorCtr="0"/>
          <a:lstStyle>
            <a:lvl1pPr marL="0" indent="0" algn="l" rtl="0" eaLnBrk="0" fontAlgn="base" hangingPunct="0">
              <a:spcBef>
                <a:spcPct val="20000"/>
              </a:spcBef>
              <a:spcAft>
                <a:spcPct val="0"/>
              </a:spcAft>
              <a:buFont typeface="Arial" panose="020B0604020202020204" pitchFamily="34" charset="0"/>
              <a:buNone/>
              <a:defRPr lang="zh-CN" altLang="en-US" sz="1800" b="1" kern="12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dirty="0">
                <a:latin typeface="Microsoft YaHei" panose="020B0503020204020204" pitchFamily="34" charset="-122"/>
                <a:ea typeface="Microsoft YaHei" panose="020B0503020204020204" pitchFamily="34" charset="-122"/>
              </a:rPr>
              <a:t>1</a:t>
            </a:r>
            <a:r>
              <a:rPr lang="zh-CN" altLang="en-US" dirty="0">
                <a:latin typeface="Microsoft YaHei" panose="020B0503020204020204" pitchFamily="34" charset="-122"/>
                <a:ea typeface="Microsoft YaHei" panose="020B0503020204020204" pitchFamily="34" charset="-122"/>
              </a:rPr>
              <a:t>、匹配分组</a:t>
            </a:r>
            <a:endParaRPr lang="zh-CN" altLang="en-US" dirty="0">
              <a:solidFill>
                <a:srgbClr val="333333"/>
              </a:solidFill>
              <a:latin typeface="Helvetica Neue"/>
            </a:endParaRPr>
          </a:p>
        </p:txBody>
      </p:sp>
    </p:spTree>
    <p:extLst>
      <p:ext uri="{BB962C8B-B14F-4D97-AF65-F5344CB8AC3E}">
        <p14:creationId xmlns:p14="http://schemas.microsoft.com/office/powerpoint/2010/main" val="4569099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E5CB622B-0C5F-443F-8579-6C5B0E0BAE05}"/>
              </a:ext>
            </a:extLst>
          </p:cNvPr>
          <p:cNvSpPr>
            <a:spLocks noGrp="1"/>
          </p:cNvSpPr>
          <p:nvPr>
            <p:ph type="title"/>
          </p:nvPr>
        </p:nvSpPr>
        <p:spPr/>
        <p:txBody>
          <a:bodyPr/>
          <a:lstStyle/>
          <a:p>
            <a:r>
              <a:rPr kumimoji="1" lang="zh-CN" altLang="en-US" dirty="0"/>
              <a:t>正则表达式编写</a:t>
            </a:r>
            <a:endParaRPr lang="zh-CN" altLang="en-US" dirty="0"/>
          </a:p>
        </p:txBody>
      </p:sp>
      <p:sp>
        <p:nvSpPr>
          <p:cNvPr id="4" name="文本占位符 3">
            <a:extLst>
              <a:ext uri="{FF2B5EF4-FFF2-40B4-BE49-F238E27FC236}">
                <a16:creationId xmlns:a16="http://schemas.microsoft.com/office/drawing/2014/main" id="{71CAE010-ADE3-48A7-9578-F508661C18E6}"/>
              </a:ext>
            </a:extLst>
          </p:cNvPr>
          <p:cNvSpPr>
            <a:spLocks noGrp="1"/>
          </p:cNvSpPr>
          <p:nvPr>
            <p:ph type="body" sz="quarter" idx="10"/>
          </p:nvPr>
        </p:nvSpPr>
        <p:spPr/>
        <p:txBody>
          <a:bodyPr/>
          <a:lstStyle/>
          <a:p>
            <a:r>
              <a:rPr lang="en-US" altLang="zh-CN" dirty="0"/>
              <a:t>2</a:t>
            </a:r>
            <a:r>
              <a:rPr lang="zh-CN" altLang="en-US" dirty="0"/>
              <a:t>、总结</a:t>
            </a:r>
          </a:p>
        </p:txBody>
      </p:sp>
      <p:sp>
        <p:nvSpPr>
          <p:cNvPr id="5" name="矩形 4">
            <a:extLst>
              <a:ext uri="{FF2B5EF4-FFF2-40B4-BE49-F238E27FC236}">
                <a16:creationId xmlns:a16="http://schemas.microsoft.com/office/drawing/2014/main" id="{EB99B87C-3046-4B3C-BD39-35AE7CF484B7}"/>
              </a:ext>
            </a:extLst>
          </p:cNvPr>
          <p:cNvSpPr/>
          <p:nvPr/>
        </p:nvSpPr>
        <p:spPr>
          <a:xfrm rot="2700000">
            <a:off x="1516063" y="2475321"/>
            <a:ext cx="1544637" cy="1544637"/>
          </a:xfrm>
          <a:prstGeom prst="rect">
            <a:avLst/>
          </a:prstGeom>
          <a:noFill/>
          <a:ln w="63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微软雅黑" pitchFamily="34" charset="-122"/>
              <a:ea typeface="微软雅黑" pitchFamily="34" charset="-122"/>
            </a:endParaRPr>
          </a:p>
        </p:txBody>
      </p:sp>
      <p:sp>
        <p:nvSpPr>
          <p:cNvPr id="6" name="矩形 5">
            <a:extLst>
              <a:ext uri="{FF2B5EF4-FFF2-40B4-BE49-F238E27FC236}">
                <a16:creationId xmlns:a16="http://schemas.microsoft.com/office/drawing/2014/main" id="{9D6CBB59-5CF7-41A8-A398-B7D59A94D870}"/>
              </a:ext>
            </a:extLst>
          </p:cNvPr>
          <p:cNvSpPr/>
          <p:nvPr/>
        </p:nvSpPr>
        <p:spPr>
          <a:xfrm rot="2700000">
            <a:off x="1300163" y="2467383"/>
            <a:ext cx="1544638" cy="1544637"/>
          </a:xfrm>
          <a:prstGeom prst="rect">
            <a:avLst/>
          </a:prstGeom>
          <a:solidFill>
            <a:schemeClr val="tx1">
              <a:lumMod val="75000"/>
              <a:lumOff val="25000"/>
            </a:schemeClr>
          </a:solidFill>
          <a:ln w="63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微软雅黑" pitchFamily="34" charset="-122"/>
              <a:ea typeface="微软雅黑" pitchFamily="34" charset="-122"/>
            </a:endParaRPr>
          </a:p>
        </p:txBody>
      </p:sp>
      <p:sp>
        <p:nvSpPr>
          <p:cNvPr id="7" name="标题占位符 1">
            <a:extLst>
              <a:ext uri="{FF2B5EF4-FFF2-40B4-BE49-F238E27FC236}">
                <a16:creationId xmlns:a16="http://schemas.microsoft.com/office/drawing/2014/main" id="{A3D75336-22CC-4E1C-A650-9679E5633B18}"/>
              </a:ext>
            </a:extLst>
          </p:cNvPr>
          <p:cNvSpPr txBox="1">
            <a:spLocks noChangeArrowheads="1"/>
          </p:cNvSpPr>
          <p:nvPr/>
        </p:nvSpPr>
        <p:spPr bwMode="auto">
          <a:xfrm>
            <a:off x="174625" y="2880133"/>
            <a:ext cx="3829050" cy="80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2pPr>
            <a:lvl3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3pPr>
            <a:lvl4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4pPr>
            <a:lvl5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5pPr>
            <a:lvl6pPr marL="3429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6pPr>
            <a:lvl7pPr marL="6858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7pPr>
            <a:lvl8pPr marL="10287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8pPr>
            <a:lvl9pPr marL="13716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9pPr>
          </a:lstStyle>
          <a:p>
            <a:pPr algn="ctr">
              <a:defRPr/>
            </a:pPr>
            <a:r>
              <a:rPr lang="zh-CN" altLang="en-US" sz="3600" kern="0" dirty="0">
                <a:solidFill>
                  <a:schemeClr val="bg1"/>
                </a:solidFill>
                <a:latin typeface="微软雅黑" pitchFamily="34" charset="-122"/>
                <a:ea typeface="微软雅黑" pitchFamily="34" charset="-122"/>
              </a:rPr>
              <a:t>总结</a:t>
            </a:r>
            <a:endParaRPr lang="zh-TW" altLang="zh-CN" sz="3600" kern="0" dirty="0">
              <a:solidFill>
                <a:schemeClr val="bg1"/>
              </a:solidFill>
              <a:latin typeface="微软雅黑" pitchFamily="34" charset="-122"/>
              <a:ea typeface="微软雅黑" pitchFamily="34" charset="-122"/>
            </a:endParaRPr>
          </a:p>
        </p:txBody>
      </p:sp>
      <p:graphicFrame>
        <p:nvGraphicFramePr>
          <p:cNvPr id="8" name="表格 7">
            <a:extLst>
              <a:ext uri="{FF2B5EF4-FFF2-40B4-BE49-F238E27FC236}">
                <a16:creationId xmlns:a16="http://schemas.microsoft.com/office/drawing/2014/main" id="{79FA592B-586A-45F1-AB60-5440B90C1CF2}"/>
              </a:ext>
            </a:extLst>
          </p:cNvPr>
          <p:cNvGraphicFramePr>
            <a:graphicFrameLocks noGrp="1"/>
          </p:cNvGraphicFramePr>
          <p:nvPr>
            <p:extLst>
              <p:ext uri="{D42A27DB-BD31-4B8C-83A1-F6EECF244321}">
                <p14:modId xmlns:p14="http://schemas.microsoft.com/office/powerpoint/2010/main" val="4210211933"/>
              </p:ext>
            </p:extLst>
          </p:nvPr>
        </p:nvGraphicFramePr>
        <p:xfrm>
          <a:off x="3596505" y="1635973"/>
          <a:ext cx="7976220" cy="3260411"/>
        </p:xfrm>
        <a:graphic>
          <a:graphicData uri="http://schemas.openxmlformats.org/drawingml/2006/table">
            <a:tbl>
              <a:tblPr firstRow="1" bandRow="1">
                <a:tableStyleId>{5C22544A-7EE6-4342-B048-85BDC9FD1C3A}</a:tableStyleId>
              </a:tblPr>
              <a:tblGrid>
                <a:gridCol w="2175495">
                  <a:extLst>
                    <a:ext uri="{9D8B030D-6E8A-4147-A177-3AD203B41FA5}">
                      <a16:colId xmlns:a16="http://schemas.microsoft.com/office/drawing/2014/main" val="20000"/>
                    </a:ext>
                  </a:extLst>
                </a:gridCol>
                <a:gridCol w="5800725">
                  <a:extLst>
                    <a:ext uri="{9D8B030D-6E8A-4147-A177-3AD203B41FA5}">
                      <a16:colId xmlns:a16="http://schemas.microsoft.com/office/drawing/2014/main" val="20001"/>
                    </a:ext>
                  </a:extLst>
                </a:gridCol>
              </a:tblGrid>
              <a:tr h="469052">
                <a:tc>
                  <a:txBody>
                    <a:bodyPr/>
                    <a:lstStyle/>
                    <a:p>
                      <a:pPr algn="ctr"/>
                      <a:r>
                        <a:rPr lang="zh-CN" altLang="en-US" dirty="0"/>
                        <a:t>代码</a:t>
                      </a:r>
                    </a:p>
                  </a:txBody>
                  <a:tcPr/>
                </a:tc>
                <a:tc>
                  <a:txBody>
                    <a:bodyPr/>
                    <a:lstStyle/>
                    <a:p>
                      <a:pPr algn="ctr"/>
                      <a:r>
                        <a:rPr lang="zh-CN" altLang="en-US" dirty="0"/>
                        <a:t>功能</a:t>
                      </a:r>
                    </a:p>
                  </a:txBody>
                  <a:tcPr/>
                </a:tc>
                <a:extLst>
                  <a:ext uri="{0D108BD9-81ED-4DB2-BD59-A6C34878D82A}">
                    <a16:rowId xmlns:a16="http://schemas.microsoft.com/office/drawing/2014/main" val="10000"/>
                  </a:ext>
                </a:extLst>
              </a:tr>
              <a:tr h="523253">
                <a:tc>
                  <a:txBody>
                    <a:bodyPr/>
                    <a:lstStyle/>
                    <a:p>
                      <a:pPr algn="ctr"/>
                      <a:r>
                        <a:rPr lang="hr-HR" sz="1400" dirty="0">
                          <a:effectLst/>
                          <a:latin typeface="Microsoft YaHei" charset="-122"/>
                          <a:ea typeface="Microsoft YaHei" charset="-122"/>
                          <a:cs typeface="Microsoft YaHei" charset="-122"/>
                        </a:rPr>
                        <a:t>|</a:t>
                      </a:r>
                    </a:p>
                  </a:txBody>
                  <a:tcPr marL="165100" marR="165100" marT="76200" marB="76200" anchor="ctr"/>
                </a:tc>
                <a:tc>
                  <a:txBody>
                    <a:bodyPr/>
                    <a:lstStyle/>
                    <a:p>
                      <a:pPr algn="l"/>
                      <a:r>
                        <a:rPr lang="zh-CN" altLang="en-US" sz="1400">
                          <a:effectLst/>
                          <a:latin typeface="Microsoft YaHei" charset="-122"/>
                          <a:ea typeface="Microsoft YaHei" charset="-122"/>
                          <a:cs typeface="Microsoft YaHei" charset="-122"/>
                        </a:rPr>
                        <a:t>匹配左右任意一个表达式</a:t>
                      </a:r>
                    </a:p>
                  </a:txBody>
                  <a:tcPr marL="165100" marR="165100" marT="76200" marB="76200" anchor="ctr"/>
                </a:tc>
                <a:extLst>
                  <a:ext uri="{0D108BD9-81ED-4DB2-BD59-A6C34878D82A}">
                    <a16:rowId xmlns:a16="http://schemas.microsoft.com/office/drawing/2014/main" val="10001"/>
                  </a:ext>
                </a:extLst>
              </a:tr>
              <a:tr h="523253">
                <a:tc>
                  <a:txBody>
                    <a:bodyPr/>
                    <a:lstStyle/>
                    <a:p>
                      <a:pPr algn="ctr"/>
                      <a:r>
                        <a:rPr lang="is-IS" sz="1400" dirty="0">
                          <a:effectLst/>
                          <a:latin typeface="Microsoft YaHei" charset="-122"/>
                          <a:ea typeface="Microsoft YaHei" charset="-122"/>
                          <a:cs typeface="Microsoft YaHei" charset="-122"/>
                        </a:rPr>
                        <a:t>(ab)</a:t>
                      </a:r>
                    </a:p>
                  </a:txBody>
                  <a:tcPr marL="165100" marR="165100" marT="76200" marB="76200" anchor="ctr"/>
                </a:tc>
                <a:tc>
                  <a:txBody>
                    <a:bodyPr/>
                    <a:lstStyle/>
                    <a:p>
                      <a:pPr algn="l"/>
                      <a:r>
                        <a:rPr lang="zh-CN" altLang="en-US" sz="1400" dirty="0">
                          <a:effectLst/>
                          <a:latin typeface="Microsoft YaHei" charset="-122"/>
                          <a:ea typeface="Microsoft YaHei" charset="-122"/>
                          <a:cs typeface="Microsoft YaHei" charset="-122"/>
                        </a:rPr>
                        <a:t>将括号中字符作为一个分组</a:t>
                      </a:r>
                    </a:p>
                  </a:txBody>
                  <a:tcPr marL="165100" marR="165100" marT="76200" marB="76200" anchor="ctr"/>
                </a:tc>
                <a:extLst>
                  <a:ext uri="{0D108BD9-81ED-4DB2-BD59-A6C34878D82A}">
                    <a16:rowId xmlns:a16="http://schemas.microsoft.com/office/drawing/2014/main" val="10002"/>
                  </a:ext>
                </a:extLst>
              </a:tr>
              <a:tr h="523253">
                <a:tc>
                  <a:txBody>
                    <a:bodyPr/>
                    <a:lstStyle/>
                    <a:p>
                      <a:pPr algn="ctr"/>
                      <a:r>
                        <a:rPr lang="en-US" sz="1400" dirty="0">
                          <a:effectLst/>
                          <a:latin typeface="Microsoft YaHei" charset="-122"/>
                          <a:ea typeface="Microsoft YaHei" charset="-122"/>
                          <a:cs typeface="Microsoft YaHei" charset="-122"/>
                        </a:rPr>
                        <a:t>\</a:t>
                      </a:r>
                      <a:r>
                        <a:rPr lang="en-US" sz="1400" dirty="0" err="1">
                          <a:effectLst/>
                          <a:latin typeface="Microsoft YaHei" charset="-122"/>
                          <a:ea typeface="Microsoft YaHei" charset="-122"/>
                          <a:cs typeface="Microsoft YaHei" charset="-122"/>
                        </a:rPr>
                        <a:t>num</a:t>
                      </a:r>
                      <a:endParaRPr lang="en-US" sz="1400" dirty="0">
                        <a:effectLst/>
                        <a:latin typeface="Microsoft YaHei" charset="-122"/>
                        <a:ea typeface="Microsoft YaHei" charset="-122"/>
                        <a:cs typeface="Microsoft YaHei" charset="-122"/>
                      </a:endParaRPr>
                    </a:p>
                  </a:txBody>
                  <a:tcPr marL="165100" marR="165100" marT="76200" marB="76200" anchor="ctr"/>
                </a:tc>
                <a:tc>
                  <a:txBody>
                    <a:bodyPr/>
                    <a:lstStyle/>
                    <a:p>
                      <a:pPr algn="l"/>
                      <a:r>
                        <a:rPr lang="zh-CN" altLang="en-US" sz="1400" dirty="0">
                          <a:effectLst/>
                          <a:latin typeface="Microsoft YaHei" charset="-122"/>
                          <a:ea typeface="Microsoft YaHei" charset="-122"/>
                          <a:cs typeface="Microsoft YaHei" charset="-122"/>
                        </a:rPr>
                        <a:t>引用分组</a:t>
                      </a:r>
                      <a:r>
                        <a:rPr lang="en-US" altLang="zh-CN" sz="1400" dirty="0" err="1">
                          <a:effectLst/>
                          <a:latin typeface="Microsoft YaHei" charset="-122"/>
                          <a:ea typeface="Microsoft YaHei" charset="-122"/>
                          <a:cs typeface="Microsoft YaHei" charset="-122"/>
                        </a:rPr>
                        <a:t>num</a:t>
                      </a:r>
                      <a:r>
                        <a:rPr lang="zh-CN" altLang="en-US" sz="1400" dirty="0">
                          <a:effectLst/>
                          <a:latin typeface="Microsoft YaHei" charset="-122"/>
                          <a:ea typeface="Microsoft YaHei" charset="-122"/>
                          <a:cs typeface="Microsoft YaHei" charset="-122"/>
                        </a:rPr>
                        <a:t>匹配到的字符串</a:t>
                      </a:r>
                    </a:p>
                  </a:txBody>
                  <a:tcPr marL="165100" marR="165100" marT="76200" marB="76200" anchor="ctr"/>
                </a:tc>
                <a:extLst>
                  <a:ext uri="{0D108BD9-81ED-4DB2-BD59-A6C34878D82A}">
                    <a16:rowId xmlns:a16="http://schemas.microsoft.com/office/drawing/2014/main" val="10003"/>
                  </a:ext>
                </a:extLst>
              </a:tr>
              <a:tr h="486268">
                <a:tc>
                  <a:txBody>
                    <a:bodyPr/>
                    <a:lstStyle/>
                    <a:p>
                      <a:pPr algn="ctr"/>
                      <a:r>
                        <a:rPr lang="hr-HR" sz="1400">
                          <a:effectLst/>
                          <a:latin typeface="Microsoft YaHei" charset="-122"/>
                          <a:ea typeface="Microsoft YaHei" charset="-122"/>
                          <a:cs typeface="Microsoft YaHei" charset="-122"/>
                        </a:rPr>
                        <a:t>(?P&lt;name&gt;)</a:t>
                      </a:r>
                    </a:p>
                  </a:txBody>
                  <a:tcPr marL="165100" marR="165100" marT="76200" marB="76200" anchor="ctr"/>
                </a:tc>
                <a:tc>
                  <a:txBody>
                    <a:bodyPr/>
                    <a:lstStyle/>
                    <a:p>
                      <a:pPr algn="l"/>
                      <a:r>
                        <a:rPr lang="zh-CN" altLang="en-US" sz="1400" dirty="0">
                          <a:effectLst/>
                          <a:latin typeface="Microsoft YaHei" charset="-122"/>
                          <a:ea typeface="Microsoft YaHei" charset="-122"/>
                          <a:cs typeface="Microsoft YaHei" charset="-122"/>
                        </a:rPr>
                        <a:t>分组起别名</a:t>
                      </a:r>
                    </a:p>
                  </a:txBody>
                  <a:tcPr marL="165100" marR="165100" marT="76200" marB="76200" anchor="ctr"/>
                </a:tc>
                <a:extLst>
                  <a:ext uri="{0D108BD9-81ED-4DB2-BD59-A6C34878D82A}">
                    <a16:rowId xmlns:a16="http://schemas.microsoft.com/office/drawing/2014/main" val="10004"/>
                  </a:ext>
                </a:extLst>
              </a:tr>
              <a:tr h="735332">
                <a:tc>
                  <a:txBody>
                    <a:bodyPr/>
                    <a:lstStyle/>
                    <a:p>
                      <a:pPr algn="ctr"/>
                      <a:r>
                        <a:rPr lang="is-IS" sz="1400">
                          <a:effectLst/>
                          <a:latin typeface="Microsoft YaHei" charset="-122"/>
                          <a:ea typeface="Microsoft YaHei" charset="-122"/>
                          <a:cs typeface="Microsoft YaHei" charset="-122"/>
                        </a:rPr>
                        <a:t>(?P=name)</a:t>
                      </a:r>
                    </a:p>
                  </a:txBody>
                  <a:tcPr marL="165100" marR="165100" marT="76200" marB="76200" anchor="ctr"/>
                </a:tc>
                <a:tc>
                  <a:txBody>
                    <a:bodyPr/>
                    <a:lstStyle/>
                    <a:p>
                      <a:pPr algn="l"/>
                      <a:r>
                        <a:rPr lang="zh-CN" altLang="en-US" sz="1400" dirty="0">
                          <a:effectLst/>
                          <a:latin typeface="Microsoft YaHei" charset="-122"/>
                          <a:ea typeface="Microsoft YaHei" charset="-122"/>
                          <a:cs typeface="Microsoft YaHei" charset="-122"/>
                        </a:rPr>
                        <a:t>引用别名为</a:t>
                      </a:r>
                      <a:r>
                        <a:rPr lang="en-US" altLang="zh-CN" sz="1400" dirty="0">
                          <a:effectLst/>
                          <a:latin typeface="Microsoft YaHei" charset="-122"/>
                          <a:ea typeface="Microsoft YaHei" charset="-122"/>
                          <a:cs typeface="Microsoft YaHei" charset="-122"/>
                        </a:rPr>
                        <a:t>name</a:t>
                      </a:r>
                      <a:r>
                        <a:rPr lang="zh-CN" altLang="en-US" sz="1400" dirty="0">
                          <a:effectLst/>
                          <a:latin typeface="Microsoft YaHei" charset="-122"/>
                          <a:ea typeface="Microsoft YaHei" charset="-122"/>
                          <a:cs typeface="Microsoft YaHei" charset="-122"/>
                        </a:rPr>
                        <a:t>分组匹配到的字符串</a:t>
                      </a:r>
                    </a:p>
                  </a:txBody>
                  <a:tcPr marL="165100" marR="165100" marT="76200" marB="76200" anchor="ct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5941859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416116DE-8B45-4C10-82B1-016EC0551573}"/>
              </a:ext>
            </a:extLst>
          </p:cNvPr>
          <p:cNvSpPr>
            <a:spLocks noGrp="1"/>
          </p:cNvSpPr>
          <p:nvPr>
            <p:ph type="title"/>
          </p:nvPr>
        </p:nvSpPr>
        <p:spPr/>
        <p:txBody>
          <a:bodyPr/>
          <a:lstStyle/>
          <a:p>
            <a:r>
              <a:rPr lang="zh-CN" altLang="en-US" dirty="0"/>
              <a:t>课后作业</a:t>
            </a:r>
          </a:p>
        </p:txBody>
      </p:sp>
      <p:sp>
        <p:nvSpPr>
          <p:cNvPr id="5" name="文本占位符 4">
            <a:extLst>
              <a:ext uri="{FF2B5EF4-FFF2-40B4-BE49-F238E27FC236}">
                <a16:creationId xmlns:a16="http://schemas.microsoft.com/office/drawing/2014/main" id="{534882F4-6984-4A0B-807D-DA9236E2A244}"/>
              </a:ext>
            </a:extLst>
          </p:cNvPr>
          <p:cNvSpPr txBox="1">
            <a:spLocks noGrp="1"/>
          </p:cNvSpPr>
          <p:nvPr>
            <p:ph type="body" sz="quarter" idx="11"/>
          </p:nvPr>
        </p:nvSpPr>
        <p:spPr>
          <a:xfrm>
            <a:off x="711199" y="1646237"/>
            <a:ext cx="10749279" cy="3332772"/>
          </a:xfrm>
          <a:prstGeom prst="rect">
            <a:avLst/>
          </a:prstGeom>
          <a:noFill/>
        </p:spPr>
        <p:txBody>
          <a:bodyPr wrap="square" rtlCol="0">
            <a:spAutoFit/>
          </a:bodyPr>
          <a:lstStyle/>
          <a:p>
            <a:pPr marL="0" indent="0" fontAlgn="auto">
              <a:lnSpc>
                <a:spcPct val="200000"/>
              </a:lnSpc>
              <a:spcBef>
                <a:spcPts val="0"/>
              </a:spcBef>
              <a:spcAft>
                <a:spcPts val="0"/>
              </a:spcAft>
              <a:buNone/>
            </a:pPr>
            <a:r>
              <a:rPr lang="zh-CN" altLang="en-US" sz="1800" dirty="0">
                <a:latin typeface="Microsoft YaHei" charset="-122"/>
                <a:ea typeface="Microsoft YaHei" charset="-122"/>
                <a:cs typeface="Microsoft YaHei" charset="-122"/>
              </a:rPr>
              <a:t>①</a:t>
            </a:r>
            <a:r>
              <a:rPr lang="zh-CN" altLang="pt-BR" sz="1800" dirty="0">
                <a:latin typeface="Microsoft YaHei" charset="-122"/>
                <a:ea typeface="Microsoft YaHei" charset="-122"/>
                <a:cs typeface="Microsoft YaHei" charset="-122"/>
              </a:rPr>
              <a:t>需求：在列表中</a:t>
            </a:r>
            <a:r>
              <a:rPr lang="pt-BR" altLang="zh-CN" sz="1800" dirty="0">
                <a:latin typeface="Microsoft YaHei" charset="-122"/>
                <a:ea typeface="Microsoft YaHei" charset="-122"/>
                <a:cs typeface="Microsoft YaHei" charset="-122"/>
              </a:rPr>
              <a:t>["</a:t>
            </a:r>
            <a:r>
              <a:rPr lang="pt-BR" altLang="zh-CN" sz="1800" dirty="0" err="1">
                <a:latin typeface="Microsoft YaHei" charset="-122"/>
                <a:ea typeface="Microsoft YaHei" charset="-122"/>
                <a:cs typeface="Microsoft YaHei" charset="-122"/>
              </a:rPr>
              <a:t>apple</a:t>
            </a:r>
            <a:r>
              <a:rPr lang="pt-BR" altLang="zh-CN" sz="1800" dirty="0">
                <a:latin typeface="Microsoft YaHei" charset="-122"/>
                <a:ea typeface="Microsoft YaHei" charset="-122"/>
                <a:cs typeface="Microsoft YaHei" charset="-122"/>
              </a:rPr>
              <a:t>", "banana", "</a:t>
            </a:r>
            <a:r>
              <a:rPr lang="pt-BR" altLang="zh-CN" sz="1800" dirty="0" err="1">
                <a:latin typeface="Microsoft YaHei" charset="-122"/>
                <a:ea typeface="Microsoft YaHei" charset="-122"/>
                <a:cs typeface="Microsoft YaHei" charset="-122"/>
              </a:rPr>
              <a:t>orange</a:t>
            </a:r>
            <a:r>
              <a:rPr lang="pt-BR" altLang="zh-CN" sz="1800" dirty="0">
                <a:latin typeface="Microsoft YaHei" charset="-122"/>
                <a:ea typeface="Microsoft YaHei" charset="-122"/>
                <a:cs typeface="Microsoft YaHei" charset="-122"/>
              </a:rPr>
              <a:t>", "pear"]</a:t>
            </a:r>
            <a:r>
              <a:rPr lang="zh-CN" altLang="pt-BR" sz="1800" dirty="0">
                <a:latin typeface="Microsoft YaHei" charset="-122"/>
                <a:ea typeface="Microsoft YaHei" charset="-122"/>
                <a:cs typeface="Microsoft YaHei" charset="-122"/>
              </a:rPr>
              <a:t>，匹配</a:t>
            </a:r>
            <a:r>
              <a:rPr lang="pt-BR" altLang="zh-CN" sz="1800" dirty="0" err="1">
                <a:latin typeface="Microsoft YaHei" charset="-122"/>
                <a:ea typeface="Microsoft YaHei" charset="-122"/>
                <a:cs typeface="Microsoft YaHei" charset="-122"/>
              </a:rPr>
              <a:t>apple</a:t>
            </a:r>
            <a:r>
              <a:rPr lang="zh-CN" altLang="pt-BR" sz="1800" dirty="0">
                <a:latin typeface="Microsoft YaHei" charset="-122"/>
                <a:ea typeface="Microsoft YaHei" charset="-122"/>
                <a:cs typeface="Microsoft YaHei" charset="-122"/>
              </a:rPr>
              <a:t>和</a:t>
            </a:r>
            <a:r>
              <a:rPr lang="pt-BR" altLang="zh-CN" sz="1800" dirty="0">
                <a:latin typeface="Microsoft YaHei" charset="-122"/>
                <a:ea typeface="Microsoft YaHei" charset="-122"/>
                <a:cs typeface="Microsoft YaHei" charset="-122"/>
              </a:rPr>
              <a:t>pear</a:t>
            </a:r>
          </a:p>
          <a:p>
            <a:pPr marL="0" indent="0" fontAlgn="auto">
              <a:lnSpc>
                <a:spcPct val="200000"/>
              </a:lnSpc>
              <a:spcBef>
                <a:spcPts val="0"/>
              </a:spcBef>
              <a:spcAft>
                <a:spcPts val="0"/>
              </a:spcAft>
              <a:buNone/>
            </a:pPr>
            <a:r>
              <a:rPr lang="zh-CN" altLang="en-US" sz="1800" dirty="0">
                <a:latin typeface="Microsoft YaHei" charset="-122"/>
                <a:ea typeface="Microsoft YaHei" charset="-122"/>
                <a:cs typeface="Microsoft YaHei" charset="-122"/>
              </a:rPr>
              <a:t>②需求：匹配出</a:t>
            </a:r>
            <a:r>
              <a:rPr lang="en-US" altLang="zh-CN" sz="1800" dirty="0">
                <a:latin typeface="Microsoft YaHei" charset="-122"/>
                <a:ea typeface="Microsoft YaHei" charset="-122"/>
                <a:cs typeface="Microsoft YaHei" charset="-122"/>
              </a:rPr>
              <a:t>163</a:t>
            </a:r>
            <a:r>
              <a:rPr lang="zh-CN" altLang="en-US" sz="1800" dirty="0">
                <a:latin typeface="Microsoft YaHei" charset="-122"/>
                <a:ea typeface="Microsoft YaHei" charset="-122"/>
                <a:cs typeface="Microsoft YaHei" charset="-122"/>
              </a:rPr>
              <a:t>、</a:t>
            </a:r>
            <a:r>
              <a:rPr lang="en-US" altLang="zh-CN" sz="1800" dirty="0">
                <a:latin typeface="Microsoft YaHei" charset="-122"/>
                <a:ea typeface="Microsoft YaHei" charset="-122"/>
                <a:cs typeface="Microsoft YaHei" charset="-122"/>
              </a:rPr>
              <a:t>126</a:t>
            </a:r>
            <a:r>
              <a:rPr lang="zh-CN" altLang="en-US" sz="1800" dirty="0">
                <a:latin typeface="Microsoft YaHei" charset="-122"/>
                <a:ea typeface="Microsoft YaHei" charset="-122"/>
                <a:cs typeface="Microsoft YaHei" charset="-122"/>
              </a:rPr>
              <a:t>、</a:t>
            </a:r>
            <a:r>
              <a:rPr lang="en-US" altLang="zh-CN" sz="1800" dirty="0" err="1">
                <a:latin typeface="Microsoft YaHei" charset="-122"/>
                <a:ea typeface="Microsoft YaHei" charset="-122"/>
                <a:cs typeface="Microsoft YaHei" charset="-122"/>
              </a:rPr>
              <a:t>qq</a:t>
            </a:r>
            <a:r>
              <a:rPr lang="zh-CN" altLang="en-US" sz="1800" dirty="0">
                <a:latin typeface="Microsoft YaHei" charset="-122"/>
                <a:ea typeface="Microsoft YaHei" charset="-122"/>
                <a:cs typeface="Microsoft YaHei" charset="-122"/>
              </a:rPr>
              <a:t>等邮箱</a:t>
            </a:r>
            <a:endParaRPr lang="en-US" altLang="zh-CN" sz="1800" dirty="0">
              <a:latin typeface="Microsoft YaHei" charset="-122"/>
              <a:ea typeface="Microsoft YaHei" charset="-122"/>
              <a:cs typeface="Microsoft YaHei" charset="-122"/>
            </a:endParaRPr>
          </a:p>
          <a:p>
            <a:pPr marL="0" indent="0" fontAlgn="auto">
              <a:lnSpc>
                <a:spcPct val="200000"/>
              </a:lnSpc>
              <a:spcBef>
                <a:spcPts val="0"/>
              </a:spcBef>
              <a:spcAft>
                <a:spcPts val="0"/>
              </a:spcAft>
              <a:buNone/>
            </a:pPr>
            <a:r>
              <a:rPr lang="zh-CN" altLang="en-US" sz="1800" dirty="0">
                <a:latin typeface="Microsoft YaHei" charset="-122"/>
                <a:ea typeface="Microsoft YaHei" charset="-122"/>
                <a:cs typeface="Microsoft YaHei" charset="-122"/>
              </a:rPr>
              <a:t>③需求 </a:t>
            </a:r>
            <a:r>
              <a:rPr lang="en-US" altLang="zh-CN" sz="1800" dirty="0">
                <a:latin typeface="Microsoft YaHei" charset="-122"/>
                <a:ea typeface="Microsoft YaHei" charset="-122"/>
                <a:cs typeface="Microsoft YaHei" charset="-122"/>
              </a:rPr>
              <a:t>: </a:t>
            </a:r>
            <a:r>
              <a:rPr lang="zh-CN" altLang="en-US" sz="1800" dirty="0">
                <a:latin typeface="Microsoft YaHei" charset="-122"/>
                <a:ea typeface="Microsoft YaHei" charset="-122"/>
                <a:cs typeface="Microsoft YaHei" charset="-122"/>
              </a:rPr>
              <a:t> 匹配</a:t>
            </a:r>
            <a:r>
              <a:rPr lang="en-US" altLang="zh-CN" sz="1800" dirty="0">
                <a:latin typeface="Microsoft YaHei" charset="-122"/>
                <a:ea typeface="Microsoft YaHei" charset="-122"/>
                <a:cs typeface="Microsoft YaHei" charset="-122"/>
              </a:rPr>
              <a:t>qq:10567</a:t>
            </a:r>
            <a:r>
              <a:rPr lang="zh-CN" altLang="en-US" sz="1800" dirty="0">
                <a:latin typeface="Microsoft YaHei" charset="-122"/>
                <a:ea typeface="Microsoft YaHei" charset="-122"/>
                <a:cs typeface="Microsoft YaHei" charset="-122"/>
              </a:rPr>
              <a:t>这样的数据，提取出来</a:t>
            </a:r>
            <a:r>
              <a:rPr lang="en-US" altLang="zh-CN" sz="1800" dirty="0" err="1">
                <a:latin typeface="Microsoft YaHei" charset="-122"/>
                <a:ea typeface="Microsoft YaHei" charset="-122"/>
                <a:cs typeface="Microsoft YaHei" charset="-122"/>
              </a:rPr>
              <a:t>qq</a:t>
            </a:r>
            <a:r>
              <a:rPr lang="zh-CN" altLang="en-US" sz="1800" dirty="0">
                <a:latin typeface="Microsoft YaHei" charset="-122"/>
                <a:ea typeface="Microsoft YaHei" charset="-122"/>
                <a:cs typeface="Microsoft YaHei" charset="-122"/>
              </a:rPr>
              <a:t>文字和</a:t>
            </a:r>
            <a:r>
              <a:rPr lang="en-US" altLang="zh-CN" sz="1800" dirty="0" err="1">
                <a:latin typeface="Microsoft YaHei" charset="-122"/>
                <a:ea typeface="Microsoft YaHei" charset="-122"/>
                <a:cs typeface="Microsoft YaHei" charset="-122"/>
              </a:rPr>
              <a:t>qq</a:t>
            </a:r>
            <a:r>
              <a:rPr lang="zh-CN" altLang="en-US" sz="1800" dirty="0">
                <a:latin typeface="Microsoft YaHei" charset="-122"/>
                <a:ea typeface="Microsoft YaHei" charset="-122"/>
                <a:cs typeface="Microsoft YaHei" charset="-122"/>
              </a:rPr>
              <a:t>号码</a:t>
            </a:r>
            <a:endParaRPr lang="en-US" altLang="zh-CN" sz="1800" dirty="0">
              <a:latin typeface="Microsoft YaHei" charset="-122"/>
              <a:ea typeface="Microsoft YaHei" charset="-122"/>
              <a:cs typeface="Microsoft YaHei" charset="-122"/>
            </a:endParaRPr>
          </a:p>
          <a:p>
            <a:pPr marL="0" indent="0" fontAlgn="auto">
              <a:lnSpc>
                <a:spcPct val="200000"/>
              </a:lnSpc>
              <a:spcBef>
                <a:spcPts val="0"/>
              </a:spcBef>
              <a:spcAft>
                <a:spcPts val="0"/>
              </a:spcAft>
              <a:buNone/>
            </a:pPr>
            <a:r>
              <a:rPr lang="zh-CN" altLang="en-US" sz="1800" dirty="0">
                <a:latin typeface="Microsoft YaHei" charset="-122"/>
                <a:ea typeface="Microsoft YaHei" charset="-122"/>
                <a:cs typeface="Microsoft YaHei" charset="-122"/>
              </a:rPr>
              <a:t>④需求：匹配出</a:t>
            </a:r>
            <a:r>
              <a:rPr lang="en-US" altLang="zh-CN" sz="1800" dirty="0">
                <a:latin typeface="Microsoft YaHei" charset="-122"/>
                <a:ea typeface="Microsoft YaHei" charset="-122"/>
                <a:cs typeface="Microsoft YaHei" charset="-122"/>
              </a:rPr>
              <a:t>&lt;html&gt;</a:t>
            </a:r>
            <a:r>
              <a:rPr lang="en-US" altLang="zh-CN" sz="1800" dirty="0" err="1">
                <a:latin typeface="Microsoft YaHei" charset="-122"/>
                <a:ea typeface="Microsoft YaHei" charset="-122"/>
                <a:cs typeface="Microsoft YaHei" charset="-122"/>
              </a:rPr>
              <a:t>hh</a:t>
            </a:r>
            <a:r>
              <a:rPr lang="en-US" altLang="zh-CN" sz="1800" dirty="0">
                <a:latin typeface="Microsoft YaHei" charset="-122"/>
                <a:ea typeface="Microsoft YaHei" charset="-122"/>
                <a:cs typeface="Microsoft YaHei" charset="-122"/>
              </a:rPr>
              <a:t>&lt;/html&gt;</a:t>
            </a:r>
          </a:p>
          <a:p>
            <a:pPr marL="0" indent="0" fontAlgn="auto">
              <a:lnSpc>
                <a:spcPct val="200000"/>
              </a:lnSpc>
              <a:spcBef>
                <a:spcPts val="0"/>
              </a:spcBef>
              <a:spcAft>
                <a:spcPts val="0"/>
              </a:spcAft>
              <a:buNone/>
            </a:pPr>
            <a:r>
              <a:rPr lang="zh-CN" altLang="en-US" sz="1800" dirty="0">
                <a:latin typeface="Microsoft YaHei" charset="-122"/>
                <a:ea typeface="Microsoft YaHei" charset="-122"/>
                <a:cs typeface="Microsoft YaHei" charset="-122"/>
              </a:rPr>
              <a:t>⑤需求：匹配出</a:t>
            </a:r>
            <a:r>
              <a:rPr lang="en-US" altLang="zh-CN" sz="1800" dirty="0">
                <a:latin typeface="Microsoft YaHei" charset="-122"/>
                <a:ea typeface="Microsoft YaHei" charset="-122"/>
                <a:cs typeface="Microsoft YaHei" charset="-122"/>
              </a:rPr>
              <a:t>&lt;html&gt;&lt;h1&gt;</a:t>
            </a:r>
            <a:r>
              <a:rPr lang="en-US" altLang="zh-CN" sz="1800" dirty="0" err="1">
                <a:latin typeface="Microsoft YaHei" charset="-122"/>
                <a:ea typeface="Microsoft YaHei" charset="-122"/>
                <a:cs typeface="Microsoft YaHei" charset="-122"/>
              </a:rPr>
              <a:t>www.itcast.cn</a:t>
            </a:r>
            <a:r>
              <a:rPr lang="en-US" altLang="zh-CN" sz="1800" dirty="0">
                <a:latin typeface="Microsoft YaHei" charset="-122"/>
                <a:ea typeface="Microsoft YaHei" charset="-122"/>
                <a:cs typeface="Microsoft YaHei" charset="-122"/>
              </a:rPr>
              <a:t>&lt;/h1&gt;&lt;/html&gt;</a:t>
            </a:r>
          </a:p>
          <a:p>
            <a:pPr marL="0" indent="0" fontAlgn="auto">
              <a:lnSpc>
                <a:spcPct val="200000"/>
              </a:lnSpc>
              <a:spcBef>
                <a:spcPts val="0"/>
              </a:spcBef>
              <a:spcAft>
                <a:spcPts val="0"/>
              </a:spcAft>
              <a:buNone/>
            </a:pPr>
            <a:r>
              <a:rPr lang="zh-CN" altLang="en-US" sz="1800" dirty="0">
                <a:latin typeface="Microsoft YaHei" charset="-122"/>
                <a:ea typeface="Microsoft YaHei" charset="-122"/>
                <a:cs typeface="Microsoft YaHei" charset="-122"/>
              </a:rPr>
              <a:t>⑥需求：匹配出</a:t>
            </a:r>
            <a:r>
              <a:rPr lang="en-US" altLang="zh-CN" sz="1800" dirty="0">
                <a:latin typeface="Microsoft YaHei" charset="-122"/>
                <a:ea typeface="Microsoft YaHei" charset="-122"/>
                <a:cs typeface="Microsoft YaHei" charset="-122"/>
              </a:rPr>
              <a:t>&lt;html&gt;&lt;h1&gt;</a:t>
            </a:r>
            <a:r>
              <a:rPr lang="en-US" altLang="zh-CN" sz="1800" dirty="0" err="1">
                <a:latin typeface="Microsoft YaHei" charset="-122"/>
                <a:ea typeface="Microsoft YaHei" charset="-122"/>
                <a:cs typeface="Microsoft YaHei" charset="-122"/>
              </a:rPr>
              <a:t>www.itcast.cn</a:t>
            </a:r>
            <a:r>
              <a:rPr lang="en-US" altLang="zh-CN" sz="1800" dirty="0">
                <a:latin typeface="Microsoft YaHei" charset="-122"/>
                <a:ea typeface="Microsoft YaHei" charset="-122"/>
                <a:cs typeface="Microsoft YaHei" charset="-122"/>
              </a:rPr>
              <a:t>&lt;/h1&gt;&lt;/html&gt;</a:t>
            </a:r>
            <a:endParaRPr kumimoji="1" lang="zh-CN" altLang="en-US" sz="1800" dirty="0">
              <a:solidFill>
                <a:schemeClr val="tx1">
                  <a:lumMod val="65000"/>
                  <a:lumOff val="35000"/>
                </a:schemeClr>
              </a:solidFill>
              <a:latin typeface="Microsoft YaHei" charset="-122"/>
              <a:ea typeface="Microsoft YaHei" charset="-122"/>
              <a:cs typeface="Microsoft YaHei" charset="-122"/>
            </a:endParaRPr>
          </a:p>
        </p:txBody>
      </p:sp>
    </p:spTree>
    <p:extLst>
      <p:ext uri="{BB962C8B-B14F-4D97-AF65-F5344CB8AC3E}">
        <p14:creationId xmlns:p14="http://schemas.microsoft.com/office/powerpoint/2010/main" val="21270808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5645788"/>
      </p:ext>
    </p:extLst>
  </p:cSld>
  <p:clrMapOvr>
    <a:masterClrMapping/>
  </p:clrMapOvr>
</p:sld>
</file>

<file path=ppt/theme/theme1.xml><?xml version="1.0" encoding="utf-8"?>
<a:theme xmlns:a="http://schemas.openxmlformats.org/drawingml/2006/main" name="封面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目录">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raClrSchemeLst/>
</a:theme>
</file>

<file path=ppt/theme/theme3.xml><?xml version="1.0" encoding="utf-8"?>
<a:theme xmlns:a="http://schemas.openxmlformats.org/drawingml/2006/main" name="学习目标">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raClrSchemeLst/>
</a:theme>
</file>

<file path=ppt/theme/theme4.xml><?xml version="1.0" encoding="utf-8"?>
<a:theme xmlns:a="http://schemas.openxmlformats.org/drawingml/2006/main" name="章节页版式（一级+二级标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章节页版式（一级标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正文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raClrSchemeLst/>
</a:theme>
</file>

<file path=ppt/theme/theme7.xml><?xml version="1.0" encoding="utf-8"?>
<a:theme xmlns:a="http://schemas.openxmlformats.org/drawingml/2006/main" name="5_结束页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10419</TotalTime>
  <Words>2905</Words>
  <Application>Microsoft Office PowerPoint</Application>
  <PresentationFormat>宽屏</PresentationFormat>
  <Paragraphs>427</Paragraphs>
  <Slides>47</Slides>
  <Notes>30</Notes>
  <HiddenSlides>0</HiddenSlides>
  <MMClips>0</MMClips>
  <ScaleCrop>false</ScaleCrop>
  <HeadingPairs>
    <vt:vector size="6" baseType="variant">
      <vt:variant>
        <vt:lpstr>已用的字体</vt:lpstr>
      </vt:variant>
      <vt:variant>
        <vt:i4>14</vt:i4>
      </vt:variant>
      <vt:variant>
        <vt:lpstr>主题</vt:lpstr>
      </vt:variant>
      <vt:variant>
        <vt:i4>7</vt:i4>
      </vt:variant>
      <vt:variant>
        <vt:lpstr>幻灯片标题</vt:lpstr>
      </vt:variant>
      <vt:variant>
        <vt:i4>47</vt:i4>
      </vt:variant>
    </vt:vector>
  </HeadingPairs>
  <TitlesOfParts>
    <vt:vector size="68" baseType="lpstr">
      <vt:lpstr>Alibaba PuHuiTi B</vt:lpstr>
      <vt:lpstr>Alibaba PuHuiTi M</vt:lpstr>
      <vt:lpstr>Alibaba PuHuiTi R</vt:lpstr>
      <vt:lpstr>Helvetica Neue</vt:lpstr>
      <vt:lpstr>阿里巴巴普惠体</vt:lpstr>
      <vt:lpstr>等线</vt:lpstr>
      <vt:lpstr>黑体</vt:lpstr>
      <vt:lpstr>微软雅黑</vt:lpstr>
      <vt:lpstr>微软雅黑</vt:lpstr>
      <vt:lpstr>Arial</vt:lpstr>
      <vt:lpstr>Calibri</vt:lpstr>
      <vt:lpstr>Segoe UI</vt:lpstr>
      <vt:lpstr>Verdana</vt:lpstr>
      <vt:lpstr>Wingdings</vt:lpstr>
      <vt:lpstr>封面2</vt:lpstr>
      <vt:lpstr>目录</vt:lpstr>
      <vt:lpstr>学习目标</vt:lpstr>
      <vt:lpstr>章节页版式（一级+二级标题）</vt:lpstr>
      <vt:lpstr>章节页版式（一级标题）</vt:lpstr>
      <vt:lpstr>正文设计方案</vt:lpstr>
      <vt:lpstr>5_结束页设计方案</vt:lpstr>
      <vt:lpstr>Python高级语法与正则表达式</vt:lpstr>
      <vt:lpstr>PowerPoint 演示文稿</vt:lpstr>
      <vt:lpstr>PowerPoint 演示文稿</vt:lpstr>
      <vt:lpstr>with上下文管理器</vt:lpstr>
      <vt:lpstr>Python高级语法</vt:lpstr>
      <vt:lpstr>Python高级语法</vt:lpstr>
      <vt:lpstr>Python高级语法</vt:lpstr>
      <vt:lpstr>Python高级语法</vt:lpstr>
      <vt:lpstr>Python生成器</vt:lpstr>
      <vt:lpstr>Python高级语法</vt:lpstr>
      <vt:lpstr>Python高级语法</vt:lpstr>
      <vt:lpstr>Python高级语法</vt:lpstr>
      <vt:lpstr>Python高级语法</vt:lpstr>
      <vt:lpstr>Python高级语法</vt:lpstr>
      <vt:lpstr>Python深浅拷贝</vt:lpstr>
      <vt:lpstr>Python高级语法</vt:lpstr>
      <vt:lpstr>Python高级语法</vt:lpstr>
      <vt:lpstr>Python高级语法</vt:lpstr>
      <vt:lpstr>Python高级语法</vt:lpstr>
      <vt:lpstr>Python高级语法</vt:lpstr>
      <vt:lpstr>Python高级语法</vt:lpstr>
      <vt:lpstr>Python高级语法</vt:lpstr>
      <vt:lpstr>Python高级语法</vt:lpstr>
      <vt:lpstr>Python高级语法</vt:lpstr>
      <vt:lpstr>正则表达式概述</vt:lpstr>
      <vt:lpstr>正则表达式概述</vt:lpstr>
      <vt:lpstr>正则表达式概述</vt:lpstr>
      <vt:lpstr>正则表达式概述</vt:lpstr>
      <vt:lpstr>re模块的介绍</vt:lpstr>
      <vt:lpstr>正则表达式概述</vt:lpstr>
      <vt:lpstr>正则表达式概述</vt:lpstr>
      <vt:lpstr>正则表达式编写</vt:lpstr>
      <vt:lpstr>正则表达式编写</vt:lpstr>
      <vt:lpstr>正则表达式编写</vt:lpstr>
      <vt:lpstr>正则表达式编写</vt:lpstr>
      <vt:lpstr>正则表达式编写</vt:lpstr>
      <vt:lpstr>正则表达式编写</vt:lpstr>
      <vt:lpstr>正则表达式编写</vt:lpstr>
      <vt:lpstr>正则表达式编写</vt:lpstr>
      <vt:lpstr>正则表达式编写</vt:lpstr>
      <vt:lpstr>正则表达式编写</vt:lpstr>
      <vt:lpstr>正则表达式编写</vt:lpstr>
      <vt:lpstr>正则表达式编写</vt:lpstr>
      <vt:lpstr>正则表达式编写</vt:lpstr>
      <vt:lpstr>正则表达式编写</vt:lpstr>
      <vt:lpstr>课后作业</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8802</dc:creator>
  <cp:lastModifiedBy>任 逍遥</cp:lastModifiedBy>
  <cp:revision>889</cp:revision>
  <dcterms:created xsi:type="dcterms:W3CDTF">2020-03-31T02:23:27Z</dcterms:created>
  <dcterms:modified xsi:type="dcterms:W3CDTF">2021-11-28T10:07:44Z</dcterms:modified>
</cp:coreProperties>
</file>