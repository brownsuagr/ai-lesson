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32"/>
  </p:notesMasterIdLst>
  <p:handoutMasterIdLst>
    <p:handoutMasterId r:id="rId33"/>
  </p:handoutMasterIdLst>
  <p:sldIdLst>
    <p:sldId id="462" r:id="rId8"/>
    <p:sldId id="463" r:id="rId9"/>
    <p:sldId id="464" r:id="rId10"/>
    <p:sldId id="466" r:id="rId11"/>
    <p:sldId id="587" r:id="rId12"/>
    <p:sldId id="622" r:id="rId13"/>
    <p:sldId id="623" r:id="rId14"/>
    <p:sldId id="624" r:id="rId15"/>
    <p:sldId id="621" r:id="rId16"/>
    <p:sldId id="625" r:id="rId17"/>
    <p:sldId id="628" r:id="rId18"/>
    <p:sldId id="627" r:id="rId19"/>
    <p:sldId id="626" r:id="rId20"/>
    <p:sldId id="629" r:id="rId21"/>
    <p:sldId id="630" r:id="rId22"/>
    <p:sldId id="631" r:id="rId23"/>
    <p:sldId id="632" r:id="rId24"/>
    <p:sldId id="633" r:id="rId25"/>
    <p:sldId id="634" r:id="rId26"/>
    <p:sldId id="636" r:id="rId27"/>
    <p:sldId id="635" r:id="rId28"/>
    <p:sldId id="637" r:id="rId29"/>
    <p:sldId id="638" r:id="rId30"/>
    <p:sldId id="264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FFFFFF"/>
    <a:srgbClr val="B60206"/>
    <a:srgbClr val="B70006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5" autoAdjust="0"/>
    <p:restoredTop sz="92831" autoAdjust="0"/>
  </p:normalViewPr>
  <p:slideViewPr>
    <p:cSldViewPr snapToGrid="0">
      <p:cViewPr varScale="1">
        <p:scale>
          <a:sx n="80" d="100"/>
          <a:sy n="80" d="100"/>
        </p:scale>
        <p:origin x="4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2021/11/16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919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04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887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39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7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939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765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322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317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983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05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089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979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441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Python</a:t>
            </a:r>
            <a:r>
              <a:rPr lang="zh-CN" altLang="en-US" dirty="0"/>
              <a:t>综合案例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</a:t>
            </a:r>
            <a:r>
              <a:rPr lang="zh-CN" altLang="en-US" dirty="0"/>
              <a:t>管理系统需求分析</a:t>
            </a:r>
            <a:endParaRPr lang="en-US" altLang="zh-CN" dirty="0"/>
          </a:p>
          <a:p>
            <a:r>
              <a:rPr lang="zh-CN" altLang="en-US" dirty="0">
                <a:solidFill>
                  <a:srgbClr val="B70006"/>
                </a:solidFill>
              </a:rPr>
              <a:t>学生管理系统开发实践</a:t>
            </a:r>
            <a:endParaRPr lang="en-US" altLang="zh-CN" dirty="0">
              <a:solidFill>
                <a:srgbClr val="B70006"/>
              </a:solidFill>
            </a:endParaRPr>
          </a:p>
          <a:p>
            <a:r>
              <a:rPr lang="zh-CN" altLang="en-US" dirty="0">
                <a:solidFill>
                  <a:srgbClr val="B70006"/>
                </a:solidFill>
              </a:rPr>
              <a:t>课程总结</a:t>
            </a:r>
            <a:endParaRPr lang="en-US" altLang="zh-CN" dirty="0">
              <a:solidFill>
                <a:srgbClr val="B700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了解面向对象开发过程中类内部功能的分析方法</a:t>
            </a:r>
            <a:endParaRPr lang="en-US" altLang="zh-CN" dirty="0"/>
          </a:p>
          <a:p>
            <a:r>
              <a:rPr lang="zh-CN" altLang="en-US" dirty="0"/>
              <a:t>了解学生管理系统的常用功能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掌握面向对象版学生管理系统（添加、删除、修改、查询）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</a:t>
            </a:r>
            <a:r>
              <a:rPr lang="zh-CN" altLang="en-US" dirty="0"/>
              <a:t>管理系统需求分析</a:t>
            </a:r>
            <a:endParaRPr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使用面向对象编程思想完成学员管理系统的开发，具体如下：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① 系统要求：学员数据存储在文件中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② 系统功能：添加学员、删除学员、修改学员信息、查询学员信息、显示所有学员信息、保存学员信息及退出系统等功能。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</a:t>
            </a:r>
            <a:r>
              <a:rPr lang="zh-CN" altLang="en-US" dirty="0"/>
              <a:t>管理系统需求分析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、需求分析</a:t>
            </a:r>
          </a:p>
        </p:txBody>
      </p:sp>
    </p:spTree>
    <p:extLst>
      <p:ext uri="{BB962C8B-B14F-4D97-AF65-F5344CB8AC3E}">
        <p14:creationId xmlns:p14="http://schemas.microsoft.com/office/powerpoint/2010/main" val="287701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49504F"/>
                </a:solidFill>
              </a:rPr>
              <a:t>角色：</a:t>
            </a:r>
            <a:r>
              <a:rPr lang="zh-CN" altLang="en-US" dirty="0">
                <a:solidFill>
                  <a:srgbClr val="AD2B26"/>
                </a:solidFill>
              </a:rPr>
              <a:t>学生管理系统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但是由于学生管理系统操作对象为学员，为了方便后期扩展，我们把学员也封装为一个角色。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注意事项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① 为了方便维护代码，一般一个角色一个程序文件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② 项目要有主程序入口，习惯为</a:t>
            </a:r>
            <a:r>
              <a:rPr lang="en-US" altLang="zh-CN" dirty="0">
                <a:solidFill>
                  <a:srgbClr val="AD2B26"/>
                </a:solidFill>
              </a:rPr>
              <a:t>`main.py`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</a:t>
            </a:r>
            <a:r>
              <a:rPr lang="zh-CN" altLang="en-US" dirty="0"/>
              <a:t>管理系统需求分析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、角色分析</a:t>
            </a:r>
          </a:p>
        </p:txBody>
      </p:sp>
    </p:spTree>
    <p:extLst>
      <p:ext uri="{BB962C8B-B14F-4D97-AF65-F5344CB8AC3E}">
        <p14:creationId xmlns:p14="http://schemas.microsoft.com/office/powerpoint/2010/main" val="81048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49504F"/>
                </a:solidFill>
              </a:rPr>
              <a:t>创建项目目录，例如：</a:t>
            </a:r>
            <a:r>
              <a:rPr lang="en-US" altLang="zh-CN" dirty="0">
                <a:solidFill>
                  <a:srgbClr val="49504F"/>
                </a:solidFill>
              </a:rPr>
              <a:t>" </a:t>
            </a:r>
            <a:r>
              <a:rPr lang="en-US" altLang="zh-CN" dirty="0" err="1">
                <a:solidFill>
                  <a:srgbClr val="49504F"/>
                </a:solidFill>
              </a:rPr>
              <a:t>StudentManagerSystem</a:t>
            </a:r>
            <a:r>
              <a:rPr lang="en-US" altLang="zh-CN" dirty="0">
                <a:solidFill>
                  <a:srgbClr val="49504F"/>
                </a:solidFill>
              </a:rPr>
              <a:t> "</a:t>
            </a:r>
            <a:r>
              <a:rPr lang="zh-CN" altLang="en-US" dirty="0">
                <a:solidFill>
                  <a:srgbClr val="49504F"/>
                </a:solidFill>
              </a:rPr>
              <a:t>程序文件如下：</a:t>
            </a:r>
            <a:endParaRPr lang="en-US" altLang="zh-CN" dirty="0">
              <a:solidFill>
                <a:srgbClr val="49504F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49504F"/>
                </a:solidFill>
              </a:rPr>
              <a:t>程序入口文件：</a:t>
            </a:r>
            <a:r>
              <a:rPr lang="en-US" altLang="zh-CN" dirty="0">
                <a:solidFill>
                  <a:srgbClr val="49504F"/>
                </a:solidFill>
              </a:rPr>
              <a:t>main.py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49504F"/>
                </a:solidFill>
              </a:rPr>
              <a:t>学员文件：</a:t>
            </a:r>
            <a:r>
              <a:rPr lang="en-US" altLang="zh-CN" dirty="0">
                <a:solidFill>
                  <a:srgbClr val="49504F"/>
                </a:solidFill>
              </a:rPr>
              <a:t>student.py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49504F"/>
                </a:solidFill>
              </a:rPr>
              <a:t>管理系统文件：</a:t>
            </a:r>
            <a:r>
              <a:rPr lang="en-US" altLang="zh-CN" dirty="0">
                <a:solidFill>
                  <a:srgbClr val="49504F"/>
                </a:solidFill>
              </a:rPr>
              <a:t>studentcms.py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</a:t>
            </a:r>
            <a:r>
              <a:rPr lang="zh-CN" altLang="en-US" dirty="0"/>
              <a:t>管理系统需求分析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、文件规划</a:t>
            </a:r>
          </a:p>
        </p:txBody>
      </p:sp>
    </p:spTree>
    <p:extLst>
      <p:ext uri="{BB962C8B-B14F-4D97-AF65-F5344CB8AC3E}">
        <p14:creationId xmlns:p14="http://schemas.microsoft.com/office/powerpoint/2010/main" val="191086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072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学员信息包含：姓名、性别、手机号；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添加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`__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魔法方法，方便查看学员对象信息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student.py</a:t>
            </a:r>
            <a:r>
              <a:rPr lang="zh-CN" altLang="en-US" dirty="0"/>
              <a:t>文件编写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053276"/>
            <a:ext cx="10749599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Student():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mobile):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self.mobile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mobile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self.mobile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</a:t>
            </a:r>
          </a:p>
        </p:txBody>
      </p:sp>
    </p:spTree>
    <p:extLst>
      <p:ext uri="{BB962C8B-B14F-4D97-AF65-F5344CB8AC3E}">
        <p14:creationId xmlns:p14="http://schemas.microsoft.com/office/powerpoint/2010/main" val="2387265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8567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存储数据的位置：文件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student.data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加载文件数据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修改数据后保存到文件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存储数据的形式：列表存储学员对象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系统功能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添加学员信息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删除学员信息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修改学员信息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查询学员信息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显示所有学员信息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保存学员信息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退出系统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/>
              <a:t>studentManager.py</a:t>
            </a:r>
            <a:r>
              <a:rPr lang="zh-CN" altLang="en-US" dirty="0"/>
              <a:t>文件编写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241796" y="2968790"/>
            <a:ext cx="5516665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存储数据所用的列表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[]</a:t>
            </a:r>
          </a:p>
        </p:txBody>
      </p:sp>
      <p:sp>
        <p:nvSpPr>
          <p:cNvPr id="8" name="右箭头 7"/>
          <p:cNvSpPr/>
          <p:nvPr/>
        </p:nvSpPr>
        <p:spPr>
          <a:xfrm>
            <a:off x="4622639" y="3253339"/>
            <a:ext cx="1463040" cy="38501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915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98567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需求：系统功能循环使用，用户输入不同的功能序号执行不同的功能。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步骤：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定义程序入口函数  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加载数据  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显示功能菜单  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用户输入功能序号  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根据用户输入的功能序号执行不同的功能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定义系统功能函数，添加、删除学员等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、系统功能分析</a:t>
            </a:r>
          </a:p>
        </p:txBody>
      </p:sp>
    </p:spTree>
    <p:extLst>
      <p:ext uri="{BB962C8B-B14F-4D97-AF65-F5344CB8AC3E}">
        <p14:creationId xmlns:p14="http://schemas.microsoft.com/office/powerpoint/2010/main" val="1487612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105877" y="108596"/>
            <a:ext cx="5909912" cy="655564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存储数据所用的列表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[]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run(self):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、加载数据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self.load_student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、显示功能菜单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True: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self.show_menu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# 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、用户输入功能序号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menu_num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请输入要操作的序号：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# 4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、根据用户输入的功能序号执行不同的功能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menu_num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1: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self.add_student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menu_num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2: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self.del_student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menu_num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3: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self.modify_student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menu_num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4: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self.search_student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menu_num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5: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self.show_student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menu_num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6: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self.save_student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elif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menu_num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== 7: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break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load_student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pass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150543" y="98971"/>
            <a:ext cx="5906703" cy="655564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show_menu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请选择如下功能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-----------------')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print('1: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添加学员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print('2: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删除学员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print('3: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修改学员信息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print('4: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查询学员信息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print('5: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显示所有学员信息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print('6: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保存学员信息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print('7: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退出系统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pass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pass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modify_student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pass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search_student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pass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pass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save_student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9687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main.py</a:t>
            </a:r>
            <a:r>
              <a:rPr lang="zh-CN" altLang="en-US" dirty="0"/>
              <a:t>编写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1635973"/>
            <a:ext cx="1082018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from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managerSystem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import *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__name__ == '__main__':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student_manager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student_manager.run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79" y="3680118"/>
            <a:ext cx="10832961" cy="233922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69198" y="312883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运行结果：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5127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需求：用户输入学员姓名、年龄、手机号，将学员添加到系统。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步骤：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用户输入姓名、年龄、手机号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创建该学员对象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将该学员对象添加到列表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、添加学员信息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5096390" y="2644537"/>
            <a:ext cx="5776547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from student import *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......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①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输入学员信息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请输入学员的姓名：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age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请输入学员的年龄：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mobile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请输入学员的手机号：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②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实例化对象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 = Student(name, age, mobile)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③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将学员信息添加到列表中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self.student_list.append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(student)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print(student)</a:t>
            </a:r>
          </a:p>
        </p:txBody>
      </p:sp>
      <p:sp>
        <p:nvSpPr>
          <p:cNvPr id="7" name="右箭头 6"/>
          <p:cNvSpPr/>
          <p:nvPr/>
        </p:nvSpPr>
        <p:spPr>
          <a:xfrm rot="861860">
            <a:off x="2300111" y="4076224"/>
            <a:ext cx="2622637" cy="321012"/>
          </a:xfrm>
          <a:prstGeom prst="rightArrow">
            <a:avLst>
              <a:gd name="adj1" fmla="val 64245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97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需求：用户输入目标学员姓名，如果学员存在则删除该学员。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步骤：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用户输入目标学员姓名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遍历学员数据列表，如果用户输入的学员姓名存在则删除，否则则提示该学员不存在。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、删除学员信息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3065460" y="3424183"/>
            <a:ext cx="5776547" cy="310854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......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①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输入要删除学员名称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请输入要删除学员的名称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②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遍历学员列表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if i.name ==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self.student_list.remove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	break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else: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查无此人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打印学员列表，验证删除功能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6859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、修改学员信息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635973"/>
            <a:ext cx="10749599" cy="28931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......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modify_student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modify_name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请输入要修改学员名称：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for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if i.name ==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modify_name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i.name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请输入修改后的学员名称：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请输入修改后的学员年龄：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i.mobile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请输入修改后的学员电话：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修改该学员信息成功，姓名：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{i.name}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},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手机号：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i.mobile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break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else: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查无此人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1234305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、搜索学员信息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561467"/>
            <a:ext cx="10749599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......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search_student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search_name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input('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请输入要搜索学员名称：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for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if i.name ==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search_name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{i.name}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},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手机号：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i.mobile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    break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else: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查无此人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需求：用户输入目标学员姓名，如果学员存在则打印该学员信息。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步骤：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用户输入目标学员姓名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遍历学员数据列表，如果用户输入的学员姓名存在则打印学员信息，否则提示该学员不存在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774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、显示所有学员信息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87882" y="3063422"/>
            <a:ext cx="10749599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......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for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\t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电话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print(f'{i.name}\t{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}\t{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i.mobile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需求：打印所有学员信息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步骤：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遍历学员数据列表，打印所有学员信息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359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、保存学员信息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3826195"/>
            <a:ext cx="10749599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a = 0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self.b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返回类内部所有属性和方法对应的字典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print(A.__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返回实例属性和值组成的字典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__)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需求：将修改后的学员数据保存到存储数据的文件。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步骤：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打开文件 ② 读写文件 ③ 关闭文件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思考：① 文件写入的数据是学员对象的内存地址吗？② 文件内数据要求的数据类型是什么？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扩展：</a:t>
            </a:r>
            <a:r>
              <a:rPr lang="en-US" altLang="zh-CN" dirty="0">
                <a:solidFill>
                  <a:srgbClr val="AD2B26"/>
                </a:solidFill>
              </a:rPr>
              <a:t>__</a:t>
            </a:r>
            <a:r>
              <a:rPr lang="en-US" altLang="zh-CN" dirty="0" err="1">
                <a:solidFill>
                  <a:srgbClr val="AD2B26"/>
                </a:solidFill>
              </a:rPr>
              <a:t>dict</a:t>
            </a:r>
            <a:r>
              <a:rPr lang="en-US" altLang="zh-CN" dirty="0">
                <a:solidFill>
                  <a:srgbClr val="AD2B26"/>
                </a:solidFill>
              </a:rPr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27210210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、保存学员信息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89901"/>
            <a:ext cx="10749599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......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①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打开文件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 = open('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student.data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'w')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②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文件写入学员数据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：文件写入的数据不能是学员对象的内存地址，需要把学员数据转换成列表字典数据再做存储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[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 for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[{'name': 'itheima', 'age': '18', 'mobile': '18898538888'}]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：文件内数据要求为字符串类型，故需要先转换数据类型为字符串才能文件写入数据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f.write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③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关闭文件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4254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代码实现：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318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11</a:t>
            </a:r>
            <a:r>
              <a:rPr lang="zh-CN" altLang="en-US" dirty="0"/>
              <a:t>、加载学员信息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需求：每次进入系统后，修改的数据是文件里面的数据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步骤：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尝试以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`"r"`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模式打开学员数据文件，如果文件不存在则以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`"w"`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模式打开文件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如果文件存在则读取数据并存储数据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读取数据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转换数据类型为列表并转换列表内的字典为对象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存储学员数据到学员列表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关闭文件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48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学生管理系统实践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11</a:t>
            </a:r>
            <a:r>
              <a:rPr lang="zh-CN" altLang="en-US" dirty="0"/>
              <a:t>、加载学员信息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89901"/>
            <a:ext cx="10749599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StudentManager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......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load_student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尝试以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"r"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模式打开数据文件，文件不存在则提示用户；文件存在（没有异常）则读取数据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try: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f = open('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student.data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'r')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except: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f = open('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student.data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'w')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else: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# 1.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读取数据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f.read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# 2.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文件中读取的数据都是字符串且字符串内部为字典数据，故需要转换数据类型再转换字典为对象后存储到学员列表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eval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(data)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self.student_list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[Student(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['name'],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['age'],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['mobile']) for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new_list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finally: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# 3.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关闭文件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f.close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4254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代码实现：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376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49504F"/>
                </a:solidFill>
              </a:rPr>
              <a:t>基础班课程总结</a:t>
            </a:r>
            <a:endParaRPr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9704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9593</TotalTime>
  <Words>2118</Words>
  <Application>Microsoft Office PowerPoint</Application>
  <PresentationFormat>宽屏</PresentationFormat>
  <Paragraphs>310</Paragraphs>
  <Slides>24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Python综合案例</vt:lpstr>
      <vt:lpstr>PowerPoint 演示文稿</vt:lpstr>
      <vt:lpstr>PowerPoint 演示文稿</vt:lpstr>
      <vt:lpstr>学生管理系统需求分析</vt:lpstr>
      <vt:lpstr>学生管理系统需求分析</vt:lpstr>
      <vt:lpstr>学生管理系统需求分析</vt:lpstr>
      <vt:lpstr>学生管理系统需求分析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学生管理系统实践</vt:lpstr>
      <vt:lpstr>基础班课程总结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任 逍遥</cp:lastModifiedBy>
  <cp:revision>982</cp:revision>
  <dcterms:created xsi:type="dcterms:W3CDTF">2020-03-31T02:23:27Z</dcterms:created>
  <dcterms:modified xsi:type="dcterms:W3CDTF">2021-11-16T11:47:59Z</dcterms:modified>
</cp:coreProperties>
</file>