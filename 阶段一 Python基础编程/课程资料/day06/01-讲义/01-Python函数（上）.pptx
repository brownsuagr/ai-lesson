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theme/theme3.xml" ContentType="application/vnd.openxmlformats-officedocument.theme+xml"/>
  <Override PartName="/ppt/slideLayouts/slideLayout4.xml" ContentType="application/vnd.openxmlformats-officedocument.presentationml.slideLayout+xml"/>
  <Override PartName="/ppt/theme/theme4.xml" ContentType="application/vnd.openxmlformats-officedocument.theme+xml"/>
  <Override PartName="/ppt/slideLayouts/slideLayout5.xml" ContentType="application/vnd.openxmlformats-officedocument.presentationml.slideLayout+xml"/>
  <Override PartName="/ppt/theme/theme5.xml" ContentType="application/vnd.openxmlformats-officedocument.theme+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6.xml" ContentType="application/vnd.openxmlformats-officedocument.theme+xml"/>
  <Override PartName="/ppt/slideLayouts/slideLayout21.xml" ContentType="application/vnd.openxmlformats-officedocument.presentationml.slideLayout+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 id="2147483665" r:id="rId2"/>
    <p:sldMasterId id="2147483707" r:id="rId3"/>
    <p:sldMasterId id="2147483700" r:id="rId4"/>
    <p:sldMasterId id="2147483698" r:id="rId5"/>
    <p:sldMasterId id="2147483668" r:id="rId6"/>
    <p:sldMasterId id="2147483672" r:id="rId7"/>
  </p:sldMasterIdLst>
  <p:notesMasterIdLst>
    <p:notesMasterId r:id="rId48"/>
  </p:notesMasterIdLst>
  <p:handoutMasterIdLst>
    <p:handoutMasterId r:id="rId49"/>
  </p:handoutMasterIdLst>
  <p:sldIdLst>
    <p:sldId id="462" r:id="rId8"/>
    <p:sldId id="463" r:id="rId9"/>
    <p:sldId id="464" r:id="rId10"/>
    <p:sldId id="466" r:id="rId11"/>
    <p:sldId id="564" r:id="rId12"/>
    <p:sldId id="577" r:id="rId13"/>
    <p:sldId id="579" r:id="rId14"/>
    <p:sldId id="580" r:id="rId15"/>
    <p:sldId id="581" r:id="rId16"/>
    <p:sldId id="582" r:id="rId17"/>
    <p:sldId id="583" r:id="rId18"/>
    <p:sldId id="584" r:id="rId19"/>
    <p:sldId id="585" r:id="rId20"/>
    <p:sldId id="586" r:id="rId21"/>
    <p:sldId id="587" r:id="rId22"/>
    <p:sldId id="588" r:id="rId23"/>
    <p:sldId id="589" r:id="rId24"/>
    <p:sldId id="590" r:id="rId25"/>
    <p:sldId id="591" r:id="rId26"/>
    <p:sldId id="592" r:id="rId27"/>
    <p:sldId id="594" r:id="rId28"/>
    <p:sldId id="595" r:id="rId29"/>
    <p:sldId id="612" r:id="rId30"/>
    <p:sldId id="596" r:id="rId31"/>
    <p:sldId id="597" r:id="rId32"/>
    <p:sldId id="598" r:id="rId33"/>
    <p:sldId id="599" r:id="rId34"/>
    <p:sldId id="600" r:id="rId35"/>
    <p:sldId id="601" r:id="rId36"/>
    <p:sldId id="602" r:id="rId37"/>
    <p:sldId id="603" r:id="rId38"/>
    <p:sldId id="604" r:id="rId39"/>
    <p:sldId id="605" r:id="rId40"/>
    <p:sldId id="606" r:id="rId41"/>
    <p:sldId id="607" r:id="rId42"/>
    <p:sldId id="608" r:id="rId43"/>
    <p:sldId id="609" r:id="rId44"/>
    <p:sldId id="610" r:id="rId45"/>
    <p:sldId id="611" r:id="rId46"/>
    <p:sldId id="264" r:id="rId47"/>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70006"/>
    <a:srgbClr val="B60206"/>
    <a:srgbClr val="49504F"/>
    <a:srgbClr val="AD2B26"/>
    <a:srgbClr val="FFFFE4"/>
    <a:srgbClr val="919191"/>
    <a:srgbClr val="333333"/>
    <a:srgbClr val="FFFFFF"/>
    <a:srgbClr val="D9D9D9"/>
    <a:srgbClr val="51515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2445" autoAdjust="0"/>
    <p:restoredTop sz="91940" autoAdjust="0"/>
  </p:normalViewPr>
  <p:slideViewPr>
    <p:cSldViewPr snapToGrid="0">
      <p:cViewPr varScale="1">
        <p:scale>
          <a:sx n="79" d="100"/>
          <a:sy n="79" d="100"/>
        </p:scale>
        <p:origin x="504" y="72"/>
      </p:cViewPr>
      <p:guideLst/>
    </p:cSldViewPr>
  </p:slideViewPr>
  <p:notesTextViewPr>
    <p:cViewPr>
      <p:scale>
        <a:sx n="1" d="1"/>
        <a:sy n="1" d="1"/>
      </p:scale>
      <p:origin x="0" y="0"/>
    </p:cViewPr>
  </p:notesTextViewPr>
  <p:notesViewPr>
    <p:cSldViewPr snapToGrid="0" showGuides="1">
      <p:cViewPr varScale="1">
        <p:scale>
          <a:sx n="97" d="100"/>
          <a:sy n="97" d="100"/>
        </p:scale>
        <p:origin x="3416" y="19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slide" Target="slides/slide19.xml"/><Relationship Id="rId39" Type="http://schemas.openxmlformats.org/officeDocument/2006/relationships/slide" Target="slides/slide32.xml"/><Relationship Id="rId21" Type="http://schemas.openxmlformats.org/officeDocument/2006/relationships/slide" Target="slides/slide14.xml"/><Relationship Id="rId34" Type="http://schemas.openxmlformats.org/officeDocument/2006/relationships/slide" Target="slides/slide27.xml"/><Relationship Id="rId42" Type="http://schemas.openxmlformats.org/officeDocument/2006/relationships/slide" Target="slides/slide35.xml"/><Relationship Id="rId47" Type="http://schemas.openxmlformats.org/officeDocument/2006/relationships/slide" Target="slides/slide40.xml"/><Relationship Id="rId50" Type="http://schemas.openxmlformats.org/officeDocument/2006/relationships/presProps" Target="presProps.xml"/><Relationship Id="rId7" Type="http://schemas.openxmlformats.org/officeDocument/2006/relationships/slideMaster" Target="slideMasters/slideMaster7.xml"/><Relationship Id="rId2" Type="http://schemas.openxmlformats.org/officeDocument/2006/relationships/slideMaster" Target="slideMasters/slideMaster2.xml"/><Relationship Id="rId16" Type="http://schemas.openxmlformats.org/officeDocument/2006/relationships/slide" Target="slides/slide9.xml"/><Relationship Id="rId29" Type="http://schemas.openxmlformats.org/officeDocument/2006/relationships/slide" Target="slides/slide22.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slide" Target="slides/slide25.xml"/><Relationship Id="rId37" Type="http://schemas.openxmlformats.org/officeDocument/2006/relationships/slide" Target="slides/slide30.xml"/><Relationship Id="rId40" Type="http://schemas.openxmlformats.org/officeDocument/2006/relationships/slide" Target="slides/slide33.xml"/><Relationship Id="rId45" Type="http://schemas.openxmlformats.org/officeDocument/2006/relationships/slide" Target="slides/slide38.xml"/><Relationship Id="rId53" Type="http://schemas.openxmlformats.org/officeDocument/2006/relationships/tableStyles" Target="tableStyles.xml"/><Relationship Id="rId5" Type="http://schemas.openxmlformats.org/officeDocument/2006/relationships/slideMaster" Target="slideMasters/slideMaster5.xml"/><Relationship Id="rId10" Type="http://schemas.openxmlformats.org/officeDocument/2006/relationships/slide" Target="slides/slide3.xml"/><Relationship Id="rId19" Type="http://schemas.openxmlformats.org/officeDocument/2006/relationships/slide" Target="slides/slide12.xml"/><Relationship Id="rId31" Type="http://schemas.openxmlformats.org/officeDocument/2006/relationships/slide" Target="slides/slide24.xml"/><Relationship Id="rId44" Type="http://schemas.openxmlformats.org/officeDocument/2006/relationships/slide" Target="slides/slide37.xml"/><Relationship Id="rId52" Type="http://schemas.openxmlformats.org/officeDocument/2006/relationships/theme" Target="theme/theme1.xml"/><Relationship Id="rId4" Type="http://schemas.openxmlformats.org/officeDocument/2006/relationships/slideMaster" Target="slideMasters/slideMaster4.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slide" Target="slides/slide28.xml"/><Relationship Id="rId43" Type="http://schemas.openxmlformats.org/officeDocument/2006/relationships/slide" Target="slides/slide36.xml"/><Relationship Id="rId48" Type="http://schemas.openxmlformats.org/officeDocument/2006/relationships/notesMaster" Target="notesMasters/notesMaster1.xml"/><Relationship Id="rId8" Type="http://schemas.openxmlformats.org/officeDocument/2006/relationships/slide" Target="slides/slide1.xml"/><Relationship Id="rId51" Type="http://schemas.openxmlformats.org/officeDocument/2006/relationships/viewProps" Target="viewProps.xml"/><Relationship Id="rId3" Type="http://schemas.openxmlformats.org/officeDocument/2006/relationships/slideMaster" Target="slideMasters/slideMaster3.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slide" Target="slides/slide26.xml"/><Relationship Id="rId38" Type="http://schemas.openxmlformats.org/officeDocument/2006/relationships/slide" Target="slides/slide31.xml"/><Relationship Id="rId46" Type="http://schemas.openxmlformats.org/officeDocument/2006/relationships/slide" Target="slides/slide39.xml"/><Relationship Id="rId20" Type="http://schemas.openxmlformats.org/officeDocument/2006/relationships/slide" Target="slides/slide13.xml"/><Relationship Id="rId41" Type="http://schemas.openxmlformats.org/officeDocument/2006/relationships/slide" Target="slides/slide34.xml"/><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slide" Target="slides/slide29.xml"/><Relationship Id="rId49"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9.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75BAB8F7-26C7-2345-A2F0-4C70E8EFA84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a:extLst>
              <a:ext uri="{FF2B5EF4-FFF2-40B4-BE49-F238E27FC236}">
                <a16:creationId xmlns:a16="http://schemas.microsoft.com/office/drawing/2014/main" id="{1EB0FE49-C86E-0B42-8C7E-921C60B5AAA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93DFD10-C36A-A44C-AC52-E91D9A58CF7E}" type="datetimeFigureOut">
              <a:rPr kumimoji="1" lang="zh-CN" altLang="en-US" smtClean="0"/>
              <a:t>2021/11/3</a:t>
            </a:fld>
            <a:endParaRPr kumimoji="1" lang="zh-CN" altLang="en-US"/>
          </a:p>
        </p:txBody>
      </p:sp>
      <p:sp>
        <p:nvSpPr>
          <p:cNvPr id="4" name="页脚占位符 3">
            <a:extLst>
              <a:ext uri="{FF2B5EF4-FFF2-40B4-BE49-F238E27FC236}">
                <a16:creationId xmlns:a16="http://schemas.microsoft.com/office/drawing/2014/main" id="{9E928822-8127-CD43-9156-5BB443851DB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5" name="灯片编号占位符 4">
            <a:extLst>
              <a:ext uri="{FF2B5EF4-FFF2-40B4-BE49-F238E27FC236}">
                <a16:creationId xmlns:a16="http://schemas.microsoft.com/office/drawing/2014/main" id="{4FC3EF7F-6078-7249-A167-F5C06879924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3F0B397-CD8F-1C4C-97BB-ADF18DDD1C00}" type="slidenum">
              <a:rPr kumimoji="1" lang="zh-CN" altLang="en-US" smtClean="0"/>
              <a:t>‹#›</a:t>
            </a:fld>
            <a:endParaRPr kumimoji="1" lang="zh-CN" altLang="en-US"/>
          </a:p>
        </p:txBody>
      </p:sp>
    </p:spTree>
    <p:extLst>
      <p:ext uri="{BB962C8B-B14F-4D97-AF65-F5344CB8AC3E}">
        <p14:creationId xmlns:p14="http://schemas.microsoft.com/office/powerpoint/2010/main" val="276265591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EE7ACF5-0677-4CC5-89ED-AE83D3F5859D}" type="datetimeFigureOut">
              <a:rPr lang="zh-CN" altLang="en-US" smtClean="0"/>
              <a:t>2021/11/3</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CC63F50-FC71-46DD-9BDC-11F985EF414C}" type="slidenum">
              <a:rPr lang="zh-CN" altLang="en-US" smtClean="0"/>
              <a:t>‹#›</a:t>
            </a:fld>
            <a:endParaRPr lang="zh-CN" altLang="en-US"/>
          </a:p>
        </p:txBody>
      </p:sp>
    </p:spTree>
    <p:extLst>
      <p:ext uri="{BB962C8B-B14F-4D97-AF65-F5344CB8AC3E}">
        <p14:creationId xmlns:p14="http://schemas.microsoft.com/office/powerpoint/2010/main" val="30855948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3CC63F50-FC71-46DD-9BDC-11F985EF414C}" type="slidenum">
              <a:rPr lang="zh-CN" altLang="en-US" smtClean="0"/>
              <a:t>6</a:t>
            </a:fld>
            <a:endParaRPr lang="zh-CN" altLang="en-US"/>
          </a:p>
        </p:txBody>
      </p:sp>
    </p:spTree>
    <p:extLst>
      <p:ext uri="{BB962C8B-B14F-4D97-AF65-F5344CB8AC3E}">
        <p14:creationId xmlns:p14="http://schemas.microsoft.com/office/powerpoint/2010/main" val="212892143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3CC63F50-FC71-46DD-9BDC-11F985EF414C}" type="slidenum">
              <a:rPr lang="zh-CN" altLang="en-US" smtClean="0"/>
              <a:t>7</a:t>
            </a:fld>
            <a:endParaRPr lang="zh-CN" altLang="en-US"/>
          </a:p>
        </p:txBody>
      </p:sp>
    </p:spTree>
    <p:extLst>
      <p:ext uri="{BB962C8B-B14F-4D97-AF65-F5344CB8AC3E}">
        <p14:creationId xmlns:p14="http://schemas.microsoft.com/office/powerpoint/2010/main" val="85032168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3CC63F50-FC71-46DD-9BDC-11F985EF414C}" type="slidenum">
              <a:rPr lang="zh-CN" altLang="en-US" smtClean="0"/>
              <a:t>8</a:t>
            </a:fld>
            <a:endParaRPr lang="zh-CN" altLang="en-US"/>
          </a:p>
        </p:txBody>
      </p:sp>
    </p:spTree>
    <p:extLst>
      <p:ext uri="{BB962C8B-B14F-4D97-AF65-F5344CB8AC3E}">
        <p14:creationId xmlns:p14="http://schemas.microsoft.com/office/powerpoint/2010/main" val="181988393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3CC63F50-FC71-46DD-9BDC-11F985EF414C}" type="slidenum">
              <a:rPr lang="zh-CN" altLang="en-US" smtClean="0"/>
              <a:t>9</a:t>
            </a:fld>
            <a:endParaRPr lang="zh-CN" altLang="en-US"/>
          </a:p>
        </p:txBody>
      </p:sp>
    </p:spTree>
    <p:extLst>
      <p:ext uri="{BB962C8B-B14F-4D97-AF65-F5344CB8AC3E}">
        <p14:creationId xmlns:p14="http://schemas.microsoft.com/office/powerpoint/2010/main" val="40510006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3CC63F50-FC71-46DD-9BDC-11F985EF414C}" type="slidenum">
              <a:rPr lang="zh-CN" altLang="en-US" smtClean="0"/>
              <a:t>10</a:t>
            </a:fld>
            <a:endParaRPr lang="zh-CN" altLang="en-US"/>
          </a:p>
        </p:txBody>
      </p:sp>
    </p:spTree>
    <p:extLst>
      <p:ext uri="{BB962C8B-B14F-4D97-AF65-F5344CB8AC3E}">
        <p14:creationId xmlns:p14="http://schemas.microsoft.com/office/powerpoint/2010/main" val="3859804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3CC63F50-FC71-46DD-9BDC-11F985EF414C}" type="slidenum">
              <a:rPr lang="zh-CN" altLang="en-US" smtClean="0"/>
              <a:t>11</a:t>
            </a:fld>
            <a:endParaRPr lang="zh-CN" altLang="en-US"/>
          </a:p>
        </p:txBody>
      </p:sp>
    </p:spTree>
    <p:extLst>
      <p:ext uri="{BB962C8B-B14F-4D97-AF65-F5344CB8AC3E}">
        <p14:creationId xmlns:p14="http://schemas.microsoft.com/office/powerpoint/2010/main" val="301564112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3CC63F50-FC71-46DD-9BDC-11F985EF414C}" type="slidenum">
              <a:rPr lang="zh-CN" altLang="en-US" smtClean="0"/>
              <a:t>12</a:t>
            </a:fld>
            <a:endParaRPr lang="zh-CN" altLang="en-US"/>
          </a:p>
        </p:txBody>
      </p:sp>
    </p:spTree>
    <p:extLst>
      <p:ext uri="{BB962C8B-B14F-4D97-AF65-F5344CB8AC3E}">
        <p14:creationId xmlns:p14="http://schemas.microsoft.com/office/powerpoint/2010/main" val="22325243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3CC63F50-FC71-46DD-9BDC-11F985EF414C}" type="slidenum">
              <a:rPr lang="zh-CN" altLang="en-US" smtClean="0"/>
              <a:t>13</a:t>
            </a:fld>
            <a:endParaRPr lang="zh-CN" altLang="en-US"/>
          </a:p>
        </p:txBody>
      </p:sp>
    </p:spTree>
    <p:extLst>
      <p:ext uri="{BB962C8B-B14F-4D97-AF65-F5344CB8AC3E}">
        <p14:creationId xmlns:p14="http://schemas.microsoft.com/office/powerpoint/2010/main" val="83139281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3CC63F50-FC71-46DD-9BDC-11F985EF414C}" type="slidenum">
              <a:rPr lang="zh-CN" altLang="en-US" smtClean="0"/>
              <a:t>14</a:t>
            </a:fld>
            <a:endParaRPr lang="zh-CN" altLang="en-US"/>
          </a:p>
        </p:txBody>
      </p:sp>
    </p:spTree>
    <p:extLst>
      <p:ext uri="{BB962C8B-B14F-4D97-AF65-F5344CB8AC3E}">
        <p14:creationId xmlns:p14="http://schemas.microsoft.com/office/powerpoint/2010/main" val="241415421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3CC63F50-FC71-46DD-9BDC-11F985EF414C}" type="slidenum">
              <a:rPr lang="zh-CN" altLang="en-US" smtClean="0"/>
              <a:t>16</a:t>
            </a:fld>
            <a:endParaRPr lang="zh-CN" altLang="en-US"/>
          </a:p>
        </p:txBody>
      </p:sp>
    </p:spTree>
    <p:extLst>
      <p:ext uri="{BB962C8B-B14F-4D97-AF65-F5344CB8AC3E}">
        <p14:creationId xmlns:p14="http://schemas.microsoft.com/office/powerpoint/2010/main" val="139396336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3CC63F50-FC71-46DD-9BDC-11F985EF414C}" type="slidenum">
              <a:rPr lang="zh-CN" altLang="en-US" smtClean="0"/>
              <a:t>17</a:t>
            </a:fld>
            <a:endParaRPr lang="zh-CN" altLang="en-US"/>
          </a:p>
        </p:txBody>
      </p:sp>
    </p:spTree>
    <p:extLst>
      <p:ext uri="{BB962C8B-B14F-4D97-AF65-F5344CB8AC3E}">
        <p14:creationId xmlns:p14="http://schemas.microsoft.com/office/powerpoint/2010/main" val="320115839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3CC63F50-FC71-46DD-9BDC-11F985EF414C}" type="slidenum">
              <a:rPr lang="zh-CN" altLang="en-US" smtClean="0"/>
              <a:t>19</a:t>
            </a:fld>
            <a:endParaRPr lang="zh-CN" altLang="en-US"/>
          </a:p>
        </p:txBody>
      </p:sp>
    </p:spTree>
    <p:extLst>
      <p:ext uri="{BB962C8B-B14F-4D97-AF65-F5344CB8AC3E}">
        <p14:creationId xmlns:p14="http://schemas.microsoft.com/office/powerpoint/2010/main" val="193383948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3CC63F50-FC71-46DD-9BDC-11F985EF414C}" type="slidenum">
              <a:rPr lang="zh-CN" altLang="en-US" smtClean="0"/>
              <a:t>20</a:t>
            </a:fld>
            <a:endParaRPr lang="zh-CN" altLang="en-US"/>
          </a:p>
        </p:txBody>
      </p:sp>
    </p:spTree>
    <p:extLst>
      <p:ext uri="{BB962C8B-B14F-4D97-AF65-F5344CB8AC3E}">
        <p14:creationId xmlns:p14="http://schemas.microsoft.com/office/powerpoint/2010/main" val="299367490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3CC63F50-FC71-46DD-9BDC-11F985EF414C}" type="slidenum">
              <a:rPr lang="zh-CN" altLang="en-US" smtClean="0"/>
              <a:t>22</a:t>
            </a:fld>
            <a:endParaRPr lang="zh-CN" altLang="en-US"/>
          </a:p>
        </p:txBody>
      </p:sp>
    </p:spTree>
    <p:extLst>
      <p:ext uri="{BB962C8B-B14F-4D97-AF65-F5344CB8AC3E}">
        <p14:creationId xmlns:p14="http://schemas.microsoft.com/office/powerpoint/2010/main" val="223218118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3CC63F50-FC71-46DD-9BDC-11F985EF414C}" type="slidenum">
              <a:rPr lang="zh-CN" altLang="en-US" smtClean="0"/>
              <a:t>23</a:t>
            </a:fld>
            <a:endParaRPr lang="zh-CN" altLang="en-US"/>
          </a:p>
        </p:txBody>
      </p:sp>
    </p:spTree>
    <p:extLst>
      <p:ext uri="{BB962C8B-B14F-4D97-AF65-F5344CB8AC3E}">
        <p14:creationId xmlns:p14="http://schemas.microsoft.com/office/powerpoint/2010/main" val="399716524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3CC63F50-FC71-46DD-9BDC-11F985EF414C}" type="slidenum">
              <a:rPr lang="zh-CN" altLang="en-US" smtClean="0"/>
              <a:t>25</a:t>
            </a:fld>
            <a:endParaRPr lang="zh-CN" altLang="en-US"/>
          </a:p>
        </p:txBody>
      </p:sp>
    </p:spTree>
    <p:extLst>
      <p:ext uri="{BB962C8B-B14F-4D97-AF65-F5344CB8AC3E}">
        <p14:creationId xmlns:p14="http://schemas.microsoft.com/office/powerpoint/2010/main" val="367332621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3CC63F50-FC71-46DD-9BDC-11F985EF414C}" type="slidenum">
              <a:rPr lang="zh-CN" altLang="en-US" smtClean="0"/>
              <a:t>26</a:t>
            </a:fld>
            <a:endParaRPr lang="zh-CN" altLang="en-US"/>
          </a:p>
        </p:txBody>
      </p:sp>
    </p:spTree>
    <p:extLst>
      <p:ext uri="{BB962C8B-B14F-4D97-AF65-F5344CB8AC3E}">
        <p14:creationId xmlns:p14="http://schemas.microsoft.com/office/powerpoint/2010/main" val="386206296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3CC63F50-FC71-46DD-9BDC-11F985EF414C}" type="slidenum">
              <a:rPr lang="zh-CN" altLang="en-US" smtClean="0"/>
              <a:t>27</a:t>
            </a:fld>
            <a:endParaRPr lang="zh-CN" altLang="en-US"/>
          </a:p>
        </p:txBody>
      </p:sp>
    </p:spTree>
    <p:extLst>
      <p:ext uri="{BB962C8B-B14F-4D97-AF65-F5344CB8AC3E}">
        <p14:creationId xmlns:p14="http://schemas.microsoft.com/office/powerpoint/2010/main" val="86624455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3CC63F50-FC71-46DD-9BDC-11F985EF414C}" type="slidenum">
              <a:rPr lang="zh-CN" altLang="en-US" smtClean="0"/>
              <a:t>28</a:t>
            </a:fld>
            <a:endParaRPr lang="zh-CN" altLang="en-US"/>
          </a:p>
        </p:txBody>
      </p:sp>
    </p:spTree>
    <p:extLst>
      <p:ext uri="{BB962C8B-B14F-4D97-AF65-F5344CB8AC3E}">
        <p14:creationId xmlns:p14="http://schemas.microsoft.com/office/powerpoint/2010/main" val="341507121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3CC63F50-FC71-46DD-9BDC-11F985EF414C}" type="slidenum">
              <a:rPr lang="zh-CN" altLang="en-US" smtClean="0"/>
              <a:t>29</a:t>
            </a:fld>
            <a:endParaRPr lang="zh-CN" altLang="en-US"/>
          </a:p>
        </p:txBody>
      </p:sp>
    </p:spTree>
    <p:extLst>
      <p:ext uri="{BB962C8B-B14F-4D97-AF65-F5344CB8AC3E}">
        <p14:creationId xmlns:p14="http://schemas.microsoft.com/office/powerpoint/2010/main" val="34814216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3CC63F50-FC71-46DD-9BDC-11F985EF414C}" type="slidenum">
              <a:rPr lang="zh-CN" altLang="en-US" smtClean="0"/>
              <a:t>31</a:t>
            </a:fld>
            <a:endParaRPr lang="zh-CN" altLang="en-US"/>
          </a:p>
        </p:txBody>
      </p:sp>
    </p:spTree>
    <p:extLst>
      <p:ext uri="{BB962C8B-B14F-4D97-AF65-F5344CB8AC3E}">
        <p14:creationId xmlns:p14="http://schemas.microsoft.com/office/powerpoint/2010/main" val="425566653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3CC63F50-FC71-46DD-9BDC-11F985EF414C}" type="slidenum">
              <a:rPr lang="zh-CN" altLang="en-US" smtClean="0"/>
              <a:t>32</a:t>
            </a:fld>
            <a:endParaRPr lang="zh-CN" altLang="en-US"/>
          </a:p>
        </p:txBody>
      </p:sp>
    </p:spTree>
    <p:extLst>
      <p:ext uri="{BB962C8B-B14F-4D97-AF65-F5344CB8AC3E}">
        <p14:creationId xmlns:p14="http://schemas.microsoft.com/office/powerpoint/2010/main" val="425947066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3CC63F50-FC71-46DD-9BDC-11F985EF414C}" type="slidenum">
              <a:rPr lang="zh-CN" altLang="en-US" smtClean="0"/>
              <a:t>33</a:t>
            </a:fld>
            <a:endParaRPr lang="zh-CN" altLang="en-US"/>
          </a:p>
        </p:txBody>
      </p:sp>
    </p:spTree>
    <p:extLst>
      <p:ext uri="{BB962C8B-B14F-4D97-AF65-F5344CB8AC3E}">
        <p14:creationId xmlns:p14="http://schemas.microsoft.com/office/powerpoint/2010/main" val="6840798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3CC63F50-FC71-46DD-9BDC-11F985EF414C}" type="slidenum">
              <a:rPr lang="zh-CN" altLang="en-US" smtClean="0"/>
              <a:t>34</a:t>
            </a:fld>
            <a:endParaRPr lang="zh-CN" altLang="en-US"/>
          </a:p>
        </p:txBody>
      </p:sp>
    </p:spTree>
    <p:extLst>
      <p:ext uri="{BB962C8B-B14F-4D97-AF65-F5344CB8AC3E}">
        <p14:creationId xmlns:p14="http://schemas.microsoft.com/office/powerpoint/2010/main" val="122600037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3CC63F50-FC71-46DD-9BDC-11F985EF414C}" type="slidenum">
              <a:rPr lang="zh-CN" altLang="en-US" smtClean="0"/>
              <a:t>35</a:t>
            </a:fld>
            <a:endParaRPr lang="zh-CN" altLang="en-US"/>
          </a:p>
        </p:txBody>
      </p:sp>
    </p:spTree>
    <p:extLst>
      <p:ext uri="{BB962C8B-B14F-4D97-AF65-F5344CB8AC3E}">
        <p14:creationId xmlns:p14="http://schemas.microsoft.com/office/powerpoint/2010/main" val="349232038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3CC63F50-FC71-46DD-9BDC-11F985EF414C}" type="slidenum">
              <a:rPr lang="zh-CN" altLang="en-US" smtClean="0"/>
              <a:t>36</a:t>
            </a:fld>
            <a:endParaRPr lang="zh-CN" altLang="en-US"/>
          </a:p>
        </p:txBody>
      </p:sp>
    </p:spTree>
    <p:extLst>
      <p:ext uri="{BB962C8B-B14F-4D97-AF65-F5344CB8AC3E}">
        <p14:creationId xmlns:p14="http://schemas.microsoft.com/office/powerpoint/2010/main" val="359661296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3CC63F50-FC71-46DD-9BDC-11F985EF414C}" type="slidenum">
              <a:rPr lang="zh-CN" altLang="en-US" smtClean="0"/>
              <a:t>38</a:t>
            </a:fld>
            <a:endParaRPr lang="zh-CN" altLang="en-US"/>
          </a:p>
        </p:txBody>
      </p:sp>
    </p:spTree>
    <p:extLst>
      <p:ext uri="{BB962C8B-B14F-4D97-AF65-F5344CB8AC3E}">
        <p14:creationId xmlns:p14="http://schemas.microsoft.com/office/powerpoint/2010/main" val="54722264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3CC63F50-FC71-46DD-9BDC-11F985EF414C}" type="slidenum">
              <a:rPr lang="zh-CN" altLang="en-US" smtClean="0"/>
              <a:t>39</a:t>
            </a:fld>
            <a:endParaRPr lang="zh-CN" altLang="en-US"/>
          </a:p>
        </p:txBody>
      </p:sp>
    </p:spTree>
    <p:extLst>
      <p:ext uri="{BB962C8B-B14F-4D97-AF65-F5344CB8AC3E}">
        <p14:creationId xmlns:p14="http://schemas.microsoft.com/office/powerpoint/2010/main" val="292389372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6.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6.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6.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封面版式2">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4469F54-72BF-044A-89E7-CDAF75E947E3}"/>
              </a:ext>
            </a:extLst>
          </p:cNvPr>
          <p:cNvSpPr>
            <a:spLocks noGrp="1"/>
          </p:cNvSpPr>
          <p:nvPr>
            <p:ph type="title" hasCustomPrompt="1"/>
          </p:nvPr>
        </p:nvSpPr>
        <p:spPr>
          <a:xfrm>
            <a:off x="838200" y="2244725"/>
            <a:ext cx="10541000" cy="1158875"/>
          </a:xfrm>
          <a:prstGeom prst="rect">
            <a:avLst/>
          </a:prstGeom>
        </p:spPr>
        <p:txBody>
          <a:bodyPr anchor="ctr"/>
          <a:lstStyle>
            <a:lvl1pPr>
              <a:defRPr sz="7200" b="0" i="0">
                <a:solidFill>
                  <a:schemeClr val="tx1">
                    <a:lumMod val="85000"/>
                    <a:lumOff val="15000"/>
                  </a:schemeClr>
                </a:solidFill>
                <a:latin typeface="Alibaba PuHuiTi B" pitchFamily="18" charset="-122"/>
                <a:ea typeface="Alibaba PuHuiTi B" pitchFamily="18" charset="-122"/>
                <a:cs typeface="Alibaba PuHuiTi B" pitchFamily="18" charset="-122"/>
              </a:defRPr>
            </a:lvl1pPr>
          </a:lstStyle>
          <a:p>
            <a:r>
              <a:rPr kumimoji="1" lang="zh-CN" altLang="en-US" dirty="0"/>
              <a:t>主标题</a:t>
            </a:r>
          </a:p>
        </p:txBody>
      </p:sp>
      <p:sp>
        <p:nvSpPr>
          <p:cNvPr id="3" name="文本占位符 3">
            <a:extLst>
              <a:ext uri="{FF2B5EF4-FFF2-40B4-BE49-F238E27FC236}">
                <a16:creationId xmlns:a16="http://schemas.microsoft.com/office/drawing/2014/main" id="{FE68CD30-ECD6-A642-8C7F-BA42D1249DFD}"/>
              </a:ext>
            </a:extLst>
          </p:cNvPr>
          <p:cNvSpPr>
            <a:spLocks noGrp="1"/>
          </p:cNvSpPr>
          <p:nvPr>
            <p:ph type="body" sz="quarter" idx="10" hasCustomPrompt="1"/>
          </p:nvPr>
        </p:nvSpPr>
        <p:spPr>
          <a:xfrm>
            <a:off x="838200" y="3454401"/>
            <a:ext cx="10540999" cy="630237"/>
          </a:xfrm>
          <a:prstGeom prst="rect">
            <a:avLst/>
          </a:prstGeom>
        </p:spPr>
        <p:txBody>
          <a:bodyPr anchor="ctr"/>
          <a:lstStyle>
            <a:lvl1pPr algn="ctr">
              <a:buNone/>
              <a:defRPr sz="2400" b="0" i="0">
                <a:solidFill>
                  <a:schemeClr val="tx1">
                    <a:lumMod val="65000"/>
                    <a:lumOff val="35000"/>
                  </a:schemeClr>
                </a:solidFill>
                <a:latin typeface="Alibaba PuHuiTi R" pitchFamily="18" charset="-122"/>
                <a:ea typeface="Alibaba PuHuiTi R" pitchFamily="18" charset="-122"/>
                <a:cs typeface="Alibaba PuHuiTi R" pitchFamily="18" charset="-122"/>
              </a:defRPr>
            </a:lvl1pPr>
          </a:lstStyle>
          <a:p>
            <a:pPr lvl="0"/>
            <a:r>
              <a:rPr kumimoji="1" lang="zh-CN" altLang="en-US" dirty="0"/>
              <a:t>副标题内容，如若没有可以删除</a:t>
            </a:r>
          </a:p>
        </p:txBody>
      </p:sp>
    </p:spTree>
    <p:extLst>
      <p:ext uri="{BB962C8B-B14F-4D97-AF65-F5344CB8AC3E}">
        <p14:creationId xmlns:p14="http://schemas.microsoft.com/office/powerpoint/2010/main" val="5887210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目录版式">
    <p:spTree>
      <p:nvGrpSpPr>
        <p:cNvPr id="1" name=""/>
        <p:cNvGrpSpPr/>
        <p:nvPr/>
      </p:nvGrpSpPr>
      <p:grpSpPr>
        <a:xfrm>
          <a:off x="0" y="0"/>
          <a:ext cx="0" cy="0"/>
          <a:chOff x="0" y="0"/>
          <a:chExt cx="0" cy="0"/>
        </a:xfrm>
      </p:grpSpPr>
      <p:sp>
        <p:nvSpPr>
          <p:cNvPr id="8" name="文本占位符 7">
            <a:extLst>
              <a:ext uri="{FF2B5EF4-FFF2-40B4-BE49-F238E27FC236}">
                <a16:creationId xmlns:a16="http://schemas.microsoft.com/office/drawing/2014/main" id="{81B62E64-63F1-3949-8E18-11A80E8D9F0D}"/>
              </a:ext>
            </a:extLst>
          </p:cNvPr>
          <p:cNvSpPr>
            <a:spLocks noGrp="1"/>
          </p:cNvSpPr>
          <p:nvPr>
            <p:ph type="body" sz="quarter" idx="10"/>
          </p:nvPr>
        </p:nvSpPr>
        <p:spPr>
          <a:xfrm>
            <a:off x="5019358" y="1006475"/>
            <a:ext cx="5973761" cy="4256405"/>
          </a:xfrm>
          <a:prstGeom prst="rect">
            <a:avLst/>
          </a:prstGeom>
        </p:spPr>
        <p:txBody>
          <a:bodyPr anchor="ctr"/>
          <a:lstStyle>
            <a:lvl1pPr marL="457189" marR="0" indent="-457189" algn="l" defTabSz="914400" rtl="0" eaLnBrk="0" fontAlgn="base" latinLnBrk="0" hangingPunct="0">
              <a:lnSpc>
                <a:spcPct val="200000"/>
              </a:lnSpc>
              <a:spcBef>
                <a:spcPct val="20000"/>
              </a:spcBef>
              <a:spcAft>
                <a:spcPct val="0"/>
              </a:spcAft>
              <a:buClrTx/>
              <a:buSzTx/>
              <a:buFont typeface="Wingdings" pitchFamily="2" charset="2"/>
              <a:buChar char="u"/>
              <a:tabLst/>
              <a:defRPr sz="1800">
                <a:solidFill>
                  <a:schemeClr val="tx1">
                    <a:lumMod val="75000"/>
                    <a:lumOff val="25000"/>
                  </a:schemeClr>
                </a:solidFill>
              </a:defRPr>
            </a:lvl1pPr>
          </a:lstStyle>
          <a:p>
            <a:pPr lvl="0"/>
            <a:r>
              <a:rPr kumimoji="1" lang="zh-CN" altLang="en-US" dirty="0"/>
              <a:t>单击此处编辑母版文本样式</a:t>
            </a:r>
            <a:endParaRPr kumimoji="1" lang="en-US" altLang="zh-CN" dirty="0"/>
          </a:p>
          <a:p>
            <a:pPr lvl="0"/>
            <a:r>
              <a:rPr kumimoji="1" lang="zh-CN" altLang="en-US" dirty="0"/>
              <a:t>根据实际内容可调整文字高低的位置</a:t>
            </a:r>
            <a:endParaRPr kumimoji="1" lang="en-US" altLang="zh-CN" dirty="0"/>
          </a:p>
          <a:p>
            <a:pPr marL="457189" marR="0" lvl="0" indent="-457189" algn="l" defTabSz="914400" rtl="0" eaLnBrk="0" fontAlgn="base" latinLnBrk="0" hangingPunct="0">
              <a:lnSpc>
                <a:spcPct val="200000"/>
              </a:lnSpc>
              <a:spcBef>
                <a:spcPct val="20000"/>
              </a:spcBef>
              <a:spcAft>
                <a:spcPct val="0"/>
              </a:spcAft>
              <a:buClrTx/>
              <a:buSzTx/>
              <a:buFont typeface="Wingdings" pitchFamily="2" charset="2"/>
              <a:buChar char="u"/>
              <a:tabLst/>
              <a:defRPr/>
            </a:pPr>
            <a:r>
              <a:rPr kumimoji="1" lang="zh-CN" altLang="en-US" dirty="0"/>
              <a:t>此内容上下居中对齐，可根据实际情况微调位置和字体大小</a:t>
            </a:r>
          </a:p>
          <a:p>
            <a:pPr lvl="0"/>
            <a:endParaRPr kumimoji="1" lang="zh-CN" altLang="en-US" dirty="0"/>
          </a:p>
        </p:txBody>
      </p:sp>
    </p:spTree>
    <p:extLst>
      <p:ext uri="{BB962C8B-B14F-4D97-AF65-F5344CB8AC3E}">
        <p14:creationId xmlns:p14="http://schemas.microsoft.com/office/powerpoint/2010/main" val="35646942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学习目标">
    <p:spTree>
      <p:nvGrpSpPr>
        <p:cNvPr id="1" name=""/>
        <p:cNvGrpSpPr/>
        <p:nvPr/>
      </p:nvGrpSpPr>
      <p:grpSpPr>
        <a:xfrm>
          <a:off x="0" y="0"/>
          <a:ext cx="0" cy="0"/>
          <a:chOff x="0" y="0"/>
          <a:chExt cx="0" cy="0"/>
        </a:xfrm>
      </p:grpSpPr>
      <p:sp>
        <p:nvSpPr>
          <p:cNvPr id="8" name="文本占位符 7">
            <a:extLst>
              <a:ext uri="{FF2B5EF4-FFF2-40B4-BE49-F238E27FC236}">
                <a16:creationId xmlns:a16="http://schemas.microsoft.com/office/drawing/2014/main" id="{81B62E64-63F1-3949-8E18-11A80E8D9F0D}"/>
              </a:ext>
            </a:extLst>
          </p:cNvPr>
          <p:cNvSpPr>
            <a:spLocks noGrp="1"/>
          </p:cNvSpPr>
          <p:nvPr>
            <p:ph type="body" sz="quarter" idx="10"/>
          </p:nvPr>
        </p:nvSpPr>
        <p:spPr>
          <a:xfrm>
            <a:off x="4866958" y="1087755"/>
            <a:ext cx="6298881" cy="4855845"/>
          </a:xfrm>
          <a:prstGeom prst="rect">
            <a:avLst/>
          </a:prstGeom>
        </p:spPr>
        <p:txBody>
          <a:bodyPr anchor="ctr"/>
          <a:lstStyle>
            <a:lvl1pPr>
              <a:lnSpc>
                <a:spcPct val="200000"/>
              </a:lnSpc>
              <a:buFont typeface="+mj-lt"/>
              <a:buAutoNum type="arabicPeriod"/>
              <a:defRPr sz="1800">
                <a:solidFill>
                  <a:schemeClr val="tx1">
                    <a:lumMod val="75000"/>
                    <a:lumOff val="25000"/>
                  </a:schemeClr>
                </a:solidFill>
              </a:defRPr>
            </a:lvl1pPr>
          </a:lstStyle>
          <a:p>
            <a:pPr lvl="0"/>
            <a:r>
              <a:rPr kumimoji="1" lang="zh-CN" altLang="en-US" dirty="0"/>
              <a:t>单击此处编辑母版文本样式</a:t>
            </a:r>
            <a:endParaRPr kumimoji="1" lang="en-US" altLang="zh-CN" dirty="0"/>
          </a:p>
          <a:p>
            <a:pPr lvl="0"/>
            <a:r>
              <a:rPr kumimoji="1" lang="zh-CN" altLang="en-US" dirty="0"/>
              <a:t>根据实际内容可调整文字高低的位置</a:t>
            </a:r>
            <a:endParaRPr kumimoji="1" lang="en-US" altLang="zh-CN" dirty="0"/>
          </a:p>
          <a:p>
            <a:pPr lvl="0"/>
            <a:r>
              <a:rPr kumimoji="1" lang="zh-CN" altLang="en-US" dirty="0"/>
              <a:t>此内容上下居中对齐，可根据实际情况微调位置和字体大小</a:t>
            </a:r>
          </a:p>
        </p:txBody>
      </p:sp>
    </p:spTree>
    <p:extLst>
      <p:ext uri="{BB962C8B-B14F-4D97-AF65-F5344CB8AC3E}">
        <p14:creationId xmlns:p14="http://schemas.microsoft.com/office/powerpoint/2010/main" val="21962598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章节页版式（一级+二级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F239209-2A8D-D940-8FA0-61988543E499}"/>
              </a:ext>
            </a:extLst>
          </p:cNvPr>
          <p:cNvSpPr>
            <a:spLocks noGrp="1"/>
          </p:cNvSpPr>
          <p:nvPr>
            <p:ph type="ctrTitle" hasCustomPrompt="1"/>
          </p:nvPr>
        </p:nvSpPr>
        <p:spPr>
          <a:xfrm>
            <a:off x="5273040" y="2398078"/>
            <a:ext cx="6725920" cy="548322"/>
          </a:xfrm>
          <a:prstGeom prst="rect">
            <a:avLst/>
          </a:prstGeom>
        </p:spPr>
        <p:txBody>
          <a:bodyPr anchor="t">
            <a:normAutofit/>
          </a:bodyPr>
          <a:lstStyle>
            <a:lvl1pPr algn="l">
              <a:defRPr sz="3600" b="0" i="0">
                <a:solidFill>
                  <a:schemeClr val="tx1">
                    <a:lumMod val="85000"/>
                    <a:lumOff val="15000"/>
                  </a:schemeClr>
                </a:solidFill>
                <a:latin typeface="Alibaba PuHuiTi B" pitchFamily="18" charset="-122"/>
                <a:ea typeface="Alibaba PuHuiTi B" pitchFamily="18" charset="-122"/>
                <a:cs typeface="Alibaba PuHuiTi B" pitchFamily="18" charset="-122"/>
              </a:defRPr>
            </a:lvl1pPr>
          </a:lstStyle>
          <a:p>
            <a:r>
              <a:rPr kumimoji="1" lang="zh-CN" altLang="en-US" dirty="0"/>
              <a:t>标题，右侧章节自行设置，如</a:t>
            </a:r>
            <a:r>
              <a:rPr kumimoji="1" lang="en-US" altLang="zh-CN" dirty="0"/>
              <a:t>01</a:t>
            </a:r>
            <a:endParaRPr kumimoji="1" lang="zh-CN" altLang="en-US" dirty="0"/>
          </a:p>
        </p:txBody>
      </p:sp>
      <p:sp>
        <p:nvSpPr>
          <p:cNvPr id="16" name="文本占位符 15">
            <a:extLst>
              <a:ext uri="{FF2B5EF4-FFF2-40B4-BE49-F238E27FC236}">
                <a16:creationId xmlns:a16="http://schemas.microsoft.com/office/drawing/2014/main" id="{CA56E57C-1F68-E948-87DC-0FF15A8C7DE7}"/>
              </a:ext>
            </a:extLst>
          </p:cNvPr>
          <p:cNvSpPr>
            <a:spLocks noGrp="1"/>
          </p:cNvSpPr>
          <p:nvPr>
            <p:ph type="body" idx="10" hasCustomPrompt="1"/>
          </p:nvPr>
        </p:nvSpPr>
        <p:spPr>
          <a:xfrm>
            <a:off x="5273040" y="3069272"/>
            <a:ext cx="5466080" cy="2031047"/>
          </a:xfrm>
          <a:prstGeom prst="rect">
            <a:avLst/>
          </a:prstGeom>
        </p:spPr>
        <p:txBody>
          <a:bodyPr/>
          <a:lstStyle>
            <a:lvl1pPr>
              <a:lnSpc>
                <a:spcPct val="150000"/>
              </a:lnSpc>
              <a:defRPr sz="1600" b="0" i="0">
                <a:solidFill>
                  <a:schemeClr val="tx1">
                    <a:lumMod val="65000"/>
                    <a:lumOff val="35000"/>
                  </a:schemeClr>
                </a:solidFill>
                <a:latin typeface="Alibaba PuHuiTi R" pitchFamily="18" charset="-122"/>
                <a:ea typeface="Alibaba PuHuiTi R" pitchFamily="18" charset="-122"/>
                <a:cs typeface="Alibaba PuHuiTi R" pitchFamily="18" charset="-122"/>
              </a:defRPr>
            </a:lvl1pPr>
            <a:lvl2pPr>
              <a:buNone/>
              <a:defRPr b="0" i="0">
                <a:latin typeface="Alibaba PuHuiTi R" pitchFamily="18" charset="-122"/>
                <a:ea typeface="Alibaba PuHuiTi R" pitchFamily="18" charset="-122"/>
                <a:cs typeface="Alibaba PuHuiTi R" pitchFamily="18" charset="-122"/>
              </a:defRPr>
            </a:lvl2pPr>
            <a:lvl3pPr>
              <a:defRPr b="0" i="0">
                <a:latin typeface="Alibaba PuHuiTi R" pitchFamily="18" charset="-122"/>
                <a:ea typeface="Alibaba PuHuiTi R" pitchFamily="18" charset="-122"/>
                <a:cs typeface="Alibaba PuHuiTi R" pitchFamily="18" charset="-122"/>
              </a:defRPr>
            </a:lvl3pPr>
            <a:lvl4pPr>
              <a:defRPr b="0" i="0">
                <a:latin typeface="Alibaba PuHuiTi R" pitchFamily="18" charset="-122"/>
                <a:ea typeface="Alibaba PuHuiTi R" pitchFamily="18" charset="-122"/>
                <a:cs typeface="Alibaba PuHuiTi R" pitchFamily="18" charset="-122"/>
              </a:defRPr>
            </a:lvl4pPr>
            <a:lvl5pPr>
              <a:defRPr b="0" i="0">
                <a:latin typeface="Alibaba PuHuiTi R" pitchFamily="18" charset="-122"/>
                <a:ea typeface="Alibaba PuHuiTi R" pitchFamily="18" charset="-122"/>
                <a:cs typeface="Alibaba PuHuiTi R" pitchFamily="18" charset="-122"/>
              </a:defRPr>
            </a:lvl5pPr>
          </a:lstStyle>
          <a:p>
            <a:pPr lvl="0"/>
            <a:r>
              <a:rPr kumimoji="1" lang="zh-CN" altLang="en-US" dirty="0"/>
              <a:t>输入具体主讲内容</a:t>
            </a:r>
            <a:endParaRPr kumimoji="1" lang="en-US" altLang="zh-CN" dirty="0"/>
          </a:p>
          <a:p>
            <a:pPr lvl="0"/>
            <a:r>
              <a:rPr kumimoji="1" lang="zh-CN" altLang="en-US" dirty="0"/>
              <a:t>可根据标题数量调整字体大小</a:t>
            </a:r>
          </a:p>
        </p:txBody>
      </p:sp>
      <p:sp>
        <p:nvSpPr>
          <p:cNvPr id="17" name="文本占位符 13">
            <a:extLst>
              <a:ext uri="{FF2B5EF4-FFF2-40B4-BE49-F238E27FC236}">
                <a16:creationId xmlns:a16="http://schemas.microsoft.com/office/drawing/2014/main" id="{01590D97-7CA9-B247-806A-885950A786CD}"/>
              </a:ext>
            </a:extLst>
          </p:cNvPr>
          <p:cNvSpPr>
            <a:spLocks noGrp="1"/>
          </p:cNvSpPr>
          <p:nvPr>
            <p:ph type="body" sz="quarter" idx="11" hasCustomPrompt="1"/>
          </p:nvPr>
        </p:nvSpPr>
        <p:spPr>
          <a:xfrm>
            <a:off x="3881755" y="2468880"/>
            <a:ext cx="1127125" cy="1148080"/>
          </a:xfrm>
          <a:prstGeom prst="rect">
            <a:avLst/>
          </a:prstGeom>
        </p:spPr>
        <p:txBody>
          <a:bodyPr anchor="ctr"/>
          <a:lstStyle>
            <a:lvl1pPr algn="ctr">
              <a:buNone/>
              <a:defRPr sz="4000" b="1" i="0">
                <a:solidFill>
                  <a:srgbClr val="FFFFFF"/>
                </a:solidFill>
                <a:latin typeface="Alibaba PuHuiTi B" pitchFamily="18" charset="-122"/>
                <a:ea typeface="Alibaba PuHuiTi B" pitchFamily="18" charset="-122"/>
                <a:cs typeface="Alibaba PuHuiTi B" pitchFamily="18" charset="-122"/>
              </a:defRPr>
            </a:lvl1pPr>
            <a:lvl2pPr>
              <a:buNone/>
              <a:defRPr/>
            </a:lvl2pPr>
            <a:lvl3pPr>
              <a:buNone/>
              <a:defRPr/>
            </a:lvl3pPr>
            <a:lvl4pPr>
              <a:buNone/>
              <a:defRPr/>
            </a:lvl4pPr>
            <a:lvl5pPr>
              <a:buNone/>
              <a:defRPr/>
            </a:lvl5pPr>
          </a:lstStyle>
          <a:p>
            <a:pPr lvl="0"/>
            <a:r>
              <a:rPr kumimoji="1" lang="zh-CN" altLang="en-US" dirty="0"/>
              <a:t>章</a:t>
            </a:r>
          </a:p>
        </p:txBody>
      </p:sp>
    </p:spTree>
    <p:extLst>
      <p:ext uri="{BB962C8B-B14F-4D97-AF65-F5344CB8AC3E}">
        <p14:creationId xmlns:p14="http://schemas.microsoft.com/office/powerpoint/2010/main" val="1987603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章节页版式（一级标题）">
    <p:spTree>
      <p:nvGrpSpPr>
        <p:cNvPr id="1" name=""/>
        <p:cNvGrpSpPr/>
        <p:nvPr/>
      </p:nvGrpSpPr>
      <p:grpSpPr>
        <a:xfrm>
          <a:off x="0" y="0"/>
          <a:ext cx="0" cy="0"/>
          <a:chOff x="0" y="0"/>
          <a:chExt cx="0" cy="0"/>
        </a:xfrm>
      </p:grpSpPr>
      <p:sp>
        <p:nvSpPr>
          <p:cNvPr id="12" name="标题 11">
            <a:extLst>
              <a:ext uri="{FF2B5EF4-FFF2-40B4-BE49-F238E27FC236}">
                <a16:creationId xmlns:a16="http://schemas.microsoft.com/office/drawing/2014/main" id="{ED1003EB-0D97-5849-AC50-BFB3EDAA3B2B}"/>
              </a:ext>
            </a:extLst>
          </p:cNvPr>
          <p:cNvSpPr>
            <a:spLocks noGrp="1"/>
          </p:cNvSpPr>
          <p:nvPr>
            <p:ph type="title" hasCustomPrompt="1"/>
          </p:nvPr>
        </p:nvSpPr>
        <p:spPr>
          <a:xfrm>
            <a:off x="5232400" y="2766218"/>
            <a:ext cx="6654800" cy="1325563"/>
          </a:xfrm>
          <a:prstGeom prst="rect">
            <a:avLst/>
          </a:prstGeom>
        </p:spPr>
        <p:txBody>
          <a:bodyPr/>
          <a:lstStyle>
            <a:lvl1pPr>
              <a:defRPr sz="3200" b="0" i="0">
                <a:solidFill>
                  <a:schemeClr val="tx1">
                    <a:lumMod val="85000"/>
                    <a:lumOff val="15000"/>
                  </a:schemeClr>
                </a:solidFill>
                <a:latin typeface="Alibaba PuHuiTi B" pitchFamily="18" charset="-122"/>
                <a:ea typeface="Alibaba PuHuiTi B" pitchFamily="18" charset="-122"/>
                <a:cs typeface="Alibaba PuHuiTi B" pitchFamily="18" charset="-122"/>
              </a:defRPr>
            </a:lvl1pPr>
          </a:lstStyle>
          <a:p>
            <a:r>
              <a:rPr kumimoji="1" lang="zh-CN" altLang="en-US" dirty="0"/>
              <a:t>章节标题，右侧章节数字需自行设置</a:t>
            </a:r>
          </a:p>
        </p:txBody>
      </p:sp>
      <p:sp>
        <p:nvSpPr>
          <p:cNvPr id="14" name="文本占位符 13">
            <a:extLst>
              <a:ext uri="{FF2B5EF4-FFF2-40B4-BE49-F238E27FC236}">
                <a16:creationId xmlns:a16="http://schemas.microsoft.com/office/drawing/2014/main" id="{0C8E5D29-3E75-FC46-80C9-2080D9268EBF}"/>
              </a:ext>
            </a:extLst>
          </p:cNvPr>
          <p:cNvSpPr>
            <a:spLocks noGrp="1"/>
          </p:cNvSpPr>
          <p:nvPr>
            <p:ph type="body" sz="quarter" idx="10" hasCustomPrompt="1"/>
          </p:nvPr>
        </p:nvSpPr>
        <p:spPr>
          <a:xfrm>
            <a:off x="3881755" y="2468880"/>
            <a:ext cx="1127125" cy="1148080"/>
          </a:xfrm>
          <a:prstGeom prst="rect">
            <a:avLst/>
          </a:prstGeom>
        </p:spPr>
        <p:txBody>
          <a:bodyPr anchor="ctr"/>
          <a:lstStyle>
            <a:lvl1pPr algn="ctr">
              <a:buNone/>
              <a:defRPr sz="4000" b="1" i="0">
                <a:solidFill>
                  <a:srgbClr val="FFFFFF"/>
                </a:solidFill>
                <a:latin typeface="Alibaba PuHuiTi B" pitchFamily="18" charset="-122"/>
                <a:ea typeface="Alibaba PuHuiTi B" pitchFamily="18" charset="-122"/>
                <a:cs typeface="Alibaba PuHuiTi B" pitchFamily="18" charset="-122"/>
              </a:defRPr>
            </a:lvl1pPr>
            <a:lvl2pPr>
              <a:buNone/>
              <a:defRPr/>
            </a:lvl2pPr>
            <a:lvl3pPr>
              <a:buNone/>
              <a:defRPr/>
            </a:lvl3pPr>
            <a:lvl4pPr>
              <a:buNone/>
              <a:defRPr/>
            </a:lvl4pPr>
            <a:lvl5pPr>
              <a:buNone/>
              <a:defRPr/>
            </a:lvl5pPr>
          </a:lstStyle>
          <a:p>
            <a:pPr lvl="0"/>
            <a:r>
              <a:rPr kumimoji="1" lang="zh-CN" altLang="en-US" dirty="0"/>
              <a:t>章</a:t>
            </a:r>
          </a:p>
        </p:txBody>
      </p:sp>
    </p:spTree>
    <p:extLst>
      <p:ext uri="{BB962C8B-B14F-4D97-AF65-F5344CB8AC3E}">
        <p14:creationId xmlns:p14="http://schemas.microsoft.com/office/powerpoint/2010/main" val="33153341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二级标题+正文内容（无编号）">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E6C2551-88ED-4239-96A2-7F3C49A205FD}"/>
              </a:ext>
            </a:extLst>
          </p:cNvPr>
          <p:cNvSpPr>
            <a:spLocks noGrp="1"/>
          </p:cNvSpPr>
          <p:nvPr>
            <p:ph type="title" hasCustomPrompt="1"/>
          </p:nvPr>
        </p:nvSpPr>
        <p:spPr>
          <a:xfrm>
            <a:off x="710880" y="234029"/>
            <a:ext cx="8771021" cy="517190"/>
          </a:xfrm>
          <a:prstGeom prst="rect">
            <a:avLst/>
          </a:prstGeom>
        </p:spPr>
        <p:txBody>
          <a:bodyPr anchor="ctr" anchorCtr="0"/>
          <a:lstStyle>
            <a:lvl1pPr>
              <a:defRPr sz="2400" b="1" i="0">
                <a:solidFill>
                  <a:schemeClr val="tx1">
                    <a:lumMod val="65000"/>
                    <a:lumOff val="35000"/>
                  </a:schemeClr>
                </a:solidFill>
                <a:latin typeface="Alibaba PuHuiTi B" pitchFamily="18" charset="-122"/>
                <a:ea typeface="Alibaba PuHuiTi B" pitchFamily="18" charset="-122"/>
                <a:cs typeface="Alibaba PuHuiTi B" pitchFamily="18" charset="-122"/>
              </a:defRPr>
            </a:lvl1pPr>
          </a:lstStyle>
          <a:p>
            <a:r>
              <a:rPr lang="zh-CN" altLang="en-US" dirty="0"/>
              <a:t>正文一级标题</a:t>
            </a:r>
            <a:r>
              <a:rPr lang="en-US" altLang="zh-CN" dirty="0"/>
              <a:t>-</a:t>
            </a:r>
            <a:r>
              <a:rPr lang="zh-CN" altLang="en-US" dirty="0"/>
              <a:t>阿里巴巴普惠体</a:t>
            </a:r>
            <a:r>
              <a:rPr lang="en-US" altLang="zh-CN" dirty="0"/>
              <a:t>24</a:t>
            </a:r>
            <a:r>
              <a:rPr lang="zh-CN" altLang="en-US" dirty="0"/>
              <a:t>号</a:t>
            </a:r>
          </a:p>
        </p:txBody>
      </p:sp>
      <p:sp>
        <p:nvSpPr>
          <p:cNvPr id="10" name="文本占位符 9">
            <a:extLst>
              <a:ext uri="{FF2B5EF4-FFF2-40B4-BE49-F238E27FC236}">
                <a16:creationId xmlns:a16="http://schemas.microsoft.com/office/drawing/2014/main" id="{1BE760B7-955D-46DB-9CF6-0F5E75ACEF47}"/>
              </a:ext>
            </a:extLst>
          </p:cNvPr>
          <p:cNvSpPr>
            <a:spLocks noGrp="1"/>
          </p:cNvSpPr>
          <p:nvPr>
            <p:ph type="body" sz="quarter" idx="10" hasCustomPrompt="1"/>
          </p:nvPr>
        </p:nvSpPr>
        <p:spPr>
          <a:xfrm>
            <a:off x="710880" y="940081"/>
            <a:ext cx="10698800" cy="517190"/>
          </a:xfrm>
          <a:prstGeom prst="rect">
            <a:avLst/>
          </a:prstGeom>
        </p:spPr>
        <p:txBody>
          <a:bodyPr anchor="ctr" anchorCtr="0"/>
          <a:lstStyle>
            <a:lvl1pPr marL="0" indent="0">
              <a:buNone/>
              <a:defRPr lang="zh-CN" altLang="en-US" sz="1800" b="1"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indent="0">
              <a:buNone/>
            </a:pPr>
            <a:r>
              <a:rPr lang="zh-CN" altLang="en-US" dirty="0"/>
              <a:t>正文二级标题</a:t>
            </a:r>
            <a:r>
              <a:rPr lang="en-US" altLang="zh-CN" dirty="0"/>
              <a:t>-</a:t>
            </a:r>
            <a:r>
              <a:rPr lang="zh-CN" altLang="en-US" dirty="0"/>
              <a:t>阿里巴巴普惠体</a:t>
            </a:r>
            <a:r>
              <a:rPr lang="en-US" altLang="zh-CN" dirty="0"/>
              <a:t>18</a:t>
            </a:r>
            <a:r>
              <a:rPr lang="zh-CN" altLang="en-US" dirty="0"/>
              <a:t>号</a:t>
            </a:r>
          </a:p>
        </p:txBody>
      </p:sp>
      <p:sp>
        <p:nvSpPr>
          <p:cNvPr id="12" name="文本占位符 11">
            <a:extLst>
              <a:ext uri="{FF2B5EF4-FFF2-40B4-BE49-F238E27FC236}">
                <a16:creationId xmlns:a16="http://schemas.microsoft.com/office/drawing/2014/main" id="{0F12D90F-BB49-421D-A9D1-C25C2A378E5A}"/>
              </a:ext>
            </a:extLst>
          </p:cNvPr>
          <p:cNvSpPr>
            <a:spLocks noGrp="1"/>
          </p:cNvSpPr>
          <p:nvPr>
            <p:ph type="body" sz="quarter" idx="11" hasCustomPrompt="1"/>
          </p:nvPr>
        </p:nvSpPr>
        <p:spPr>
          <a:xfrm>
            <a:off x="710880" y="1656000"/>
            <a:ext cx="10698800" cy="4219575"/>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此为正文内容，字体不可改，阿里巴巴普惠体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p>
        </p:txBody>
      </p:sp>
    </p:spTree>
    <p:extLst>
      <p:ext uri="{BB962C8B-B14F-4D97-AF65-F5344CB8AC3E}">
        <p14:creationId xmlns:p14="http://schemas.microsoft.com/office/powerpoint/2010/main" val="1888985133"/>
      </p:ext>
    </p:extLst>
  </p:cSld>
  <p:clrMapOvr>
    <a:masterClrMapping/>
  </p:clrMapOvr>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二级标题+正文内容（项目符号）">
    <p:spTree>
      <p:nvGrpSpPr>
        <p:cNvPr id="1" name=""/>
        <p:cNvGrpSpPr/>
        <p:nvPr/>
      </p:nvGrpSpPr>
      <p:grpSpPr>
        <a:xfrm>
          <a:off x="0" y="0"/>
          <a:ext cx="0" cy="0"/>
          <a:chOff x="0" y="0"/>
          <a:chExt cx="0" cy="0"/>
        </a:xfrm>
      </p:grpSpPr>
      <p:sp>
        <p:nvSpPr>
          <p:cNvPr id="4" name="文本占位符 11">
            <a:extLst>
              <a:ext uri="{FF2B5EF4-FFF2-40B4-BE49-F238E27FC236}">
                <a16:creationId xmlns:a16="http://schemas.microsoft.com/office/drawing/2014/main" id="{052D8D2A-DC76-4246-B7A3-897EC5980424}"/>
              </a:ext>
            </a:extLst>
          </p:cNvPr>
          <p:cNvSpPr>
            <a:spLocks noGrp="1"/>
          </p:cNvSpPr>
          <p:nvPr>
            <p:ph type="body" sz="quarter" idx="11" hasCustomPrompt="1"/>
          </p:nvPr>
        </p:nvSpPr>
        <p:spPr>
          <a:xfrm>
            <a:off x="710881" y="1646133"/>
            <a:ext cx="10749598" cy="4219575"/>
          </a:xfrm>
          <a:prstGeom prst="rect">
            <a:avLst/>
          </a:prstGeom>
        </p:spPr>
        <p:txBody>
          <a:bodyPr/>
          <a:lstStyle>
            <a:lvl1pPr marL="360000" indent="-360000">
              <a:lnSpc>
                <a:spcPct val="150000"/>
              </a:lnSpc>
              <a:buClr>
                <a:srgbClr val="404040"/>
              </a:buClr>
              <a:buSzPct val="85000"/>
              <a:buFont typeface="Wingdings" pitchFamily="2" charset="2"/>
              <a:buChar char="l"/>
              <a:tabLst/>
              <a:defRPr lang="en-US" altLang="zh-CN" sz="1600" b="0" i="0" dirty="0">
                <a:solidFill>
                  <a:schemeClr val="tx1">
                    <a:lumMod val="85000"/>
                    <a:lumOff val="15000"/>
                  </a:schemeClr>
                </a:solidFill>
                <a:latin typeface="Alibaba PuHuiTi R" pitchFamily="18" charset="-122"/>
                <a:ea typeface="Alibaba PuHuiTi R" pitchFamily="18" charset="-122"/>
                <a:cs typeface="Alibaba PuHuiTi R" pitchFamily="18" charset="-122"/>
              </a:defRPr>
            </a:lvl1pPr>
            <a:lvl2pPr marL="719138" indent="-358775">
              <a:lnSpc>
                <a:spcPct val="150000"/>
              </a:lnSpc>
              <a:buFont typeface="Wingdings" pitchFamily="2" charset="2"/>
              <a:buChar char="l"/>
              <a:tabLst/>
              <a:defRPr lang="en-US" altLang="zh-CN" sz="1400" b="0" i="0" dirty="0">
                <a:latin typeface="Alibaba PuHuiTi R" pitchFamily="18" charset="-122"/>
                <a:ea typeface="Alibaba PuHuiTi R" pitchFamily="18" charset="-122"/>
                <a:cs typeface="Alibaba PuHuiTi R" pitchFamily="18" charset="-122"/>
              </a:defRPr>
            </a:lvl2pPr>
            <a:lvl3pPr marL="1079500" indent="-358775">
              <a:lnSpc>
                <a:spcPct val="150000"/>
              </a:lnSpc>
              <a:buFont typeface="Arial" panose="020B0604020202020204" pitchFamily="34" charset="0"/>
              <a:buChar char="•"/>
              <a:tabLst/>
              <a:defRPr lang="zh-CN" altLang="en-US" sz="1400" b="0" i="0" dirty="0"/>
            </a:lvl3pPr>
          </a:lstStyle>
          <a:p>
            <a:pPr marL="0" lvl="0" indent="0">
              <a:lnSpc>
                <a:spcPct val="150000"/>
              </a:lnSpc>
              <a:buNone/>
            </a:pPr>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lvl="1"/>
            <a:r>
              <a:rPr lang="zh-CN" altLang="en-US" dirty="0"/>
              <a:t>技术特性</a:t>
            </a:r>
            <a:r>
              <a:rPr lang="en-US" altLang="zh-CN" dirty="0"/>
              <a:t>1</a:t>
            </a:r>
          </a:p>
          <a:p>
            <a:pPr lvl="1"/>
            <a:r>
              <a:rPr lang="zh-CN" altLang="en-US" dirty="0"/>
              <a:t>技术特性</a:t>
            </a:r>
            <a:r>
              <a:rPr lang="en-US" altLang="zh-CN" dirty="0"/>
              <a:t>2</a:t>
            </a:r>
          </a:p>
          <a:p>
            <a:pPr lvl="2"/>
            <a:r>
              <a:rPr lang="zh-CN" altLang="en-US" dirty="0"/>
              <a:t>要点</a:t>
            </a:r>
            <a:r>
              <a:rPr lang="en-US" altLang="zh-CN" dirty="0"/>
              <a:t>1</a:t>
            </a:r>
          </a:p>
          <a:p>
            <a:pPr lvl="2"/>
            <a:r>
              <a:rPr lang="zh-CN" altLang="en-US" dirty="0"/>
              <a:t>要点</a:t>
            </a:r>
            <a:r>
              <a:rPr lang="en-US" altLang="zh-CN" dirty="0"/>
              <a:t>2</a:t>
            </a:r>
            <a:endParaRPr lang="zh-CN" altLang="en-US" dirty="0"/>
          </a:p>
        </p:txBody>
      </p:sp>
      <p:sp>
        <p:nvSpPr>
          <p:cNvPr id="5" name="标题 1">
            <a:extLst>
              <a:ext uri="{FF2B5EF4-FFF2-40B4-BE49-F238E27FC236}">
                <a16:creationId xmlns:a16="http://schemas.microsoft.com/office/drawing/2014/main" id="{49FCFB1A-E1EE-3245-9778-ABB7ACB14FA5}"/>
              </a:ext>
            </a:extLst>
          </p:cNvPr>
          <p:cNvSpPr>
            <a:spLocks noGrp="1"/>
          </p:cNvSpPr>
          <p:nvPr>
            <p:ph type="title" hasCustomPrompt="1"/>
          </p:nvPr>
        </p:nvSpPr>
        <p:spPr>
          <a:xfrm>
            <a:off x="710880" y="244189"/>
            <a:ext cx="8771021" cy="517190"/>
          </a:xfrm>
          <a:prstGeom prst="rect">
            <a:avLst/>
          </a:prstGeom>
        </p:spPr>
        <p:txBody>
          <a:bodyPr anchor="ctr" anchorCtr="0"/>
          <a:lstStyle>
            <a:lvl1pPr>
              <a:defRPr lang="zh-CN" altLang="en-US" sz="2400" i="0" dirty="0">
                <a:solidFill>
                  <a:schemeClr val="tx1">
                    <a:lumMod val="65000"/>
                    <a:lumOff val="35000"/>
                  </a:schemeClr>
                </a:solidFill>
                <a:latin typeface="Alibaba PuHuiTi B" pitchFamily="18" charset="-122"/>
                <a:ea typeface="Alibaba PuHuiTi B" pitchFamily="18" charset="-122"/>
                <a:cs typeface="Alibaba PuHuiTi B"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p>
        </p:txBody>
      </p:sp>
      <p:sp>
        <p:nvSpPr>
          <p:cNvPr id="6" name="文本占位符 9">
            <a:extLst>
              <a:ext uri="{FF2B5EF4-FFF2-40B4-BE49-F238E27FC236}">
                <a16:creationId xmlns:a16="http://schemas.microsoft.com/office/drawing/2014/main" id="{2DD40269-A2A6-814E-991D-1DBB12873808}"/>
              </a:ext>
            </a:extLst>
          </p:cNvPr>
          <p:cNvSpPr>
            <a:spLocks noGrp="1"/>
          </p:cNvSpPr>
          <p:nvPr>
            <p:ph type="body" sz="quarter" idx="10" hasCustomPrompt="1"/>
          </p:nvPr>
        </p:nvSpPr>
        <p:spPr>
          <a:xfrm>
            <a:off x="710880" y="940081"/>
            <a:ext cx="10749599" cy="517190"/>
          </a:xfrm>
          <a:prstGeom prst="rect">
            <a:avLst/>
          </a:prstGeom>
        </p:spPr>
        <p:txBody>
          <a:bodyPr anchor="ctr" anchorCtr="0"/>
          <a:lstStyle>
            <a:lvl1pPr marL="0" indent="0">
              <a:buNone/>
              <a:defRPr lang="zh-CN" altLang="en-US" sz="1800" b="1"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indent="0">
              <a:buNone/>
            </a:pPr>
            <a:r>
              <a:rPr lang="zh-CN" altLang="en-US" dirty="0"/>
              <a:t>正文二级标题</a:t>
            </a:r>
            <a:r>
              <a:rPr lang="en-US" altLang="zh-CN" dirty="0"/>
              <a:t>-</a:t>
            </a:r>
            <a:r>
              <a:rPr lang="zh-CN" altLang="en-US" dirty="0"/>
              <a:t>阿里巴巴普惠体</a:t>
            </a:r>
            <a:r>
              <a:rPr lang="en-US" altLang="zh-CN" dirty="0"/>
              <a:t>18</a:t>
            </a:r>
            <a:r>
              <a:rPr lang="zh-CN" altLang="en-US" dirty="0"/>
              <a:t>号</a:t>
            </a:r>
          </a:p>
        </p:txBody>
      </p:sp>
    </p:spTree>
    <p:extLst>
      <p:ext uri="{BB962C8B-B14F-4D97-AF65-F5344CB8AC3E}">
        <p14:creationId xmlns:p14="http://schemas.microsoft.com/office/powerpoint/2010/main" val="16399144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二级标题+正文内容（数字编号）">
    <p:spTree>
      <p:nvGrpSpPr>
        <p:cNvPr id="1" name=""/>
        <p:cNvGrpSpPr/>
        <p:nvPr/>
      </p:nvGrpSpPr>
      <p:grpSpPr>
        <a:xfrm>
          <a:off x="0" y="0"/>
          <a:ext cx="0" cy="0"/>
          <a:chOff x="0" y="0"/>
          <a:chExt cx="0" cy="0"/>
        </a:xfrm>
      </p:grpSpPr>
      <p:sp>
        <p:nvSpPr>
          <p:cNvPr id="4" name="文本占位符 11">
            <a:extLst>
              <a:ext uri="{FF2B5EF4-FFF2-40B4-BE49-F238E27FC236}">
                <a16:creationId xmlns:a16="http://schemas.microsoft.com/office/drawing/2014/main" id="{052D8D2A-DC76-4246-B7A3-897EC5980424}"/>
              </a:ext>
            </a:extLst>
          </p:cNvPr>
          <p:cNvSpPr>
            <a:spLocks noGrp="1"/>
          </p:cNvSpPr>
          <p:nvPr>
            <p:ph type="body" sz="quarter" idx="11" hasCustomPrompt="1"/>
          </p:nvPr>
        </p:nvSpPr>
        <p:spPr>
          <a:xfrm>
            <a:off x="710879" y="1646133"/>
            <a:ext cx="10719120" cy="4219575"/>
          </a:xfrm>
          <a:prstGeom prst="rect">
            <a:avLst/>
          </a:prstGeom>
        </p:spPr>
        <p:txBody>
          <a:bodyPr/>
          <a:lstStyle>
            <a:lvl1pPr marL="360000" indent="-360000">
              <a:lnSpc>
                <a:spcPct val="150000"/>
              </a:lnSpc>
              <a:buClr>
                <a:srgbClr val="404040"/>
              </a:buClr>
              <a:buSzPct val="85000"/>
              <a:buFont typeface="+mj-lt"/>
              <a:buAutoNum type="arabicPeriod"/>
              <a:tabLst/>
              <a:defRPr lang="en-US" altLang="zh-CN" sz="16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720000" indent="-360000">
              <a:lnSpc>
                <a:spcPct val="150000"/>
              </a:lnSpc>
              <a:buFont typeface="+mj-lt"/>
              <a:buAutoNum type="arabicPeriod"/>
              <a:tabLst/>
              <a:defRPr lang="en-US" altLang="zh-CN" sz="1400" b="0" i="0" dirty="0">
                <a:latin typeface="Alibaba PuHuiTi R" pitchFamily="18" charset="-122"/>
                <a:ea typeface="Alibaba PuHuiTi R" pitchFamily="18" charset="-122"/>
                <a:cs typeface="Alibaba PuHuiTi R" pitchFamily="18" charset="-122"/>
              </a:defRPr>
            </a:lvl2pPr>
            <a:lvl3pPr marL="1079500" indent="-358775">
              <a:lnSpc>
                <a:spcPct val="150000"/>
              </a:lnSpc>
              <a:buFont typeface="+mj-ea"/>
              <a:buAutoNum type="circleNumDbPlain"/>
              <a:tabLst/>
              <a:defRPr lang="zh-CN" altLang="en-US" sz="1400" b="0" i="0" dirty="0"/>
            </a:lvl3pPr>
          </a:lstStyle>
          <a:p>
            <a:pPr marL="0" lvl="0" indent="0">
              <a:lnSpc>
                <a:spcPct val="150000"/>
              </a:lnSpc>
              <a:buNone/>
            </a:pPr>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lvl="1"/>
            <a:r>
              <a:rPr lang="zh-CN" altLang="en-US" dirty="0"/>
              <a:t>技术特性</a:t>
            </a:r>
            <a:r>
              <a:rPr lang="en-US" altLang="zh-CN" dirty="0"/>
              <a:t>1</a:t>
            </a:r>
          </a:p>
          <a:p>
            <a:pPr lvl="1"/>
            <a:r>
              <a:rPr lang="zh-CN" altLang="en-US" dirty="0"/>
              <a:t>技术特性</a:t>
            </a:r>
            <a:r>
              <a:rPr lang="en-US" altLang="zh-CN" dirty="0"/>
              <a:t>2</a:t>
            </a:r>
          </a:p>
          <a:p>
            <a:pPr lvl="2"/>
            <a:r>
              <a:rPr lang="zh-CN" altLang="en-US" dirty="0"/>
              <a:t>要点</a:t>
            </a:r>
            <a:r>
              <a:rPr lang="en-US" altLang="zh-CN" dirty="0"/>
              <a:t>1</a:t>
            </a:r>
          </a:p>
          <a:p>
            <a:pPr lvl="2"/>
            <a:r>
              <a:rPr lang="zh-CN" altLang="en-US" dirty="0"/>
              <a:t>要点</a:t>
            </a:r>
            <a:r>
              <a:rPr lang="en-US" altLang="zh-CN" dirty="0"/>
              <a:t>2</a:t>
            </a:r>
            <a:endParaRPr lang="zh-CN" altLang="en-US" dirty="0"/>
          </a:p>
        </p:txBody>
      </p:sp>
      <p:sp>
        <p:nvSpPr>
          <p:cNvPr id="5" name="标题 1">
            <a:extLst>
              <a:ext uri="{FF2B5EF4-FFF2-40B4-BE49-F238E27FC236}">
                <a16:creationId xmlns:a16="http://schemas.microsoft.com/office/drawing/2014/main" id="{64C54839-92D5-0E4E-B9C2-203FF53C3229}"/>
              </a:ext>
            </a:extLst>
          </p:cNvPr>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Alibaba PuHuiTi B" pitchFamily="18" charset="-122"/>
                <a:ea typeface="Alibaba PuHuiTi B" pitchFamily="18" charset="-122"/>
                <a:cs typeface="Alibaba PuHuiTi B"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p>
        </p:txBody>
      </p:sp>
      <p:sp>
        <p:nvSpPr>
          <p:cNvPr id="6" name="文本占位符 9">
            <a:extLst>
              <a:ext uri="{FF2B5EF4-FFF2-40B4-BE49-F238E27FC236}">
                <a16:creationId xmlns:a16="http://schemas.microsoft.com/office/drawing/2014/main" id="{E5CC542A-FF04-5243-BA82-1AC7B0A112E0}"/>
              </a:ext>
            </a:extLst>
          </p:cNvPr>
          <p:cNvSpPr>
            <a:spLocks noGrp="1"/>
          </p:cNvSpPr>
          <p:nvPr>
            <p:ph type="body" sz="quarter" idx="10" hasCustomPrompt="1"/>
          </p:nvPr>
        </p:nvSpPr>
        <p:spPr>
          <a:xfrm>
            <a:off x="710881" y="940081"/>
            <a:ext cx="10719120" cy="517190"/>
          </a:xfrm>
          <a:prstGeom prst="rect">
            <a:avLst/>
          </a:prstGeom>
        </p:spPr>
        <p:txBody>
          <a:bodyPr anchor="ctr" anchorCtr="0"/>
          <a:lstStyle>
            <a:lvl1pPr marL="0" indent="0">
              <a:buNone/>
              <a:defRPr sz="1800" b="1">
                <a:solidFill>
                  <a:srgbClr val="404040"/>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正文二级标题</a:t>
            </a:r>
            <a:r>
              <a:rPr lang="en-US" altLang="zh-CN" dirty="0"/>
              <a:t>-</a:t>
            </a:r>
            <a:r>
              <a:rPr lang="zh-CN" altLang="en-US" dirty="0"/>
              <a:t>阿里巴巴普惠体</a:t>
            </a:r>
            <a:r>
              <a:rPr lang="en-US" altLang="zh-CN" dirty="0"/>
              <a:t>18</a:t>
            </a:r>
            <a:r>
              <a:rPr lang="zh-CN" altLang="en-US" dirty="0"/>
              <a:t>号</a:t>
            </a:r>
          </a:p>
        </p:txBody>
      </p:sp>
    </p:spTree>
    <p:extLst>
      <p:ext uri="{BB962C8B-B14F-4D97-AF65-F5344CB8AC3E}">
        <p14:creationId xmlns:p14="http://schemas.microsoft.com/office/powerpoint/2010/main" val="28627675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二级标题">
    <p:spTree>
      <p:nvGrpSpPr>
        <p:cNvPr id="1" name=""/>
        <p:cNvGrpSpPr/>
        <p:nvPr/>
      </p:nvGrpSpPr>
      <p:grpSpPr>
        <a:xfrm>
          <a:off x="0" y="0"/>
          <a:ext cx="0" cy="0"/>
          <a:chOff x="0" y="0"/>
          <a:chExt cx="0" cy="0"/>
        </a:xfrm>
      </p:grpSpPr>
      <p:sp>
        <p:nvSpPr>
          <p:cNvPr id="4" name="标题 1">
            <a:extLst>
              <a:ext uri="{FF2B5EF4-FFF2-40B4-BE49-F238E27FC236}">
                <a16:creationId xmlns:a16="http://schemas.microsoft.com/office/drawing/2014/main" id="{E4D92416-D30F-8049-AD27-C955EC07F253}"/>
              </a:ext>
            </a:extLst>
          </p:cNvPr>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Alibaba PuHuiTi B" pitchFamily="18" charset="-122"/>
                <a:ea typeface="Alibaba PuHuiTi B" pitchFamily="18" charset="-122"/>
                <a:cs typeface="Alibaba PuHuiTi B"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p>
        </p:txBody>
      </p:sp>
      <p:sp>
        <p:nvSpPr>
          <p:cNvPr id="5" name="文本占位符 9">
            <a:extLst>
              <a:ext uri="{FF2B5EF4-FFF2-40B4-BE49-F238E27FC236}">
                <a16:creationId xmlns:a16="http://schemas.microsoft.com/office/drawing/2014/main" id="{FB933948-E99B-AD48-8B41-DEA66BC8FB53}"/>
              </a:ext>
            </a:extLst>
          </p:cNvPr>
          <p:cNvSpPr>
            <a:spLocks noGrp="1"/>
          </p:cNvSpPr>
          <p:nvPr>
            <p:ph type="body" sz="quarter" idx="10" hasCustomPrompt="1"/>
          </p:nvPr>
        </p:nvSpPr>
        <p:spPr>
          <a:xfrm>
            <a:off x="710880" y="940081"/>
            <a:ext cx="10748056" cy="517190"/>
          </a:xfrm>
          <a:prstGeom prst="rect">
            <a:avLst/>
          </a:prstGeom>
        </p:spPr>
        <p:txBody>
          <a:bodyPr anchor="ctr" anchorCtr="0"/>
          <a:lstStyle>
            <a:lvl1pPr marL="0" indent="0">
              <a:buNone/>
              <a:defRPr sz="1800" b="1">
                <a:solidFill>
                  <a:srgbClr val="404040"/>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正文二级标题</a:t>
            </a:r>
            <a:r>
              <a:rPr lang="en-US" altLang="zh-CN" dirty="0"/>
              <a:t>-</a:t>
            </a:r>
            <a:r>
              <a:rPr lang="zh-CN" altLang="en-US" dirty="0"/>
              <a:t>阿里巴巴普惠体</a:t>
            </a:r>
            <a:r>
              <a:rPr lang="en-US" altLang="zh-CN" dirty="0"/>
              <a:t>18</a:t>
            </a:r>
            <a:r>
              <a:rPr lang="zh-CN" altLang="en-US" dirty="0"/>
              <a:t>号</a:t>
            </a:r>
          </a:p>
        </p:txBody>
      </p:sp>
      <p:sp>
        <p:nvSpPr>
          <p:cNvPr id="6" name="文本占位符 11">
            <a:extLst>
              <a:ext uri="{FF2B5EF4-FFF2-40B4-BE49-F238E27FC236}">
                <a16:creationId xmlns:a16="http://schemas.microsoft.com/office/drawing/2014/main" id="{D8BA1B0F-468D-0446-AB7E-B23A83414DF2}"/>
              </a:ext>
            </a:extLst>
          </p:cNvPr>
          <p:cNvSpPr>
            <a:spLocks noGrp="1"/>
          </p:cNvSpPr>
          <p:nvPr>
            <p:ph type="body" sz="quarter" idx="11" hasCustomPrompt="1"/>
          </p:nvPr>
        </p:nvSpPr>
        <p:spPr>
          <a:xfrm>
            <a:off x="710880" y="1646133"/>
            <a:ext cx="10748057" cy="4219575"/>
          </a:xfrm>
          <a:prstGeom prst="rect">
            <a:avLst/>
          </a:prstGeom>
        </p:spPr>
        <p:txBody>
          <a:bodyPr/>
          <a:lstStyle>
            <a:lvl1pPr marL="360000" indent="-360000">
              <a:lnSpc>
                <a:spcPct val="150000"/>
              </a:lnSpc>
              <a:buClr>
                <a:srgbClr val="404040"/>
              </a:buClr>
              <a:buSzPct val="85000"/>
              <a:buFont typeface="Wingdings" pitchFamily="2" charset="2"/>
              <a:buChar char="l"/>
              <a:tabLst/>
              <a:defRPr lang="zh-CN" altLang="en-US" sz="1600" b="0" i="0" kern="1200" dirty="0">
                <a:solidFill>
                  <a:schemeClr val="tx1">
                    <a:lumMod val="85000"/>
                    <a:lumOff val="15000"/>
                  </a:schemeClr>
                </a:solidFill>
                <a:latin typeface="Alibaba PuHuiTi R" pitchFamily="18" charset="-122"/>
                <a:ea typeface="Alibaba PuHuiTi R" pitchFamily="18" charset="-122"/>
                <a:cs typeface="Alibaba PuHuiTi R" pitchFamily="18" charset="-122"/>
              </a:defRPr>
            </a:lvl1pPr>
            <a:lvl2pPr marL="719138" indent="-358775">
              <a:buFont typeface="Wingdings" pitchFamily="2" charset="2"/>
              <a:buChar char="l"/>
              <a:tabLst/>
              <a:defRPr lang="en-US" altLang="zh-CN" sz="1400" b="0" i="0" kern="1200" dirty="0">
                <a:solidFill>
                  <a:schemeClr val="tx1">
                    <a:lumMod val="85000"/>
                    <a:lumOff val="15000"/>
                  </a:schemeClr>
                </a:solidFill>
                <a:latin typeface="Alibaba PuHuiTi R" pitchFamily="18" charset="-122"/>
                <a:ea typeface="Alibaba PuHuiTi R" pitchFamily="18" charset="-122"/>
                <a:cs typeface="Alibaba PuHuiTi R" pitchFamily="18" charset="-122"/>
              </a:defRPr>
            </a:lvl2pPr>
            <a:lvl3pPr marL="1079500" indent="-358775">
              <a:buFont typeface="Wingdings" pitchFamily="2" charset="2"/>
              <a:buChar char="l"/>
              <a:tabLst/>
              <a:defRPr lang="zh-CN" altLang="en-US" sz="1400" b="0" i="0" kern="1200" dirty="0">
                <a:solidFill>
                  <a:schemeClr val="tx1">
                    <a:lumMod val="85000"/>
                    <a:lumOff val="15000"/>
                  </a:schemeClr>
                </a:solidFill>
                <a:latin typeface="Alibaba PuHuiTi R" pitchFamily="18" charset="-122"/>
                <a:ea typeface="Alibaba PuHuiTi R" pitchFamily="18" charset="-122"/>
                <a:cs typeface="Alibaba PuHuiTi R" pitchFamily="18" charset="-122"/>
              </a:defRPr>
            </a:lvl3pPr>
          </a:lstStyle>
          <a:p>
            <a:pPr lvl="0"/>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marL="720000" lvl="1" indent="-360000" algn="l" rtl="0" eaLnBrk="0" fontAlgn="base" hangingPunct="0">
              <a:lnSpc>
                <a:spcPct val="150000"/>
              </a:lnSpc>
              <a:spcBef>
                <a:spcPct val="20000"/>
              </a:spcBef>
              <a:spcAft>
                <a:spcPct val="0"/>
              </a:spcAft>
              <a:buClr>
                <a:srgbClr val="404040"/>
              </a:buClr>
              <a:buSzPct val="85000"/>
              <a:buFont typeface="Wingdings" pitchFamily="2" charset="2"/>
              <a:buChar char="p"/>
              <a:tabLst/>
            </a:pPr>
            <a:r>
              <a:rPr lang="zh-CN" altLang="en-US" dirty="0"/>
              <a:t>技术特性</a:t>
            </a:r>
            <a:r>
              <a:rPr lang="en-US" altLang="zh-CN" dirty="0"/>
              <a:t>1</a:t>
            </a:r>
          </a:p>
          <a:p>
            <a:pPr marL="720000" lvl="1" indent="-360000" algn="l" rtl="0" eaLnBrk="0" fontAlgn="base" hangingPunct="0">
              <a:lnSpc>
                <a:spcPct val="150000"/>
              </a:lnSpc>
              <a:spcBef>
                <a:spcPct val="20000"/>
              </a:spcBef>
              <a:spcAft>
                <a:spcPct val="0"/>
              </a:spcAft>
              <a:buClr>
                <a:srgbClr val="404040"/>
              </a:buClr>
              <a:buSzPct val="85000"/>
              <a:buFont typeface="Wingdings" pitchFamily="2" charset="2"/>
              <a:buChar char="p"/>
              <a:tabLst/>
            </a:pPr>
            <a:r>
              <a:rPr lang="zh-CN" altLang="en-US" dirty="0"/>
              <a:t>技术特性</a:t>
            </a:r>
            <a:r>
              <a:rPr lang="en-US" altLang="zh-CN" dirty="0"/>
              <a:t>2</a:t>
            </a:r>
          </a:p>
          <a:p>
            <a:pPr marL="1079500" lvl="2" indent="-358775" algn="l" rtl="0" eaLnBrk="0" fontAlgn="base" hangingPunct="0">
              <a:lnSpc>
                <a:spcPct val="150000"/>
              </a:lnSpc>
              <a:spcBef>
                <a:spcPct val="20000"/>
              </a:spcBef>
              <a:spcAft>
                <a:spcPct val="0"/>
              </a:spcAft>
              <a:buClr>
                <a:srgbClr val="404040"/>
              </a:buClr>
              <a:buSzPct val="85000"/>
              <a:tabLst/>
            </a:pPr>
            <a:r>
              <a:rPr lang="zh-CN" altLang="en-US" dirty="0"/>
              <a:t>要点</a:t>
            </a:r>
            <a:r>
              <a:rPr lang="en-US" altLang="zh-CN" dirty="0"/>
              <a:t>1</a:t>
            </a:r>
          </a:p>
          <a:p>
            <a:pPr marL="1079500" lvl="2" indent="-358775" algn="l" rtl="0" eaLnBrk="0" fontAlgn="base" hangingPunct="0">
              <a:lnSpc>
                <a:spcPct val="150000"/>
              </a:lnSpc>
              <a:spcBef>
                <a:spcPct val="20000"/>
              </a:spcBef>
              <a:spcAft>
                <a:spcPct val="0"/>
              </a:spcAft>
              <a:buClr>
                <a:srgbClr val="404040"/>
              </a:buClr>
              <a:buSzPct val="85000"/>
              <a:tabLst/>
            </a:pPr>
            <a:r>
              <a:rPr lang="zh-CN" altLang="en-US" dirty="0"/>
              <a:t>要点</a:t>
            </a:r>
            <a:r>
              <a:rPr lang="en-US" altLang="zh-CN" dirty="0"/>
              <a:t>2</a:t>
            </a:r>
            <a:endParaRPr lang="zh-CN" altLang="en-US" dirty="0"/>
          </a:p>
        </p:txBody>
      </p:sp>
    </p:spTree>
    <p:extLst>
      <p:ext uri="{BB962C8B-B14F-4D97-AF65-F5344CB8AC3E}">
        <p14:creationId xmlns:p14="http://schemas.microsoft.com/office/powerpoint/2010/main" val="20374974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正文内容（无编号）">
    <p:spTree>
      <p:nvGrpSpPr>
        <p:cNvPr id="1" name=""/>
        <p:cNvGrpSpPr/>
        <p:nvPr/>
      </p:nvGrpSpPr>
      <p:grpSpPr>
        <a:xfrm>
          <a:off x="0" y="0"/>
          <a:ext cx="0" cy="0"/>
          <a:chOff x="0" y="0"/>
          <a:chExt cx="0" cy="0"/>
        </a:xfrm>
      </p:grpSpPr>
      <p:sp>
        <p:nvSpPr>
          <p:cNvPr id="12" name="文本占位符 11">
            <a:extLst>
              <a:ext uri="{FF2B5EF4-FFF2-40B4-BE49-F238E27FC236}">
                <a16:creationId xmlns:a16="http://schemas.microsoft.com/office/drawing/2014/main" id="{0F12D90F-BB49-421D-A9D1-C25C2A378E5A}"/>
              </a:ext>
            </a:extLst>
          </p:cNvPr>
          <p:cNvSpPr>
            <a:spLocks noGrp="1"/>
          </p:cNvSpPr>
          <p:nvPr>
            <p:ph type="body" sz="quarter" idx="11" hasCustomPrompt="1"/>
          </p:nvPr>
        </p:nvSpPr>
        <p:spPr>
          <a:xfrm>
            <a:off x="710880" y="940081"/>
            <a:ext cx="9845675" cy="4871439"/>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此为正文内容，字体不可改，阿里巴巴普惠体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p>
        </p:txBody>
      </p:sp>
      <p:sp>
        <p:nvSpPr>
          <p:cNvPr id="4" name="标题 1">
            <a:extLst>
              <a:ext uri="{FF2B5EF4-FFF2-40B4-BE49-F238E27FC236}">
                <a16:creationId xmlns:a16="http://schemas.microsoft.com/office/drawing/2014/main" id="{9947CB16-8D08-5242-A2E0-936DC1D438F6}"/>
              </a:ext>
            </a:extLst>
          </p:cNvPr>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Alibaba PuHuiTi B" pitchFamily="18" charset="-122"/>
                <a:ea typeface="Alibaba PuHuiTi B" pitchFamily="18" charset="-122"/>
                <a:cs typeface="Alibaba PuHuiTi B"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p>
        </p:txBody>
      </p:sp>
    </p:spTree>
    <p:extLst>
      <p:ext uri="{BB962C8B-B14F-4D97-AF65-F5344CB8AC3E}">
        <p14:creationId xmlns:p14="http://schemas.microsoft.com/office/powerpoint/2010/main" val="29088069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正文内容（数字符号）">
    <p:spTree>
      <p:nvGrpSpPr>
        <p:cNvPr id="1" name=""/>
        <p:cNvGrpSpPr/>
        <p:nvPr/>
      </p:nvGrpSpPr>
      <p:grpSpPr>
        <a:xfrm>
          <a:off x="0" y="0"/>
          <a:ext cx="0" cy="0"/>
          <a:chOff x="0" y="0"/>
          <a:chExt cx="0" cy="0"/>
        </a:xfrm>
      </p:grpSpPr>
      <p:sp>
        <p:nvSpPr>
          <p:cNvPr id="5" name="标题 1">
            <a:extLst>
              <a:ext uri="{FF2B5EF4-FFF2-40B4-BE49-F238E27FC236}">
                <a16:creationId xmlns:a16="http://schemas.microsoft.com/office/drawing/2014/main" id="{B678CE99-982F-E747-B6C5-B29DECDE3890}"/>
              </a:ext>
            </a:extLst>
          </p:cNvPr>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Alibaba PuHuiTi B" pitchFamily="18" charset="-122"/>
                <a:ea typeface="Alibaba PuHuiTi B" pitchFamily="18" charset="-122"/>
                <a:cs typeface="Alibaba PuHuiTi B"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p>
        </p:txBody>
      </p:sp>
      <p:sp>
        <p:nvSpPr>
          <p:cNvPr id="3" name="文本占位符 11">
            <a:extLst>
              <a:ext uri="{FF2B5EF4-FFF2-40B4-BE49-F238E27FC236}">
                <a16:creationId xmlns:a16="http://schemas.microsoft.com/office/drawing/2014/main" id="{88D105DB-24C1-B042-AF5E-89B957331250}"/>
              </a:ext>
            </a:extLst>
          </p:cNvPr>
          <p:cNvSpPr>
            <a:spLocks noGrp="1"/>
          </p:cNvSpPr>
          <p:nvPr>
            <p:ph type="body" sz="quarter" idx="11" hasCustomPrompt="1"/>
          </p:nvPr>
        </p:nvSpPr>
        <p:spPr>
          <a:xfrm>
            <a:off x="710879" y="934933"/>
            <a:ext cx="10719120" cy="4219575"/>
          </a:xfrm>
          <a:prstGeom prst="rect">
            <a:avLst/>
          </a:prstGeom>
        </p:spPr>
        <p:txBody>
          <a:bodyPr/>
          <a:lstStyle>
            <a:lvl1pPr marL="360000" indent="-360000">
              <a:lnSpc>
                <a:spcPct val="150000"/>
              </a:lnSpc>
              <a:buClr>
                <a:srgbClr val="404040"/>
              </a:buClr>
              <a:buSzPct val="85000"/>
              <a:buFont typeface="+mj-lt"/>
              <a:buAutoNum type="arabicPeriod"/>
              <a:tabLst/>
              <a:defRPr lang="en-US" altLang="zh-CN" sz="16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720000" indent="-360000">
              <a:lnSpc>
                <a:spcPct val="150000"/>
              </a:lnSpc>
              <a:buFont typeface="+mj-lt"/>
              <a:buAutoNum type="arabicPeriod"/>
              <a:tabLst/>
              <a:defRPr lang="en-US" altLang="zh-CN" sz="1400" b="0" i="0" dirty="0">
                <a:latin typeface="Alibaba PuHuiTi R" pitchFamily="18" charset="-122"/>
                <a:ea typeface="Alibaba PuHuiTi R" pitchFamily="18" charset="-122"/>
                <a:cs typeface="Alibaba PuHuiTi R" pitchFamily="18" charset="-122"/>
              </a:defRPr>
            </a:lvl2pPr>
            <a:lvl3pPr marL="1079500" indent="-358775">
              <a:lnSpc>
                <a:spcPct val="150000"/>
              </a:lnSpc>
              <a:buFont typeface="+mj-ea"/>
              <a:buAutoNum type="circleNumDbPlain"/>
              <a:tabLst/>
              <a:defRPr lang="zh-CN" altLang="en-US" sz="1400" b="0" i="0" dirty="0"/>
            </a:lvl3pPr>
          </a:lstStyle>
          <a:p>
            <a:pPr marL="0" lvl="0" indent="0">
              <a:lnSpc>
                <a:spcPct val="150000"/>
              </a:lnSpc>
              <a:buNone/>
            </a:pPr>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lvl="1"/>
            <a:r>
              <a:rPr lang="zh-CN" altLang="en-US" dirty="0"/>
              <a:t>技术特性</a:t>
            </a:r>
            <a:r>
              <a:rPr lang="en-US" altLang="zh-CN" dirty="0"/>
              <a:t>1</a:t>
            </a:r>
          </a:p>
          <a:p>
            <a:pPr lvl="1"/>
            <a:r>
              <a:rPr lang="zh-CN" altLang="en-US" dirty="0"/>
              <a:t>技术特性</a:t>
            </a:r>
            <a:r>
              <a:rPr lang="en-US" altLang="zh-CN" dirty="0"/>
              <a:t>2</a:t>
            </a:r>
          </a:p>
          <a:p>
            <a:pPr lvl="2"/>
            <a:r>
              <a:rPr lang="zh-CN" altLang="en-US" dirty="0"/>
              <a:t>要点</a:t>
            </a:r>
            <a:r>
              <a:rPr lang="en-US" altLang="zh-CN" dirty="0"/>
              <a:t>1</a:t>
            </a:r>
          </a:p>
          <a:p>
            <a:pPr lvl="2"/>
            <a:r>
              <a:rPr lang="zh-CN" altLang="en-US" dirty="0"/>
              <a:t>要点</a:t>
            </a:r>
            <a:r>
              <a:rPr lang="en-US" altLang="zh-CN" dirty="0"/>
              <a:t>2</a:t>
            </a:r>
            <a:endParaRPr lang="zh-CN" altLang="en-US" dirty="0"/>
          </a:p>
        </p:txBody>
      </p:sp>
    </p:spTree>
    <p:extLst>
      <p:ext uri="{BB962C8B-B14F-4D97-AF65-F5344CB8AC3E}">
        <p14:creationId xmlns:p14="http://schemas.microsoft.com/office/powerpoint/2010/main" val="115887116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正文内容+项目编号">
    <p:spTree>
      <p:nvGrpSpPr>
        <p:cNvPr id="1" name=""/>
        <p:cNvGrpSpPr/>
        <p:nvPr/>
      </p:nvGrpSpPr>
      <p:grpSpPr>
        <a:xfrm>
          <a:off x="0" y="0"/>
          <a:ext cx="0" cy="0"/>
          <a:chOff x="0" y="0"/>
          <a:chExt cx="0" cy="0"/>
        </a:xfrm>
      </p:grpSpPr>
      <p:sp>
        <p:nvSpPr>
          <p:cNvPr id="4" name="标题 1">
            <a:extLst>
              <a:ext uri="{FF2B5EF4-FFF2-40B4-BE49-F238E27FC236}">
                <a16:creationId xmlns:a16="http://schemas.microsoft.com/office/drawing/2014/main" id="{9020C514-817B-504E-A325-60842B59AB40}"/>
              </a:ext>
            </a:extLst>
          </p:cNvPr>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b="1" i="0" dirty="0">
                <a:solidFill>
                  <a:schemeClr val="tx1">
                    <a:lumMod val="65000"/>
                    <a:lumOff val="35000"/>
                  </a:schemeClr>
                </a:solidFill>
                <a:latin typeface="Alibaba PuHuiTi B" pitchFamily="18" charset="-122"/>
                <a:ea typeface="Alibaba PuHuiTi B" pitchFamily="18" charset="-122"/>
                <a:cs typeface="Alibaba PuHuiTi B"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p>
        </p:txBody>
      </p:sp>
      <p:sp>
        <p:nvSpPr>
          <p:cNvPr id="3" name="文本占位符 11">
            <a:extLst>
              <a:ext uri="{FF2B5EF4-FFF2-40B4-BE49-F238E27FC236}">
                <a16:creationId xmlns:a16="http://schemas.microsoft.com/office/drawing/2014/main" id="{9C0915B4-3DAF-C444-883E-818CAE39A5B1}"/>
              </a:ext>
            </a:extLst>
          </p:cNvPr>
          <p:cNvSpPr>
            <a:spLocks noGrp="1"/>
          </p:cNvSpPr>
          <p:nvPr>
            <p:ph type="body" sz="quarter" idx="11" hasCustomPrompt="1"/>
          </p:nvPr>
        </p:nvSpPr>
        <p:spPr>
          <a:xfrm>
            <a:off x="710880" y="945093"/>
            <a:ext cx="10748057" cy="4219575"/>
          </a:xfrm>
          <a:prstGeom prst="rect">
            <a:avLst/>
          </a:prstGeom>
        </p:spPr>
        <p:txBody>
          <a:bodyPr/>
          <a:lstStyle>
            <a:lvl1pPr marL="360000" indent="-360000">
              <a:lnSpc>
                <a:spcPct val="150000"/>
              </a:lnSpc>
              <a:buClr>
                <a:srgbClr val="404040"/>
              </a:buClr>
              <a:buSzPct val="85000"/>
              <a:buFont typeface="Wingdings" pitchFamily="2" charset="2"/>
              <a:buChar char="l"/>
              <a:tabLst/>
              <a:defRPr lang="zh-CN" altLang="en-US" sz="1600" b="0" i="0" kern="1200" dirty="0">
                <a:solidFill>
                  <a:schemeClr val="tx1">
                    <a:lumMod val="85000"/>
                    <a:lumOff val="15000"/>
                  </a:schemeClr>
                </a:solidFill>
                <a:latin typeface="Alibaba PuHuiTi R" pitchFamily="18" charset="-122"/>
                <a:ea typeface="Alibaba PuHuiTi R" pitchFamily="18" charset="-122"/>
                <a:cs typeface="Alibaba PuHuiTi R" pitchFamily="18" charset="-122"/>
              </a:defRPr>
            </a:lvl1pPr>
            <a:lvl2pPr marL="719138" indent="-358775">
              <a:buFont typeface="Wingdings" pitchFamily="2" charset="2"/>
              <a:buChar char="l"/>
              <a:tabLst/>
              <a:defRPr lang="en-US" altLang="zh-CN" sz="1400" b="0" i="0" kern="1200" dirty="0">
                <a:solidFill>
                  <a:schemeClr val="tx1">
                    <a:lumMod val="85000"/>
                    <a:lumOff val="15000"/>
                  </a:schemeClr>
                </a:solidFill>
                <a:latin typeface="Alibaba PuHuiTi R" pitchFamily="18" charset="-122"/>
                <a:ea typeface="Alibaba PuHuiTi R" pitchFamily="18" charset="-122"/>
                <a:cs typeface="Alibaba PuHuiTi R" pitchFamily="18" charset="-122"/>
              </a:defRPr>
            </a:lvl2pPr>
            <a:lvl3pPr marL="1079500" indent="-358775">
              <a:buFont typeface="Wingdings" pitchFamily="2" charset="2"/>
              <a:buChar char="l"/>
              <a:tabLst/>
              <a:defRPr lang="zh-CN" altLang="en-US" sz="1400" b="0" i="0" kern="1200" dirty="0">
                <a:solidFill>
                  <a:schemeClr val="tx1">
                    <a:lumMod val="85000"/>
                    <a:lumOff val="15000"/>
                  </a:schemeClr>
                </a:solidFill>
                <a:latin typeface="Alibaba PuHuiTi R" pitchFamily="18" charset="-122"/>
                <a:ea typeface="Alibaba PuHuiTi R" pitchFamily="18" charset="-122"/>
                <a:cs typeface="Alibaba PuHuiTi R" pitchFamily="18" charset="-122"/>
              </a:defRPr>
            </a:lvl3pPr>
          </a:lstStyle>
          <a:p>
            <a:pPr lvl="0"/>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marL="720000" lvl="1" indent="-360000" algn="l" rtl="0" eaLnBrk="0" fontAlgn="base" hangingPunct="0">
              <a:lnSpc>
                <a:spcPct val="150000"/>
              </a:lnSpc>
              <a:spcBef>
                <a:spcPct val="20000"/>
              </a:spcBef>
              <a:spcAft>
                <a:spcPct val="0"/>
              </a:spcAft>
              <a:buClr>
                <a:srgbClr val="404040"/>
              </a:buClr>
              <a:buSzPct val="85000"/>
              <a:buFont typeface="Wingdings" pitchFamily="2" charset="2"/>
              <a:buChar char="p"/>
              <a:tabLst/>
            </a:pPr>
            <a:r>
              <a:rPr lang="zh-CN" altLang="en-US" dirty="0"/>
              <a:t>技术特性</a:t>
            </a:r>
            <a:r>
              <a:rPr lang="en-US" altLang="zh-CN" dirty="0"/>
              <a:t>1</a:t>
            </a:r>
          </a:p>
          <a:p>
            <a:pPr marL="720000" lvl="1" indent="-360000" algn="l" rtl="0" eaLnBrk="0" fontAlgn="base" hangingPunct="0">
              <a:lnSpc>
                <a:spcPct val="150000"/>
              </a:lnSpc>
              <a:spcBef>
                <a:spcPct val="20000"/>
              </a:spcBef>
              <a:spcAft>
                <a:spcPct val="0"/>
              </a:spcAft>
              <a:buClr>
                <a:srgbClr val="404040"/>
              </a:buClr>
              <a:buSzPct val="85000"/>
              <a:buFont typeface="Wingdings" pitchFamily="2" charset="2"/>
              <a:buChar char="p"/>
              <a:tabLst/>
            </a:pPr>
            <a:r>
              <a:rPr lang="zh-CN" altLang="en-US" dirty="0"/>
              <a:t>技术特性</a:t>
            </a:r>
            <a:r>
              <a:rPr lang="en-US" altLang="zh-CN" dirty="0"/>
              <a:t>2</a:t>
            </a:r>
          </a:p>
          <a:p>
            <a:pPr marL="1079500" lvl="2" indent="-358775" algn="l" rtl="0" eaLnBrk="0" fontAlgn="base" hangingPunct="0">
              <a:lnSpc>
                <a:spcPct val="150000"/>
              </a:lnSpc>
              <a:spcBef>
                <a:spcPct val="20000"/>
              </a:spcBef>
              <a:spcAft>
                <a:spcPct val="0"/>
              </a:spcAft>
              <a:buClr>
                <a:srgbClr val="404040"/>
              </a:buClr>
              <a:buSzPct val="85000"/>
              <a:tabLst/>
            </a:pPr>
            <a:r>
              <a:rPr lang="zh-CN" altLang="en-US" dirty="0"/>
              <a:t>要点</a:t>
            </a:r>
            <a:r>
              <a:rPr lang="en-US" altLang="zh-CN" dirty="0"/>
              <a:t>1</a:t>
            </a:r>
          </a:p>
          <a:p>
            <a:pPr marL="1079500" lvl="2" indent="-358775" algn="l" rtl="0" eaLnBrk="0" fontAlgn="base" hangingPunct="0">
              <a:lnSpc>
                <a:spcPct val="150000"/>
              </a:lnSpc>
              <a:spcBef>
                <a:spcPct val="20000"/>
              </a:spcBef>
              <a:spcAft>
                <a:spcPct val="0"/>
              </a:spcAft>
              <a:buClr>
                <a:srgbClr val="404040"/>
              </a:buClr>
              <a:buSzPct val="85000"/>
              <a:tabLst/>
            </a:pPr>
            <a:r>
              <a:rPr lang="zh-CN" altLang="en-US" dirty="0"/>
              <a:t>要点</a:t>
            </a:r>
            <a:r>
              <a:rPr lang="en-US" altLang="zh-CN" dirty="0"/>
              <a:t>2</a:t>
            </a:r>
            <a:endParaRPr lang="zh-CN" altLang="en-US" dirty="0"/>
          </a:p>
        </p:txBody>
      </p:sp>
    </p:spTree>
    <p:extLst>
      <p:ext uri="{BB962C8B-B14F-4D97-AF65-F5344CB8AC3E}">
        <p14:creationId xmlns:p14="http://schemas.microsoft.com/office/powerpoint/2010/main" val="235716352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自由发挥">
    <p:spTree>
      <p:nvGrpSpPr>
        <p:cNvPr id="1" name=""/>
        <p:cNvGrpSpPr/>
        <p:nvPr/>
      </p:nvGrpSpPr>
      <p:grpSpPr>
        <a:xfrm>
          <a:off x="0" y="0"/>
          <a:ext cx="0" cy="0"/>
          <a:chOff x="0" y="0"/>
          <a:chExt cx="0" cy="0"/>
        </a:xfrm>
      </p:grpSpPr>
      <p:sp>
        <p:nvSpPr>
          <p:cNvPr id="4" name="标题 1">
            <a:extLst>
              <a:ext uri="{FF2B5EF4-FFF2-40B4-BE49-F238E27FC236}">
                <a16:creationId xmlns:a16="http://schemas.microsoft.com/office/drawing/2014/main" id="{9020C514-817B-504E-A325-60842B59AB40}"/>
              </a:ext>
            </a:extLst>
          </p:cNvPr>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b="1" i="0" dirty="0">
                <a:solidFill>
                  <a:schemeClr val="tx1">
                    <a:lumMod val="65000"/>
                    <a:lumOff val="35000"/>
                  </a:schemeClr>
                </a:solidFill>
                <a:latin typeface="Alibaba PuHuiTi B" pitchFamily="18" charset="-122"/>
                <a:ea typeface="Alibaba PuHuiTi B" pitchFamily="18" charset="-122"/>
                <a:cs typeface="Alibaba PuHuiTi B"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p>
        </p:txBody>
      </p:sp>
    </p:spTree>
    <p:extLst>
      <p:ext uri="{BB962C8B-B14F-4D97-AF65-F5344CB8AC3E}">
        <p14:creationId xmlns:p14="http://schemas.microsoft.com/office/powerpoint/2010/main" val="118248313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案例">
    <p:spTree>
      <p:nvGrpSpPr>
        <p:cNvPr id="1" name=""/>
        <p:cNvGrpSpPr/>
        <p:nvPr/>
      </p:nvGrpSpPr>
      <p:grpSpPr>
        <a:xfrm>
          <a:off x="0" y="0"/>
          <a:ext cx="0" cy="0"/>
          <a:chOff x="0" y="0"/>
          <a:chExt cx="0" cy="0"/>
        </a:xfrm>
      </p:grpSpPr>
      <p:sp>
        <p:nvSpPr>
          <p:cNvPr id="4" name="标题 1">
            <a:extLst>
              <a:ext uri="{FF2B5EF4-FFF2-40B4-BE49-F238E27FC236}">
                <a16:creationId xmlns:a16="http://schemas.microsoft.com/office/drawing/2014/main" id="{9020C514-817B-504E-A325-60842B59AB40}"/>
              </a:ext>
            </a:extLst>
          </p:cNvPr>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b="1" i="0" dirty="0">
                <a:solidFill>
                  <a:schemeClr val="tx1">
                    <a:lumMod val="65000"/>
                    <a:lumOff val="35000"/>
                  </a:schemeClr>
                </a:solidFill>
                <a:latin typeface="Alibaba PuHuiTi B" pitchFamily="18" charset="-122"/>
                <a:ea typeface="Alibaba PuHuiTi B" pitchFamily="18" charset="-122"/>
                <a:cs typeface="Alibaba PuHuiTi B"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p>
        </p:txBody>
      </p:sp>
      <p:grpSp>
        <p:nvGrpSpPr>
          <p:cNvPr id="6" name="组合 5">
            <a:extLst>
              <a:ext uri="{FF2B5EF4-FFF2-40B4-BE49-F238E27FC236}">
                <a16:creationId xmlns:a16="http://schemas.microsoft.com/office/drawing/2014/main" id="{EDBCAEF0-27E1-194C-B5F4-08826E264FF7}"/>
              </a:ext>
            </a:extLst>
          </p:cNvPr>
          <p:cNvGrpSpPr/>
          <p:nvPr userDrawn="1"/>
        </p:nvGrpSpPr>
        <p:grpSpPr>
          <a:xfrm>
            <a:off x="806306" y="968974"/>
            <a:ext cx="1228476" cy="528956"/>
            <a:chOff x="852891" y="1026849"/>
            <a:chExt cx="1228476" cy="528956"/>
          </a:xfrm>
        </p:grpSpPr>
        <p:sp>
          <p:nvSpPr>
            <p:cNvPr id="7" name="矩形 6">
              <a:extLst>
                <a:ext uri="{FF2B5EF4-FFF2-40B4-BE49-F238E27FC236}">
                  <a16:creationId xmlns:a16="http://schemas.microsoft.com/office/drawing/2014/main" id="{7F233A09-E322-CB4D-81FE-B2170A097F20}"/>
                </a:ext>
              </a:extLst>
            </p:cNvPr>
            <p:cNvSpPr/>
            <p:nvPr/>
          </p:nvSpPr>
          <p:spPr>
            <a:xfrm>
              <a:off x="1047050" y="1144435"/>
              <a:ext cx="1000826" cy="376390"/>
            </a:xfrm>
            <a:prstGeom prst="rect">
              <a:avLst/>
            </a:prstGeom>
            <a:noFill/>
            <a:ln w="127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六边形 7">
              <a:extLst>
                <a:ext uri="{FF2B5EF4-FFF2-40B4-BE49-F238E27FC236}">
                  <a16:creationId xmlns:a16="http://schemas.microsoft.com/office/drawing/2014/main" id="{58F0AF60-824F-A447-B933-34D6D8A0DBD6}"/>
                </a:ext>
              </a:extLst>
            </p:cNvPr>
            <p:cNvSpPr/>
            <p:nvPr/>
          </p:nvSpPr>
          <p:spPr>
            <a:xfrm rot="5400000">
              <a:off x="821086" y="1126435"/>
              <a:ext cx="461175" cy="397565"/>
            </a:xfrm>
            <a:prstGeom prst="hexagon">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9" name="图形 8">
              <a:extLst>
                <a:ext uri="{FF2B5EF4-FFF2-40B4-BE49-F238E27FC236}">
                  <a16:creationId xmlns:a16="http://schemas.microsoft.com/office/drawing/2014/main" id="{C4064CF0-C79B-2F4A-839D-A269386675FE}"/>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46208" y="1217543"/>
              <a:ext cx="201682" cy="201682"/>
            </a:xfrm>
            <a:prstGeom prst="rect">
              <a:avLst/>
            </a:prstGeom>
          </p:spPr>
        </p:pic>
        <p:sp>
          <p:nvSpPr>
            <p:cNvPr id="10" name="TextBox 2">
              <a:extLst>
                <a:ext uri="{FF2B5EF4-FFF2-40B4-BE49-F238E27FC236}">
                  <a16:creationId xmlns:a16="http://schemas.microsoft.com/office/drawing/2014/main" id="{A22AFB91-263F-054D-81BE-7D38A372C096}"/>
                </a:ext>
              </a:extLst>
            </p:cNvPr>
            <p:cNvSpPr txBox="1">
              <a:spLocks noChangeArrowheads="1"/>
            </p:cNvSpPr>
            <p:nvPr/>
          </p:nvSpPr>
          <p:spPr bwMode="auto">
            <a:xfrm>
              <a:off x="1306172" y="1026849"/>
              <a:ext cx="775195" cy="5108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nSpc>
                  <a:spcPct val="150000"/>
                </a:lnSpc>
                <a:defRPr sz="2000">
                  <a:solidFill>
                    <a:srgbClr val="B60206"/>
                  </a:solidFill>
                  <a:latin typeface="Alibaba PuHuiTi M" pitchFamily="18" charset="-122"/>
                  <a:ea typeface="Alibaba PuHuiTi M" pitchFamily="18" charset="-122"/>
                  <a:cs typeface="Alibaba PuHuiTi M" pitchFamily="18" charset="-122"/>
                </a:defRPr>
              </a:lvl1pPr>
              <a:lvl2pPr marL="742950" indent="-285750">
                <a:defRPr>
                  <a:latin typeface="Calibri" panose="020F0502020204030204" pitchFamily="34" charset="0"/>
                  <a:ea typeface="宋体" panose="02010600030101010101" pitchFamily="2" charset="-122"/>
                </a:defRPr>
              </a:lvl2pPr>
              <a:lvl3pPr marL="1143000" indent="-228600">
                <a:defRPr>
                  <a:latin typeface="Calibri" panose="020F0502020204030204" pitchFamily="34" charset="0"/>
                  <a:ea typeface="宋体" panose="02010600030101010101" pitchFamily="2" charset="-122"/>
                </a:defRPr>
              </a:lvl3pPr>
              <a:lvl4pPr marL="1600200" indent="-228600">
                <a:defRPr>
                  <a:latin typeface="Calibri" panose="020F0502020204030204" pitchFamily="34" charset="0"/>
                  <a:ea typeface="宋体" panose="02010600030101010101" pitchFamily="2" charset="-122"/>
                </a:defRPr>
              </a:lvl4pPr>
              <a:lvl5pPr marL="2057400" indent="-228600">
                <a:defRPr>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latin typeface="Calibri" panose="020F0502020204030204" pitchFamily="34" charset="0"/>
                  <a:ea typeface="宋体" panose="02010600030101010101" pitchFamily="2" charset="-122"/>
                </a:defRPr>
              </a:lvl9pPr>
            </a:lstStyle>
            <a:p>
              <a:r>
                <a:rPr lang="zh-CN" altLang="en-US" dirty="0">
                  <a:solidFill>
                    <a:srgbClr val="AD2B26"/>
                  </a:solidFill>
                  <a:latin typeface="Alibaba PuHuiTi B" pitchFamily="18" charset="-122"/>
                  <a:ea typeface="Alibaba PuHuiTi B" pitchFamily="18" charset="-122"/>
                  <a:cs typeface="Alibaba PuHuiTi B" pitchFamily="18" charset="-122"/>
                </a:rPr>
                <a:t>案例</a:t>
              </a:r>
            </a:p>
          </p:txBody>
        </p:sp>
      </p:grpSp>
      <p:sp>
        <p:nvSpPr>
          <p:cNvPr id="11" name="文本占位符 9">
            <a:extLst>
              <a:ext uri="{FF2B5EF4-FFF2-40B4-BE49-F238E27FC236}">
                <a16:creationId xmlns:a16="http://schemas.microsoft.com/office/drawing/2014/main" id="{D44EE2D5-15F6-2E42-8B3D-F0F3139D0AA7}"/>
              </a:ext>
            </a:extLst>
          </p:cNvPr>
          <p:cNvSpPr>
            <a:spLocks noGrp="1"/>
          </p:cNvSpPr>
          <p:nvPr>
            <p:ph type="body" sz="quarter" idx="10" hasCustomPrompt="1"/>
          </p:nvPr>
        </p:nvSpPr>
        <p:spPr>
          <a:xfrm>
            <a:off x="2195450" y="1016160"/>
            <a:ext cx="9214230" cy="517190"/>
          </a:xfrm>
          <a:prstGeom prst="rect">
            <a:avLst/>
          </a:prstGeom>
        </p:spPr>
        <p:txBody>
          <a:bodyPr anchor="ctr" anchorCtr="0"/>
          <a:lstStyle>
            <a:lvl1pPr marL="0" indent="0">
              <a:buNone/>
              <a:defRPr lang="zh-CN" altLang="en-US" sz="2400" kern="1200" dirty="0">
                <a:solidFill>
                  <a:srgbClr val="AD2B26"/>
                </a:solidFill>
                <a:latin typeface="Alibaba PuHuiTi M" pitchFamily="18" charset="-122"/>
                <a:ea typeface="Alibaba PuHuiTi M" pitchFamily="18" charset="-122"/>
                <a:cs typeface="Alibaba PuHuiTi M" pitchFamily="18" charset="-122"/>
              </a:defRPr>
            </a:lvl1pPr>
          </a:lstStyle>
          <a:p>
            <a:pPr marL="0" lvl="0" indent="0">
              <a:buNone/>
            </a:pPr>
            <a:r>
              <a:rPr lang="zh-CN" altLang="en-US" dirty="0"/>
              <a:t>案例标题</a:t>
            </a:r>
            <a:r>
              <a:rPr lang="en-US" altLang="zh-CN" dirty="0"/>
              <a:t>-</a:t>
            </a:r>
            <a:r>
              <a:rPr lang="zh-CN" altLang="en-US" dirty="0"/>
              <a:t>阿里巴巴普惠体</a:t>
            </a:r>
            <a:r>
              <a:rPr lang="en-US" altLang="zh-CN" dirty="0"/>
              <a:t>18</a:t>
            </a:r>
            <a:r>
              <a:rPr lang="zh-CN" altLang="en-US" dirty="0"/>
              <a:t>号</a:t>
            </a:r>
          </a:p>
        </p:txBody>
      </p:sp>
      <p:sp>
        <p:nvSpPr>
          <p:cNvPr id="12" name="文本占位符 11">
            <a:extLst>
              <a:ext uri="{FF2B5EF4-FFF2-40B4-BE49-F238E27FC236}">
                <a16:creationId xmlns:a16="http://schemas.microsoft.com/office/drawing/2014/main" id="{F5EA2F1C-E1D5-B44C-AB78-F1D96E0D74BA}"/>
              </a:ext>
            </a:extLst>
          </p:cNvPr>
          <p:cNvSpPr>
            <a:spLocks noGrp="1"/>
          </p:cNvSpPr>
          <p:nvPr>
            <p:ph type="body" sz="quarter" idx="11" hasCustomPrompt="1"/>
          </p:nvPr>
        </p:nvSpPr>
        <p:spPr>
          <a:xfrm>
            <a:off x="2195450" y="1656000"/>
            <a:ext cx="9214230" cy="4219575"/>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此为案例内容，字体不可改，阿里巴巴普惠体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p>
        </p:txBody>
      </p:sp>
    </p:spTree>
    <p:extLst>
      <p:ext uri="{BB962C8B-B14F-4D97-AF65-F5344CB8AC3E}">
        <p14:creationId xmlns:p14="http://schemas.microsoft.com/office/powerpoint/2010/main" val="280633039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步骤">
    <p:spTree>
      <p:nvGrpSpPr>
        <p:cNvPr id="1" name=""/>
        <p:cNvGrpSpPr/>
        <p:nvPr/>
      </p:nvGrpSpPr>
      <p:grpSpPr>
        <a:xfrm>
          <a:off x="0" y="0"/>
          <a:ext cx="0" cy="0"/>
          <a:chOff x="0" y="0"/>
          <a:chExt cx="0" cy="0"/>
        </a:xfrm>
      </p:grpSpPr>
      <p:sp>
        <p:nvSpPr>
          <p:cNvPr id="4" name="标题 1">
            <a:extLst>
              <a:ext uri="{FF2B5EF4-FFF2-40B4-BE49-F238E27FC236}">
                <a16:creationId xmlns:a16="http://schemas.microsoft.com/office/drawing/2014/main" id="{9020C514-817B-504E-A325-60842B59AB40}"/>
              </a:ext>
            </a:extLst>
          </p:cNvPr>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b="1" i="0" dirty="0">
                <a:solidFill>
                  <a:schemeClr val="tx1">
                    <a:lumMod val="65000"/>
                    <a:lumOff val="35000"/>
                  </a:schemeClr>
                </a:solidFill>
                <a:latin typeface="Alibaba PuHuiTi B" pitchFamily="18" charset="-122"/>
                <a:ea typeface="Alibaba PuHuiTi B" pitchFamily="18" charset="-122"/>
                <a:cs typeface="Alibaba PuHuiTi B"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p>
        </p:txBody>
      </p:sp>
      <p:grpSp>
        <p:nvGrpSpPr>
          <p:cNvPr id="6" name="组合 5">
            <a:extLst>
              <a:ext uri="{FF2B5EF4-FFF2-40B4-BE49-F238E27FC236}">
                <a16:creationId xmlns:a16="http://schemas.microsoft.com/office/drawing/2014/main" id="{EDBCAEF0-27E1-194C-B5F4-08826E264FF7}"/>
              </a:ext>
            </a:extLst>
          </p:cNvPr>
          <p:cNvGrpSpPr/>
          <p:nvPr userDrawn="1"/>
        </p:nvGrpSpPr>
        <p:grpSpPr>
          <a:xfrm>
            <a:off x="806306" y="968974"/>
            <a:ext cx="1228476" cy="528956"/>
            <a:chOff x="852891" y="1026849"/>
            <a:chExt cx="1228476" cy="528956"/>
          </a:xfrm>
        </p:grpSpPr>
        <p:sp>
          <p:nvSpPr>
            <p:cNvPr id="7" name="矩形 6">
              <a:extLst>
                <a:ext uri="{FF2B5EF4-FFF2-40B4-BE49-F238E27FC236}">
                  <a16:creationId xmlns:a16="http://schemas.microsoft.com/office/drawing/2014/main" id="{7F233A09-E322-CB4D-81FE-B2170A097F20}"/>
                </a:ext>
              </a:extLst>
            </p:cNvPr>
            <p:cNvSpPr/>
            <p:nvPr/>
          </p:nvSpPr>
          <p:spPr>
            <a:xfrm>
              <a:off x="1047050" y="1144435"/>
              <a:ext cx="1000826" cy="376390"/>
            </a:xfrm>
            <a:prstGeom prst="rect">
              <a:avLst/>
            </a:prstGeom>
            <a:noFill/>
            <a:ln w="127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六边形 7">
              <a:extLst>
                <a:ext uri="{FF2B5EF4-FFF2-40B4-BE49-F238E27FC236}">
                  <a16:creationId xmlns:a16="http://schemas.microsoft.com/office/drawing/2014/main" id="{58F0AF60-824F-A447-B933-34D6D8A0DBD6}"/>
                </a:ext>
              </a:extLst>
            </p:cNvPr>
            <p:cNvSpPr/>
            <p:nvPr/>
          </p:nvSpPr>
          <p:spPr>
            <a:xfrm rot="5400000">
              <a:off x="821086" y="1126435"/>
              <a:ext cx="461175" cy="397565"/>
            </a:xfrm>
            <a:prstGeom prst="hexagon">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9" name="图形 8">
              <a:extLst>
                <a:ext uri="{FF2B5EF4-FFF2-40B4-BE49-F238E27FC236}">
                  <a16:creationId xmlns:a16="http://schemas.microsoft.com/office/drawing/2014/main" id="{C4064CF0-C79B-2F4A-839D-A269386675FE}"/>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46208" y="1217543"/>
              <a:ext cx="201682" cy="201682"/>
            </a:xfrm>
            <a:prstGeom prst="rect">
              <a:avLst/>
            </a:prstGeom>
          </p:spPr>
        </p:pic>
        <p:sp>
          <p:nvSpPr>
            <p:cNvPr id="10" name="TextBox 2">
              <a:extLst>
                <a:ext uri="{FF2B5EF4-FFF2-40B4-BE49-F238E27FC236}">
                  <a16:creationId xmlns:a16="http://schemas.microsoft.com/office/drawing/2014/main" id="{A22AFB91-263F-054D-81BE-7D38A372C096}"/>
                </a:ext>
              </a:extLst>
            </p:cNvPr>
            <p:cNvSpPr txBox="1">
              <a:spLocks noChangeArrowheads="1"/>
            </p:cNvSpPr>
            <p:nvPr/>
          </p:nvSpPr>
          <p:spPr bwMode="auto">
            <a:xfrm>
              <a:off x="1306172" y="1026849"/>
              <a:ext cx="775195" cy="5108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nSpc>
                  <a:spcPct val="150000"/>
                </a:lnSpc>
                <a:defRPr sz="2000">
                  <a:solidFill>
                    <a:srgbClr val="B60206"/>
                  </a:solidFill>
                  <a:latin typeface="Alibaba PuHuiTi M" pitchFamily="18" charset="-122"/>
                  <a:ea typeface="Alibaba PuHuiTi M" pitchFamily="18" charset="-122"/>
                  <a:cs typeface="Alibaba PuHuiTi M" pitchFamily="18" charset="-122"/>
                </a:defRPr>
              </a:lvl1pPr>
              <a:lvl2pPr marL="742950" indent="-285750">
                <a:defRPr>
                  <a:latin typeface="Calibri" panose="020F0502020204030204" pitchFamily="34" charset="0"/>
                  <a:ea typeface="宋体" panose="02010600030101010101" pitchFamily="2" charset="-122"/>
                </a:defRPr>
              </a:lvl2pPr>
              <a:lvl3pPr marL="1143000" indent="-228600">
                <a:defRPr>
                  <a:latin typeface="Calibri" panose="020F0502020204030204" pitchFamily="34" charset="0"/>
                  <a:ea typeface="宋体" panose="02010600030101010101" pitchFamily="2" charset="-122"/>
                </a:defRPr>
              </a:lvl3pPr>
              <a:lvl4pPr marL="1600200" indent="-228600">
                <a:defRPr>
                  <a:latin typeface="Calibri" panose="020F0502020204030204" pitchFamily="34" charset="0"/>
                  <a:ea typeface="宋体" panose="02010600030101010101" pitchFamily="2" charset="-122"/>
                </a:defRPr>
              </a:lvl4pPr>
              <a:lvl5pPr marL="2057400" indent="-228600">
                <a:defRPr>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latin typeface="Calibri" panose="020F0502020204030204" pitchFamily="34" charset="0"/>
                  <a:ea typeface="宋体" panose="02010600030101010101" pitchFamily="2" charset="-122"/>
                </a:defRPr>
              </a:lvl9pPr>
            </a:lstStyle>
            <a:p>
              <a:r>
                <a:rPr lang="zh-CN" altLang="en-US" dirty="0">
                  <a:solidFill>
                    <a:srgbClr val="AD2B26"/>
                  </a:solidFill>
                  <a:latin typeface="Alibaba PuHuiTi B" pitchFamily="18" charset="-122"/>
                  <a:ea typeface="Alibaba PuHuiTi B" pitchFamily="18" charset="-122"/>
                  <a:cs typeface="Alibaba PuHuiTi B" pitchFamily="18" charset="-122"/>
                </a:rPr>
                <a:t>步骤</a:t>
              </a:r>
            </a:p>
          </p:txBody>
        </p:sp>
      </p:grpSp>
      <p:sp>
        <p:nvSpPr>
          <p:cNvPr id="11" name="文本占位符 9">
            <a:extLst>
              <a:ext uri="{FF2B5EF4-FFF2-40B4-BE49-F238E27FC236}">
                <a16:creationId xmlns:a16="http://schemas.microsoft.com/office/drawing/2014/main" id="{D44EE2D5-15F6-2E42-8B3D-F0F3139D0AA7}"/>
              </a:ext>
            </a:extLst>
          </p:cNvPr>
          <p:cNvSpPr>
            <a:spLocks noGrp="1"/>
          </p:cNvSpPr>
          <p:nvPr>
            <p:ph type="body" sz="quarter" idx="10" hasCustomPrompt="1"/>
          </p:nvPr>
        </p:nvSpPr>
        <p:spPr>
          <a:xfrm>
            <a:off x="2195450" y="1016160"/>
            <a:ext cx="9214230" cy="517190"/>
          </a:xfrm>
          <a:prstGeom prst="rect">
            <a:avLst/>
          </a:prstGeom>
        </p:spPr>
        <p:txBody>
          <a:bodyPr anchor="ctr" anchorCtr="0"/>
          <a:lstStyle>
            <a:lvl1pPr marL="0" indent="0">
              <a:buNone/>
              <a:defRPr lang="zh-CN" altLang="en-US" sz="2400" kern="1200" dirty="0">
                <a:solidFill>
                  <a:srgbClr val="AD2B26"/>
                </a:solidFill>
                <a:latin typeface="Alibaba PuHuiTi M" pitchFamily="18" charset="-122"/>
                <a:ea typeface="Alibaba PuHuiTi M" pitchFamily="18" charset="-122"/>
                <a:cs typeface="Alibaba PuHuiTi M" pitchFamily="18" charset="-122"/>
              </a:defRPr>
            </a:lvl1pPr>
          </a:lstStyle>
          <a:p>
            <a:pPr marL="0" lvl="0" indent="0">
              <a:buNone/>
            </a:pPr>
            <a:r>
              <a:rPr lang="zh-CN" altLang="en-US" dirty="0"/>
              <a:t>步骤标题</a:t>
            </a:r>
            <a:r>
              <a:rPr lang="en-US" altLang="zh-CN" dirty="0"/>
              <a:t>-</a:t>
            </a:r>
            <a:r>
              <a:rPr lang="zh-CN" altLang="en-US" dirty="0"/>
              <a:t>阿里巴巴普惠体</a:t>
            </a:r>
            <a:r>
              <a:rPr lang="en-US" altLang="zh-CN" dirty="0"/>
              <a:t>18</a:t>
            </a:r>
            <a:r>
              <a:rPr lang="zh-CN" altLang="en-US" dirty="0"/>
              <a:t>号</a:t>
            </a:r>
          </a:p>
        </p:txBody>
      </p:sp>
      <p:sp>
        <p:nvSpPr>
          <p:cNvPr id="12" name="文本占位符 11">
            <a:extLst>
              <a:ext uri="{FF2B5EF4-FFF2-40B4-BE49-F238E27FC236}">
                <a16:creationId xmlns:a16="http://schemas.microsoft.com/office/drawing/2014/main" id="{F5EA2F1C-E1D5-B44C-AB78-F1D96E0D74BA}"/>
              </a:ext>
            </a:extLst>
          </p:cNvPr>
          <p:cNvSpPr>
            <a:spLocks noGrp="1"/>
          </p:cNvSpPr>
          <p:nvPr>
            <p:ph type="body" sz="quarter" idx="11" hasCustomPrompt="1"/>
          </p:nvPr>
        </p:nvSpPr>
        <p:spPr>
          <a:xfrm>
            <a:off x="2195450" y="1656000"/>
            <a:ext cx="9214230" cy="4219575"/>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此为案例内容，字体不可改，阿里巴巴普惠体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p>
        </p:txBody>
      </p:sp>
    </p:spTree>
    <p:extLst>
      <p:ext uri="{BB962C8B-B14F-4D97-AF65-F5344CB8AC3E}">
        <p14:creationId xmlns:p14="http://schemas.microsoft.com/office/powerpoint/2010/main" val="245584412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练习">
    <p:spTree>
      <p:nvGrpSpPr>
        <p:cNvPr id="1" name=""/>
        <p:cNvGrpSpPr/>
        <p:nvPr/>
      </p:nvGrpSpPr>
      <p:grpSpPr>
        <a:xfrm>
          <a:off x="0" y="0"/>
          <a:ext cx="0" cy="0"/>
          <a:chOff x="0" y="0"/>
          <a:chExt cx="0" cy="0"/>
        </a:xfrm>
      </p:grpSpPr>
      <p:sp>
        <p:nvSpPr>
          <p:cNvPr id="4" name="标题 1">
            <a:extLst>
              <a:ext uri="{FF2B5EF4-FFF2-40B4-BE49-F238E27FC236}">
                <a16:creationId xmlns:a16="http://schemas.microsoft.com/office/drawing/2014/main" id="{9020C514-817B-504E-A325-60842B59AB40}"/>
              </a:ext>
            </a:extLst>
          </p:cNvPr>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b="1" i="0" dirty="0">
                <a:solidFill>
                  <a:schemeClr val="tx1">
                    <a:lumMod val="65000"/>
                    <a:lumOff val="35000"/>
                  </a:schemeClr>
                </a:solidFill>
                <a:latin typeface="Alibaba PuHuiTi B" pitchFamily="18" charset="-122"/>
                <a:ea typeface="Alibaba PuHuiTi B" pitchFamily="18" charset="-122"/>
                <a:cs typeface="Alibaba PuHuiTi B"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p>
        </p:txBody>
      </p:sp>
      <p:grpSp>
        <p:nvGrpSpPr>
          <p:cNvPr id="6" name="组合 5">
            <a:extLst>
              <a:ext uri="{FF2B5EF4-FFF2-40B4-BE49-F238E27FC236}">
                <a16:creationId xmlns:a16="http://schemas.microsoft.com/office/drawing/2014/main" id="{EDBCAEF0-27E1-194C-B5F4-08826E264FF7}"/>
              </a:ext>
            </a:extLst>
          </p:cNvPr>
          <p:cNvGrpSpPr/>
          <p:nvPr userDrawn="1"/>
        </p:nvGrpSpPr>
        <p:grpSpPr>
          <a:xfrm>
            <a:off x="806306" y="968974"/>
            <a:ext cx="1228476" cy="528956"/>
            <a:chOff x="852891" y="1026849"/>
            <a:chExt cx="1228476" cy="528956"/>
          </a:xfrm>
        </p:grpSpPr>
        <p:sp>
          <p:nvSpPr>
            <p:cNvPr id="7" name="矩形 6">
              <a:extLst>
                <a:ext uri="{FF2B5EF4-FFF2-40B4-BE49-F238E27FC236}">
                  <a16:creationId xmlns:a16="http://schemas.microsoft.com/office/drawing/2014/main" id="{7F233A09-E322-CB4D-81FE-B2170A097F20}"/>
                </a:ext>
              </a:extLst>
            </p:cNvPr>
            <p:cNvSpPr/>
            <p:nvPr/>
          </p:nvSpPr>
          <p:spPr>
            <a:xfrm>
              <a:off x="1047050" y="1144435"/>
              <a:ext cx="1000826" cy="376390"/>
            </a:xfrm>
            <a:prstGeom prst="rect">
              <a:avLst/>
            </a:prstGeom>
            <a:noFill/>
            <a:ln w="127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六边形 7">
              <a:extLst>
                <a:ext uri="{FF2B5EF4-FFF2-40B4-BE49-F238E27FC236}">
                  <a16:creationId xmlns:a16="http://schemas.microsoft.com/office/drawing/2014/main" id="{58F0AF60-824F-A447-B933-34D6D8A0DBD6}"/>
                </a:ext>
              </a:extLst>
            </p:cNvPr>
            <p:cNvSpPr/>
            <p:nvPr/>
          </p:nvSpPr>
          <p:spPr>
            <a:xfrm rot="5400000">
              <a:off x="821086" y="1126435"/>
              <a:ext cx="461175" cy="397565"/>
            </a:xfrm>
            <a:prstGeom prst="hexagon">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9" name="图形 8">
              <a:extLst>
                <a:ext uri="{FF2B5EF4-FFF2-40B4-BE49-F238E27FC236}">
                  <a16:creationId xmlns:a16="http://schemas.microsoft.com/office/drawing/2014/main" id="{C4064CF0-C79B-2F4A-839D-A269386675FE}"/>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46208" y="1217543"/>
              <a:ext cx="201682" cy="201682"/>
            </a:xfrm>
            <a:prstGeom prst="rect">
              <a:avLst/>
            </a:prstGeom>
          </p:spPr>
        </p:pic>
        <p:sp>
          <p:nvSpPr>
            <p:cNvPr id="10" name="TextBox 2">
              <a:extLst>
                <a:ext uri="{FF2B5EF4-FFF2-40B4-BE49-F238E27FC236}">
                  <a16:creationId xmlns:a16="http://schemas.microsoft.com/office/drawing/2014/main" id="{A22AFB91-263F-054D-81BE-7D38A372C096}"/>
                </a:ext>
              </a:extLst>
            </p:cNvPr>
            <p:cNvSpPr txBox="1">
              <a:spLocks noChangeArrowheads="1"/>
            </p:cNvSpPr>
            <p:nvPr/>
          </p:nvSpPr>
          <p:spPr bwMode="auto">
            <a:xfrm>
              <a:off x="1306172" y="1026849"/>
              <a:ext cx="775195" cy="5108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nSpc>
                  <a:spcPct val="150000"/>
                </a:lnSpc>
                <a:defRPr sz="2000">
                  <a:solidFill>
                    <a:srgbClr val="B60206"/>
                  </a:solidFill>
                  <a:latin typeface="Alibaba PuHuiTi M" pitchFamily="18" charset="-122"/>
                  <a:ea typeface="Alibaba PuHuiTi M" pitchFamily="18" charset="-122"/>
                  <a:cs typeface="Alibaba PuHuiTi M" pitchFamily="18" charset="-122"/>
                </a:defRPr>
              </a:lvl1pPr>
              <a:lvl2pPr marL="742950" indent="-285750">
                <a:defRPr>
                  <a:latin typeface="Calibri" panose="020F0502020204030204" pitchFamily="34" charset="0"/>
                  <a:ea typeface="宋体" panose="02010600030101010101" pitchFamily="2" charset="-122"/>
                </a:defRPr>
              </a:lvl2pPr>
              <a:lvl3pPr marL="1143000" indent="-228600">
                <a:defRPr>
                  <a:latin typeface="Calibri" panose="020F0502020204030204" pitchFamily="34" charset="0"/>
                  <a:ea typeface="宋体" panose="02010600030101010101" pitchFamily="2" charset="-122"/>
                </a:defRPr>
              </a:lvl3pPr>
              <a:lvl4pPr marL="1600200" indent="-228600">
                <a:defRPr>
                  <a:latin typeface="Calibri" panose="020F0502020204030204" pitchFamily="34" charset="0"/>
                  <a:ea typeface="宋体" panose="02010600030101010101" pitchFamily="2" charset="-122"/>
                </a:defRPr>
              </a:lvl4pPr>
              <a:lvl5pPr marL="2057400" indent="-228600">
                <a:defRPr>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latin typeface="Calibri" panose="020F0502020204030204" pitchFamily="34" charset="0"/>
                  <a:ea typeface="宋体" panose="02010600030101010101" pitchFamily="2" charset="-122"/>
                </a:defRPr>
              </a:lvl9pPr>
            </a:lstStyle>
            <a:p>
              <a:r>
                <a:rPr lang="zh-CN" altLang="en-US" dirty="0">
                  <a:solidFill>
                    <a:srgbClr val="AD2B26"/>
                  </a:solidFill>
                  <a:latin typeface="Alibaba PuHuiTi B" pitchFamily="18" charset="-122"/>
                  <a:ea typeface="Alibaba PuHuiTi B" pitchFamily="18" charset="-122"/>
                  <a:cs typeface="Alibaba PuHuiTi B" pitchFamily="18" charset="-122"/>
                </a:rPr>
                <a:t>练习</a:t>
              </a:r>
            </a:p>
          </p:txBody>
        </p:sp>
      </p:grpSp>
      <p:sp>
        <p:nvSpPr>
          <p:cNvPr id="11" name="文本占位符 9">
            <a:extLst>
              <a:ext uri="{FF2B5EF4-FFF2-40B4-BE49-F238E27FC236}">
                <a16:creationId xmlns:a16="http://schemas.microsoft.com/office/drawing/2014/main" id="{D44EE2D5-15F6-2E42-8B3D-F0F3139D0AA7}"/>
              </a:ext>
            </a:extLst>
          </p:cNvPr>
          <p:cNvSpPr>
            <a:spLocks noGrp="1"/>
          </p:cNvSpPr>
          <p:nvPr>
            <p:ph type="body" sz="quarter" idx="10" hasCustomPrompt="1"/>
          </p:nvPr>
        </p:nvSpPr>
        <p:spPr>
          <a:xfrm>
            <a:off x="2195450" y="1016160"/>
            <a:ext cx="9214230" cy="517190"/>
          </a:xfrm>
          <a:prstGeom prst="rect">
            <a:avLst/>
          </a:prstGeom>
        </p:spPr>
        <p:txBody>
          <a:bodyPr anchor="ctr" anchorCtr="0"/>
          <a:lstStyle>
            <a:lvl1pPr marL="0" indent="0">
              <a:buNone/>
              <a:defRPr lang="zh-CN" altLang="en-US" sz="2400" kern="1200" dirty="0">
                <a:solidFill>
                  <a:srgbClr val="AD2B26"/>
                </a:solidFill>
                <a:latin typeface="Alibaba PuHuiTi M" pitchFamily="18" charset="-122"/>
                <a:ea typeface="Alibaba PuHuiTi M" pitchFamily="18" charset="-122"/>
                <a:cs typeface="Alibaba PuHuiTi M" pitchFamily="18" charset="-122"/>
              </a:defRPr>
            </a:lvl1pPr>
          </a:lstStyle>
          <a:p>
            <a:pPr marL="0" lvl="0" indent="0">
              <a:buNone/>
            </a:pPr>
            <a:r>
              <a:rPr lang="zh-CN" altLang="en-US" dirty="0"/>
              <a:t>练习标题</a:t>
            </a:r>
            <a:r>
              <a:rPr lang="en-US" altLang="zh-CN" dirty="0"/>
              <a:t>-</a:t>
            </a:r>
            <a:r>
              <a:rPr lang="zh-CN" altLang="en-US" dirty="0"/>
              <a:t>阿里巴巴普惠体</a:t>
            </a:r>
            <a:r>
              <a:rPr lang="en-US" altLang="zh-CN" dirty="0"/>
              <a:t>18</a:t>
            </a:r>
            <a:r>
              <a:rPr lang="zh-CN" altLang="en-US" dirty="0"/>
              <a:t>号</a:t>
            </a:r>
          </a:p>
        </p:txBody>
      </p:sp>
      <p:sp>
        <p:nvSpPr>
          <p:cNvPr id="12" name="文本占位符 11">
            <a:extLst>
              <a:ext uri="{FF2B5EF4-FFF2-40B4-BE49-F238E27FC236}">
                <a16:creationId xmlns:a16="http://schemas.microsoft.com/office/drawing/2014/main" id="{F5EA2F1C-E1D5-B44C-AB78-F1D96E0D74BA}"/>
              </a:ext>
            </a:extLst>
          </p:cNvPr>
          <p:cNvSpPr>
            <a:spLocks noGrp="1"/>
          </p:cNvSpPr>
          <p:nvPr>
            <p:ph type="body" sz="quarter" idx="11" hasCustomPrompt="1"/>
          </p:nvPr>
        </p:nvSpPr>
        <p:spPr>
          <a:xfrm>
            <a:off x="2195450" y="1656000"/>
            <a:ext cx="9214230" cy="4219575"/>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此为练习内容，字体不可改，阿里巴巴普惠体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p>
        </p:txBody>
      </p:sp>
    </p:spTree>
    <p:extLst>
      <p:ext uri="{BB962C8B-B14F-4D97-AF65-F5344CB8AC3E}">
        <p14:creationId xmlns:p14="http://schemas.microsoft.com/office/powerpoint/2010/main" val="141458381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思考页">
    <p:spTree>
      <p:nvGrpSpPr>
        <p:cNvPr id="1" name=""/>
        <p:cNvGrpSpPr/>
        <p:nvPr/>
      </p:nvGrpSpPr>
      <p:grpSpPr>
        <a:xfrm>
          <a:off x="0" y="0"/>
          <a:ext cx="0" cy="0"/>
          <a:chOff x="0" y="0"/>
          <a:chExt cx="0" cy="0"/>
        </a:xfrm>
      </p:grpSpPr>
      <p:sp>
        <p:nvSpPr>
          <p:cNvPr id="28" name="六边形 27">
            <a:extLst>
              <a:ext uri="{FF2B5EF4-FFF2-40B4-BE49-F238E27FC236}">
                <a16:creationId xmlns:a16="http://schemas.microsoft.com/office/drawing/2014/main" id="{380B9059-6AA7-9E4F-BC56-F30289A262EA}"/>
              </a:ext>
            </a:extLst>
          </p:cNvPr>
          <p:cNvSpPr/>
          <p:nvPr userDrawn="1"/>
        </p:nvSpPr>
        <p:spPr>
          <a:xfrm rot="5400000">
            <a:off x="941355" y="3612018"/>
            <a:ext cx="1225219" cy="1056223"/>
          </a:xfrm>
          <a:prstGeom prst="hexagon">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23" name="六边形 22">
            <a:extLst>
              <a:ext uri="{FF2B5EF4-FFF2-40B4-BE49-F238E27FC236}">
                <a16:creationId xmlns:a16="http://schemas.microsoft.com/office/drawing/2014/main" id="{D71D36F9-1B1C-094A-A062-19A46A7AB388}"/>
              </a:ext>
            </a:extLst>
          </p:cNvPr>
          <p:cNvSpPr/>
          <p:nvPr userDrawn="1"/>
        </p:nvSpPr>
        <p:spPr>
          <a:xfrm rot="5400000">
            <a:off x="1484022" y="2632538"/>
            <a:ext cx="1944550" cy="1676336"/>
          </a:xfrm>
          <a:prstGeom prst="hexagon">
            <a:avLst/>
          </a:prstGeom>
          <a:solidFill>
            <a:schemeClr val="bg1"/>
          </a:solidFill>
          <a:ln w="1143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1" name="文本占位符 3">
            <a:extLst>
              <a:ext uri="{FF2B5EF4-FFF2-40B4-BE49-F238E27FC236}">
                <a16:creationId xmlns:a16="http://schemas.microsoft.com/office/drawing/2014/main" id="{34600FE5-8DCA-46AA-AB57-2E40352BF074}"/>
              </a:ext>
            </a:extLst>
          </p:cNvPr>
          <p:cNvSpPr>
            <a:spLocks noGrp="1"/>
          </p:cNvSpPr>
          <p:nvPr>
            <p:ph type="body" sz="quarter" idx="10" hasCustomPrompt="1"/>
          </p:nvPr>
        </p:nvSpPr>
        <p:spPr>
          <a:xfrm>
            <a:off x="5126584" y="1436556"/>
            <a:ext cx="5760538" cy="4710244"/>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tabLst/>
              <a:defRPr sz="18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585" indent="0">
              <a:buNone/>
              <a:defRPr/>
            </a:lvl2pPr>
            <a:lvl3pPr marL="1219170" indent="0">
              <a:buNone/>
              <a:defRPr/>
            </a:lvl3pPr>
            <a:lvl4pPr marL="1828755"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17" name="标题占位符 1">
            <a:extLst>
              <a:ext uri="{FF2B5EF4-FFF2-40B4-BE49-F238E27FC236}">
                <a16:creationId xmlns:a16="http://schemas.microsoft.com/office/drawing/2014/main" id="{EBBF2F2F-D96E-4638-A53F-CD7237FF5C1E}"/>
              </a:ext>
            </a:extLst>
          </p:cNvPr>
          <p:cNvSpPr txBox="1">
            <a:spLocks noChangeArrowheads="1"/>
          </p:cNvSpPr>
          <p:nvPr userDrawn="1"/>
        </p:nvSpPr>
        <p:spPr bwMode="auto">
          <a:xfrm>
            <a:off x="1695420" y="2987770"/>
            <a:ext cx="1567542"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2pPr>
            <a:lvl3pPr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3pPr>
            <a:lvl4pPr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4pPr>
            <a:lvl5pPr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5pPr>
            <a:lvl6pPr marL="342900"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6pPr>
            <a:lvl7pPr marL="685800"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7pPr>
            <a:lvl8pPr marL="1028700"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8pPr>
            <a:lvl9pPr marL="1371600"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9pPr>
          </a:lstStyle>
          <a:p>
            <a:pPr algn="ctr"/>
            <a:r>
              <a:rPr lang="zh-CN" altLang="en-US" sz="4000" dirty="0">
                <a:latin typeface="阿里巴巴普惠体" panose="00020600040101010101" pitchFamily="18" charset="-122"/>
                <a:ea typeface="阿里巴巴普惠体" panose="00020600040101010101" pitchFamily="18" charset="-122"/>
                <a:cs typeface="阿里巴巴普惠体" panose="00020600040101010101" pitchFamily="18" charset="-122"/>
              </a:rPr>
              <a:t>思考</a:t>
            </a:r>
          </a:p>
        </p:txBody>
      </p:sp>
      <p:sp>
        <p:nvSpPr>
          <p:cNvPr id="20" name="标题 1">
            <a:extLst>
              <a:ext uri="{FF2B5EF4-FFF2-40B4-BE49-F238E27FC236}">
                <a16:creationId xmlns:a16="http://schemas.microsoft.com/office/drawing/2014/main" id="{493FA365-EB18-4C49-B470-79A013EED4C7}"/>
              </a:ext>
            </a:extLst>
          </p:cNvPr>
          <p:cNvSpPr>
            <a:spLocks noGrp="1"/>
          </p:cNvSpPr>
          <p:nvPr userDrawn="1">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Alibaba PuHuiTi B" pitchFamily="18" charset="-122"/>
                <a:ea typeface="Alibaba PuHuiTi B" pitchFamily="18" charset="-122"/>
                <a:cs typeface="Alibaba PuHuiTi B"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p>
        </p:txBody>
      </p:sp>
      <p:sp>
        <p:nvSpPr>
          <p:cNvPr id="24" name="六边形 23">
            <a:extLst>
              <a:ext uri="{FF2B5EF4-FFF2-40B4-BE49-F238E27FC236}">
                <a16:creationId xmlns:a16="http://schemas.microsoft.com/office/drawing/2014/main" id="{745B08E3-3066-3844-87E9-46D7426765C6}"/>
              </a:ext>
            </a:extLst>
          </p:cNvPr>
          <p:cNvSpPr/>
          <p:nvPr userDrawn="1"/>
        </p:nvSpPr>
        <p:spPr>
          <a:xfrm rot="5400000">
            <a:off x="3294074" y="2254203"/>
            <a:ext cx="566610" cy="488457"/>
          </a:xfrm>
          <a:prstGeom prst="hexagon">
            <a:avLst/>
          </a:prstGeom>
          <a:solidFill>
            <a:srgbClr val="AD2B26"/>
          </a:solidFill>
          <a:ln w="762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5" name="六边形 24">
            <a:extLst>
              <a:ext uri="{FF2B5EF4-FFF2-40B4-BE49-F238E27FC236}">
                <a16:creationId xmlns:a16="http://schemas.microsoft.com/office/drawing/2014/main" id="{B7A42CA5-7885-7642-B20D-B92B35099CBC}"/>
              </a:ext>
            </a:extLst>
          </p:cNvPr>
          <p:cNvSpPr/>
          <p:nvPr userDrawn="1"/>
        </p:nvSpPr>
        <p:spPr>
          <a:xfrm rot="5400000">
            <a:off x="1198356" y="4231536"/>
            <a:ext cx="298934" cy="257702"/>
          </a:xfrm>
          <a:prstGeom prst="hexagon">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26" name="六边形 25">
            <a:extLst>
              <a:ext uri="{FF2B5EF4-FFF2-40B4-BE49-F238E27FC236}">
                <a16:creationId xmlns:a16="http://schemas.microsoft.com/office/drawing/2014/main" id="{DE7B2235-1C6B-6B44-BC4F-1EC9BD8B9D8D}"/>
              </a:ext>
            </a:extLst>
          </p:cNvPr>
          <p:cNvSpPr/>
          <p:nvPr userDrawn="1"/>
        </p:nvSpPr>
        <p:spPr>
          <a:xfrm rot="5400000">
            <a:off x="3642476" y="4490365"/>
            <a:ext cx="566612" cy="488459"/>
          </a:xfrm>
          <a:prstGeom prst="hexagon">
            <a:avLst/>
          </a:prstGeom>
          <a:noFill/>
          <a:ln w="1905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0" name="六边形 29">
            <a:extLst>
              <a:ext uri="{FF2B5EF4-FFF2-40B4-BE49-F238E27FC236}">
                <a16:creationId xmlns:a16="http://schemas.microsoft.com/office/drawing/2014/main" id="{5BF818FD-51C6-E54A-9D53-783E1313F19E}"/>
              </a:ext>
            </a:extLst>
          </p:cNvPr>
          <p:cNvSpPr/>
          <p:nvPr userDrawn="1"/>
        </p:nvSpPr>
        <p:spPr>
          <a:xfrm rot="5400000">
            <a:off x="1190641" y="1820150"/>
            <a:ext cx="854974" cy="737047"/>
          </a:xfrm>
          <a:prstGeom prst="hexagon">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Tree>
    <p:extLst>
      <p:ext uri="{BB962C8B-B14F-4D97-AF65-F5344CB8AC3E}">
        <p14:creationId xmlns:p14="http://schemas.microsoft.com/office/powerpoint/2010/main" val="23611379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总结页">
    <p:spTree>
      <p:nvGrpSpPr>
        <p:cNvPr id="1" name=""/>
        <p:cNvGrpSpPr/>
        <p:nvPr/>
      </p:nvGrpSpPr>
      <p:grpSpPr>
        <a:xfrm>
          <a:off x="0" y="0"/>
          <a:ext cx="0" cy="0"/>
          <a:chOff x="0" y="0"/>
          <a:chExt cx="0" cy="0"/>
        </a:xfrm>
      </p:grpSpPr>
      <p:sp>
        <p:nvSpPr>
          <p:cNvPr id="8" name="文本占位符 3">
            <a:extLst>
              <a:ext uri="{FF2B5EF4-FFF2-40B4-BE49-F238E27FC236}">
                <a16:creationId xmlns:a16="http://schemas.microsoft.com/office/drawing/2014/main" id="{34600FE5-8DCA-46AA-AB57-2E40352BF074}"/>
              </a:ext>
            </a:extLst>
          </p:cNvPr>
          <p:cNvSpPr>
            <a:spLocks noGrp="1"/>
          </p:cNvSpPr>
          <p:nvPr>
            <p:ph type="body" sz="quarter" idx="10" hasCustomPrompt="1"/>
          </p:nvPr>
        </p:nvSpPr>
        <p:spPr>
          <a:xfrm>
            <a:off x="5126584" y="1463040"/>
            <a:ext cx="5760538" cy="4511040"/>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tabLst/>
              <a:defRPr sz="1800">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585" indent="0">
              <a:buNone/>
              <a:defRPr/>
            </a:lvl2pPr>
            <a:lvl3pPr marL="1219170" indent="0">
              <a:buNone/>
              <a:defRPr/>
            </a:lvl3pPr>
            <a:lvl4pPr marL="1828755"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10" name="标题占位符 1">
            <a:extLst>
              <a:ext uri="{FF2B5EF4-FFF2-40B4-BE49-F238E27FC236}">
                <a16:creationId xmlns:a16="http://schemas.microsoft.com/office/drawing/2014/main" id="{EBBF2F2F-D96E-4638-A53F-CD7237FF5C1E}"/>
              </a:ext>
            </a:extLst>
          </p:cNvPr>
          <p:cNvSpPr txBox="1">
            <a:spLocks noChangeArrowheads="1"/>
          </p:cNvSpPr>
          <p:nvPr userDrawn="1"/>
        </p:nvSpPr>
        <p:spPr bwMode="auto">
          <a:xfrm>
            <a:off x="0" y="2889250"/>
            <a:ext cx="5105400"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2pPr>
            <a:lvl3pPr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3pPr>
            <a:lvl4pPr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4pPr>
            <a:lvl5pPr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5pPr>
            <a:lvl6pPr marL="342900"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6pPr>
            <a:lvl7pPr marL="685800"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7pPr>
            <a:lvl8pPr marL="1028700"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8pPr>
            <a:lvl9pPr marL="1371600"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9pPr>
          </a:lstStyle>
          <a:p>
            <a:pPr algn="ctr">
              <a:defRPr/>
            </a:pPr>
            <a:r>
              <a:rPr lang="zh-CN" altLang="en-US" sz="4800" kern="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总结</a:t>
            </a:r>
            <a:endParaRPr lang="zh-TW" altLang="zh-CN" sz="4800" kern="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pSp>
        <p:nvGrpSpPr>
          <p:cNvPr id="9" name="组合 8"/>
          <p:cNvGrpSpPr/>
          <p:nvPr userDrawn="1"/>
        </p:nvGrpSpPr>
        <p:grpSpPr>
          <a:xfrm>
            <a:off x="710880" y="1928702"/>
            <a:ext cx="3587349" cy="3036721"/>
            <a:chOff x="864135" y="2246295"/>
            <a:chExt cx="3587349" cy="3036721"/>
          </a:xfrm>
        </p:grpSpPr>
        <p:sp>
          <p:nvSpPr>
            <p:cNvPr id="12" name="椭圆 11"/>
            <p:cNvSpPr/>
            <p:nvPr userDrawn="1"/>
          </p:nvSpPr>
          <p:spPr>
            <a:xfrm>
              <a:off x="1348310" y="4694927"/>
              <a:ext cx="588089" cy="588089"/>
            </a:xfrm>
            <a:prstGeom prst="ellipse">
              <a:avLst/>
            </a:prstGeom>
            <a:noFill/>
            <a:ln w="12700">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p:cNvSpPr/>
            <p:nvPr userDrawn="1"/>
          </p:nvSpPr>
          <p:spPr>
            <a:xfrm>
              <a:off x="2962055" y="4101828"/>
              <a:ext cx="926888" cy="926888"/>
            </a:xfrm>
            <a:prstGeom prst="ellipse">
              <a:avLst/>
            </a:prstGeom>
            <a:solidFill>
              <a:srgbClr val="515151">
                <a:alpha val="6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p:cNvSpPr/>
            <p:nvPr userDrawn="1"/>
          </p:nvSpPr>
          <p:spPr>
            <a:xfrm>
              <a:off x="2860808" y="2695667"/>
              <a:ext cx="1590676" cy="1590676"/>
            </a:xfrm>
            <a:prstGeom prst="ellipse">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椭圆 18"/>
            <p:cNvSpPr/>
            <p:nvPr userDrawn="1"/>
          </p:nvSpPr>
          <p:spPr>
            <a:xfrm>
              <a:off x="1642355" y="2871191"/>
              <a:ext cx="1924945" cy="1895739"/>
            </a:xfrm>
            <a:prstGeom prst="ellipse">
              <a:avLst/>
            </a:prstGeom>
            <a:solidFill>
              <a:schemeClr val="bg1"/>
            </a:solidFill>
            <a:ln w="1143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 name="椭圆 15"/>
            <p:cNvSpPr/>
            <p:nvPr userDrawn="1"/>
          </p:nvSpPr>
          <p:spPr>
            <a:xfrm>
              <a:off x="864135" y="2246295"/>
              <a:ext cx="804338" cy="804338"/>
            </a:xfrm>
            <a:prstGeom prst="ellipse">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userDrawn="1"/>
          </p:nvSpPr>
          <p:spPr>
            <a:xfrm>
              <a:off x="3257550" y="2352674"/>
              <a:ext cx="314325" cy="314325"/>
            </a:xfrm>
            <a:prstGeom prst="ellipse">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标题占位符 1">
              <a:extLst>
                <a:ext uri="{FF2B5EF4-FFF2-40B4-BE49-F238E27FC236}">
                  <a16:creationId xmlns:a16="http://schemas.microsoft.com/office/drawing/2014/main" id="{EBBF2F2F-D96E-4638-A53F-CD7237FF5C1E}"/>
                </a:ext>
              </a:extLst>
            </p:cNvPr>
            <p:cNvSpPr txBox="1">
              <a:spLocks noChangeArrowheads="1"/>
            </p:cNvSpPr>
            <p:nvPr userDrawn="1"/>
          </p:nvSpPr>
          <p:spPr bwMode="auto">
            <a:xfrm>
              <a:off x="1822066" y="3328761"/>
              <a:ext cx="1567542"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2pPr>
              <a:lvl3pPr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3pPr>
              <a:lvl4pPr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4pPr>
              <a:lvl5pPr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5pPr>
              <a:lvl6pPr marL="342900"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6pPr>
              <a:lvl7pPr marL="685800"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7pPr>
              <a:lvl8pPr marL="1028700"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8pPr>
              <a:lvl9pPr marL="1371600"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9pPr>
            </a:lstStyle>
            <a:p>
              <a:pPr algn="ctr"/>
              <a:r>
                <a:rPr lang="zh-CN" altLang="en-US" sz="4000" dirty="0">
                  <a:latin typeface="阿里巴巴普惠体" panose="00020600040101010101" pitchFamily="18" charset="-122"/>
                  <a:ea typeface="阿里巴巴普惠体" panose="00020600040101010101" pitchFamily="18" charset="-122"/>
                  <a:cs typeface="阿里巴巴普惠体" panose="00020600040101010101" pitchFamily="18" charset="-122"/>
                </a:rPr>
                <a:t>总结</a:t>
              </a:r>
            </a:p>
          </p:txBody>
        </p:sp>
      </p:grpSp>
      <p:sp>
        <p:nvSpPr>
          <p:cNvPr id="21" name="标题 1">
            <a:extLst>
              <a:ext uri="{FF2B5EF4-FFF2-40B4-BE49-F238E27FC236}">
                <a16:creationId xmlns:a16="http://schemas.microsoft.com/office/drawing/2014/main" id="{B0EF16AB-AE8A-5D46-82EA-397E62F9359F}"/>
              </a:ext>
            </a:extLst>
          </p:cNvPr>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Alibaba PuHuiTi B" pitchFamily="18" charset="-122"/>
                <a:ea typeface="Alibaba PuHuiTi B" pitchFamily="18" charset="-122"/>
                <a:cs typeface="Alibaba PuHuiTi B"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p>
        </p:txBody>
      </p:sp>
    </p:spTree>
    <p:extLst>
      <p:ext uri="{BB962C8B-B14F-4D97-AF65-F5344CB8AC3E}">
        <p14:creationId xmlns:p14="http://schemas.microsoft.com/office/powerpoint/2010/main" val="417009434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思路">
    <p:spTree>
      <p:nvGrpSpPr>
        <p:cNvPr id="1" name=""/>
        <p:cNvGrpSpPr/>
        <p:nvPr/>
      </p:nvGrpSpPr>
      <p:grpSpPr>
        <a:xfrm>
          <a:off x="0" y="0"/>
          <a:ext cx="0" cy="0"/>
          <a:chOff x="0" y="0"/>
          <a:chExt cx="0" cy="0"/>
        </a:xfrm>
      </p:grpSpPr>
      <p:sp>
        <p:nvSpPr>
          <p:cNvPr id="8" name="文本占位符 3">
            <a:extLst>
              <a:ext uri="{FF2B5EF4-FFF2-40B4-BE49-F238E27FC236}">
                <a16:creationId xmlns:a16="http://schemas.microsoft.com/office/drawing/2014/main" id="{34600FE5-8DCA-46AA-AB57-2E40352BF074}"/>
              </a:ext>
            </a:extLst>
          </p:cNvPr>
          <p:cNvSpPr>
            <a:spLocks noGrp="1"/>
          </p:cNvSpPr>
          <p:nvPr>
            <p:ph type="body" sz="quarter" idx="10" hasCustomPrompt="1"/>
          </p:nvPr>
        </p:nvSpPr>
        <p:spPr>
          <a:xfrm>
            <a:off x="5126584" y="1463040"/>
            <a:ext cx="5760538" cy="4511040"/>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tabLst/>
              <a:defRPr sz="1800">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585" indent="0">
              <a:buNone/>
              <a:defRPr/>
            </a:lvl2pPr>
            <a:lvl3pPr marL="1219170" indent="0">
              <a:buNone/>
              <a:defRPr/>
            </a:lvl3pPr>
            <a:lvl4pPr marL="1828755"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10" name="标题占位符 1">
            <a:extLst>
              <a:ext uri="{FF2B5EF4-FFF2-40B4-BE49-F238E27FC236}">
                <a16:creationId xmlns:a16="http://schemas.microsoft.com/office/drawing/2014/main" id="{EBBF2F2F-D96E-4638-A53F-CD7237FF5C1E}"/>
              </a:ext>
            </a:extLst>
          </p:cNvPr>
          <p:cNvSpPr txBox="1">
            <a:spLocks noChangeArrowheads="1"/>
          </p:cNvSpPr>
          <p:nvPr userDrawn="1"/>
        </p:nvSpPr>
        <p:spPr bwMode="auto">
          <a:xfrm>
            <a:off x="0" y="2889250"/>
            <a:ext cx="5105400"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2pPr>
            <a:lvl3pPr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3pPr>
            <a:lvl4pPr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4pPr>
            <a:lvl5pPr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5pPr>
            <a:lvl6pPr marL="342900"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6pPr>
            <a:lvl7pPr marL="685800"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7pPr>
            <a:lvl8pPr marL="1028700"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8pPr>
            <a:lvl9pPr marL="1371600"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9pPr>
          </a:lstStyle>
          <a:p>
            <a:pPr algn="ctr">
              <a:defRPr/>
            </a:pPr>
            <a:r>
              <a:rPr lang="zh-CN" altLang="en-US" sz="4800" kern="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总结</a:t>
            </a:r>
            <a:endParaRPr lang="zh-TW" altLang="zh-CN" sz="4800" kern="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21" name="标题 1">
            <a:extLst>
              <a:ext uri="{FF2B5EF4-FFF2-40B4-BE49-F238E27FC236}">
                <a16:creationId xmlns:a16="http://schemas.microsoft.com/office/drawing/2014/main" id="{B0EF16AB-AE8A-5D46-82EA-397E62F9359F}"/>
              </a:ext>
            </a:extLst>
          </p:cNvPr>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Alibaba PuHuiTi B" pitchFamily="18" charset="-122"/>
                <a:ea typeface="Alibaba PuHuiTi B" pitchFamily="18" charset="-122"/>
                <a:cs typeface="Alibaba PuHuiTi B"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p>
        </p:txBody>
      </p:sp>
      <p:sp>
        <p:nvSpPr>
          <p:cNvPr id="15" name="泪珠形 14">
            <a:extLst>
              <a:ext uri="{FF2B5EF4-FFF2-40B4-BE49-F238E27FC236}">
                <a16:creationId xmlns:a16="http://schemas.microsoft.com/office/drawing/2014/main" id="{0EFAFC56-5B16-1644-BDCA-117D21E2806E}"/>
              </a:ext>
            </a:extLst>
          </p:cNvPr>
          <p:cNvSpPr/>
          <p:nvPr userDrawn="1"/>
        </p:nvSpPr>
        <p:spPr>
          <a:xfrm>
            <a:off x="1013943" y="3264492"/>
            <a:ext cx="1399001" cy="1399001"/>
          </a:xfrm>
          <a:prstGeom prst="teardrop">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20" name="泪珠形 19">
            <a:extLst>
              <a:ext uri="{FF2B5EF4-FFF2-40B4-BE49-F238E27FC236}">
                <a16:creationId xmlns:a16="http://schemas.microsoft.com/office/drawing/2014/main" id="{02C17FF1-E140-B64F-AF1C-FE17A937E731}"/>
              </a:ext>
            </a:extLst>
          </p:cNvPr>
          <p:cNvSpPr/>
          <p:nvPr userDrawn="1"/>
        </p:nvSpPr>
        <p:spPr>
          <a:xfrm>
            <a:off x="1645363" y="2434299"/>
            <a:ext cx="2017950" cy="2017950"/>
          </a:xfrm>
          <a:prstGeom prst="teardrop">
            <a:avLst/>
          </a:prstGeom>
          <a:solidFill>
            <a:schemeClr val="bg1"/>
          </a:solidFill>
          <a:ln w="114300">
            <a:solidFill>
              <a:srgbClr val="B6020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22" name="标题占位符 1">
            <a:extLst>
              <a:ext uri="{FF2B5EF4-FFF2-40B4-BE49-F238E27FC236}">
                <a16:creationId xmlns:a16="http://schemas.microsoft.com/office/drawing/2014/main" id="{F639FB5D-6047-3448-A319-F4FD2BA72BB3}"/>
              </a:ext>
            </a:extLst>
          </p:cNvPr>
          <p:cNvSpPr txBox="1">
            <a:spLocks noChangeArrowheads="1"/>
          </p:cNvSpPr>
          <p:nvPr userDrawn="1"/>
        </p:nvSpPr>
        <p:spPr bwMode="auto">
          <a:xfrm>
            <a:off x="1938193" y="2679748"/>
            <a:ext cx="1567542" cy="154657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2pPr>
            <a:lvl3pPr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3pPr>
            <a:lvl4pPr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4pPr>
            <a:lvl5pPr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5pPr>
            <a:lvl6pPr marL="342900"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6pPr>
            <a:lvl7pPr marL="685800"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7pPr>
            <a:lvl8pPr marL="1028700"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8pPr>
            <a:lvl9pPr marL="1371600"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9pPr>
          </a:lstStyle>
          <a:p>
            <a:pPr algn="ctr"/>
            <a:r>
              <a:rPr lang="zh-CN" altLang="en-US" sz="3600" dirty="0">
                <a:latin typeface="阿里巴巴普惠体" panose="00020600040101010101" pitchFamily="18" charset="-122"/>
                <a:ea typeface="阿里巴巴普惠体" panose="00020600040101010101" pitchFamily="18" charset="-122"/>
                <a:cs typeface="阿里巴巴普惠体" panose="00020600040101010101" pitchFamily="18" charset="-122"/>
              </a:rPr>
              <a:t>思路</a:t>
            </a:r>
            <a:endParaRPr lang="en-US" altLang="zh-CN" sz="36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23" name="泪珠形 22">
            <a:extLst>
              <a:ext uri="{FF2B5EF4-FFF2-40B4-BE49-F238E27FC236}">
                <a16:creationId xmlns:a16="http://schemas.microsoft.com/office/drawing/2014/main" id="{0C1BFADD-1066-B04B-BD99-C7E20F0FA73E}"/>
              </a:ext>
            </a:extLst>
          </p:cNvPr>
          <p:cNvSpPr/>
          <p:nvPr userDrawn="1"/>
        </p:nvSpPr>
        <p:spPr>
          <a:xfrm>
            <a:off x="3663313" y="4089233"/>
            <a:ext cx="439924" cy="439924"/>
          </a:xfrm>
          <a:prstGeom prst="teardrop">
            <a:avLst/>
          </a:prstGeom>
          <a:solidFill>
            <a:srgbClr val="515151">
              <a:alpha val="6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24" name="泪珠形 23">
            <a:extLst>
              <a:ext uri="{FF2B5EF4-FFF2-40B4-BE49-F238E27FC236}">
                <a16:creationId xmlns:a16="http://schemas.microsoft.com/office/drawing/2014/main" id="{20149FF9-71F5-FB43-A7A0-BB0C90CB4486}"/>
              </a:ext>
            </a:extLst>
          </p:cNvPr>
          <p:cNvSpPr/>
          <p:nvPr userDrawn="1"/>
        </p:nvSpPr>
        <p:spPr>
          <a:xfrm>
            <a:off x="2152487" y="2051117"/>
            <a:ext cx="260457" cy="260457"/>
          </a:xfrm>
          <a:prstGeom prst="teardrop">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25" name="泪珠形 24">
            <a:extLst>
              <a:ext uri="{FF2B5EF4-FFF2-40B4-BE49-F238E27FC236}">
                <a16:creationId xmlns:a16="http://schemas.microsoft.com/office/drawing/2014/main" id="{098F3E8C-7A22-A34B-817A-438DDA0CAC1C}"/>
              </a:ext>
            </a:extLst>
          </p:cNvPr>
          <p:cNvSpPr/>
          <p:nvPr userDrawn="1"/>
        </p:nvSpPr>
        <p:spPr>
          <a:xfrm>
            <a:off x="844996" y="3381144"/>
            <a:ext cx="562210" cy="562210"/>
          </a:xfrm>
          <a:prstGeom prst="teardrop">
            <a:avLst/>
          </a:prstGeom>
          <a:noFill/>
          <a:ln w="12700">
            <a:solidFill>
              <a:srgbClr val="DE0014"/>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Tree>
    <p:extLst>
      <p:ext uri="{BB962C8B-B14F-4D97-AF65-F5344CB8AC3E}">
        <p14:creationId xmlns:p14="http://schemas.microsoft.com/office/powerpoint/2010/main" val="182068753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今日作业">
    <p:spTree>
      <p:nvGrpSpPr>
        <p:cNvPr id="1" name=""/>
        <p:cNvGrpSpPr/>
        <p:nvPr/>
      </p:nvGrpSpPr>
      <p:grpSpPr>
        <a:xfrm>
          <a:off x="0" y="0"/>
          <a:ext cx="0" cy="0"/>
          <a:chOff x="0" y="0"/>
          <a:chExt cx="0" cy="0"/>
        </a:xfrm>
      </p:grpSpPr>
      <p:sp>
        <p:nvSpPr>
          <p:cNvPr id="43" name="矩形 42">
            <a:extLst>
              <a:ext uri="{FF2B5EF4-FFF2-40B4-BE49-F238E27FC236}">
                <a16:creationId xmlns:a16="http://schemas.microsoft.com/office/drawing/2014/main" id="{4AB6E3BD-F819-724D-9482-568CE7A3A1F8}"/>
              </a:ext>
            </a:extLst>
          </p:cNvPr>
          <p:cNvSpPr/>
          <p:nvPr userDrawn="1"/>
        </p:nvSpPr>
        <p:spPr>
          <a:xfrm rot="2700000">
            <a:off x="3564412" y="3089727"/>
            <a:ext cx="936368" cy="936368"/>
          </a:xfrm>
          <a:prstGeom prst="rect">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39" name="矩形 38">
            <a:extLst>
              <a:ext uri="{FF2B5EF4-FFF2-40B4-BE49-F238E27FC236}">
                <a16:creationId xmlns:a16="http://schemas.microsoft.com/office/drawing/2014/main" id="{19BD6F73-BC4E-714F-81EB-5276C9B1460A}"/>
              </a:ext>
            </a:extLst>
          </p:cNvPr>
          <p:cNvSpPr/>
          <p:nvPr userDrawn="1"/>
        </p:nvSpPr>
        <p:spPr>
          <a:xfrm rot="2700000">
            <a:off x="3711024" y="4032814"/>
            <a:ext cx="643144" cy="643144"/>
          </a:xfrm>
          <a:prstGeom prst="rect">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41" name="矩形 40">
            <a:extLst>
              <a:ext uri="{FF2B5EF4-FFF2-40B4-BE49-F238E27FC236}">
                <a16:creationId xmlns:a16="http://schemas.microsoft.com/office/drawing/2014/main" id="{93788A09-8D86-D048-B1A9-A02E86D4E252}"/>
              </a:ext>
            </a:extLst>
          </p:cNvPr>
          <p:cNvSpPr/>
          <p:nvPr userDrawn="1"/>
        </p:nvSpPr>
        <p:spPr>
          <a:xfrm rot="2700000">
            <a:off x="1595908" y="2140629"/>
            <a:ext cx="219635" cy="219635"/>
          </a:xfrm>
          <a:prstGeom prst="rect">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42" name="矩形 41">
            <a:extLst>
              <a:ext uri="{FF2B5EF4-FFF2-40B4-BE49-F238E27FC236}">
                <a16:creationId xmlns:a16="http://schemas.microsoft.com/office/drawing/2014/main" id="{B9328185-789E-DD42-AA27-851035E2E6BA}"/>
              </a:ext>
            </a:extLst>
          </p:cNvPr>
          <p:cNvSpPr/>
          <p:nvPr userDrawn="1"/>
        </p:nvSpPr>
        <p:spPr>
          <a:xfrm rot="2700000">
            <a:off x="1559312" y="4247863"/>
            <a:ext cx="494750" cy="494750"/>
          </a:xfrm>
          <a:prstGeom prst="rect">
            <a:avLst/>
          </a:prstGeom>
          <a:solidFill>
            <a:srgbClr val="515151">
              <a:alpha val="6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44" name="矩形 43">
            <a:extLst>
              <a:ext uri="{FF2B5EF4-FFF2-40B4-BE49-F238E27FC236}">
                <a16:creationId xmlns:a16="http://schemas.microsoft.com/office/drawing/2014/main" id="{5F2080FE-05C6-2340-B7D7-FCDE4D780420}"/>
              </a:ext>
            </a:extLst>
          </p:cNvPr>
          <p:cNvSpPr/>
          <p:nvPr userDrawn="1"/>
        </p:nvSpPr>
        <p:spPr>
          <a:xfrm rot="2700000">
            <a:off x="986540" y="2161712"/>
            <a:ext cx="361655" cy="361655"/>
          </a:xfrm>
          <a:prstGeom prst="rect">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40" name="矩形 39">
            <a:extLst>
              <a:ext uri="{FF2B5EF4-FFF2-40B4-BE49-F238E27FC236}">
                <a16:creationId xmlns:a16="http://schemas.microsoft.com/office/drawing/2014/main" id="{990C36A6-06C1-0647-8725-306AE7D5DB42}"/>
              </a:ext>
            </a:extLst>
          </p:cNvPr>
          <p:cNvSpPr/>
          <p:nvPr userDrawn="1"/>
        </p:nvSpPr>
        <p:spPr>
          <a:xfrm rot="2700000">
            <a:off x="1815645" y="2537749"/>
            <a:ext cx="1828800" cy="1828800"/>
          </a:xfrm>
          <a:prstGeom prst="rect">
            <a:avLst/>
          </a:prstGeom>
          <a:solidFill>
            <a:schemeClr val="bg1"/>
          </a:solidFill>
          <a:ln w="1143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8" name="文本占位符 3">
            <a:extLst>
              <a:ext uri="{FF2B5EF4-FFF2-40B4-BE49-F238E27FC236}">
                <a16:creationId xmlns:a16="http://schemas.microsoft.com/office/drawing/2014/main" id="{34600FE5-8DCA-46AA-AB57-2E40352BF074}"/>
              </a:ext>
            </a:extLst>
          </p:cNvPr>
          <p:cNvSpPr>
            <a:spLocks noGrp="1"/>
          </p:cNvSpPr>
          <p:nvPr>
            <p:ph type="body" sz="quarter" idx="10" hasCustomPrompt="1"/>
          </p:nvPr>
        </p:nvSpPr>
        <p:spPr>
          <a:xfrm>
            <a:off x="5126584" y="1371600"/>
            <a:ext cx="5760538" cy="4673600"/>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tabLst/>
              <a:defRPr sz="1800">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585" indent="0">
              <a:buNone/>
              <a:defRPr/>
            </a:lvl2pPr>
            <a:lvl3pPr marL="1219170" indent="0">
              <a:buNone/>
              <a:defRPr/>
            </a:lvl3pPr>
            <a:lvl4pPr marL="1828755"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21" name="标题 1">
            <a:extLst>
              <a:ext uri="{FF2B5EF4-FFF2-40B4-BE49-F238E27FC236}">
                <a16:creationId xmlns:a16="http://schemas.microsoft.com/office/drawing/2014/main" id="{B0EF16AB-AE8A-5D46-82EA-397E62F9359F}"/>
              </a:ext>
            </a:extLst>
          </p:cNvPr>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Alibaba PuHuiTi B" pitchFamily="18" charset="-122"/>
                <a:ea typeface="Alibaba PuHuiTi B" pitchFamily="18" charset="-122"/>
                <a:cs typeface="Alibaba PuHuiTi B"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p>
        </p:txBody>
      </p:sp>
      <p:sp>
        <p:nvSpPr>
          <p:cNvPr id="33" name="标题占位符 1">
            <a:extLst>
              <a:ext uri="{FF2B5EF4-FFF2-40B4-BE49-F238E27FC236}">
                <a16:creationId xmlns:a16="http://schemas.microsoft.com/office/drawing/2014/main" id="{C9A22D05-8FDB-7546-BB47-01F708903CCD}"/>
              </a:ext>
            </a:extLst>
          </p:cNvPr>
          <p:cNvSpPr txBox="1">
            <a:spLocks noChangeArrowheads="1"/>
          </p:cNvSpPr>
          <p:nvPr userDrawn="1"/>
        </p:nvSpPr>
        <p:spPr bwMode="auto">
          <a:xfrm>
            <a:off x="1938193" y="2679748"/>
            <a:ext cx="1567542" cy="154657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2pPr>
            <a:lvl3pPr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3pPr>
            <a:lvl4pPr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4pPr>
            <a:lvl5pPr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5pPr>
            <a:lvl6pPr marL="342900"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6pPr>
            <a:lvl7pPr marL="685800"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7pPr>
            <a:lvl8pPr marL="1028700"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8pPr>
            <a:lvl9pPr marL="1371600"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9pPr>
          </a:lstStyle>
          <a:p>
            <a:pPr algn="ctr"/>
            <a:r>
              <a:rPr lang="zh-CN" altLang="en-US" sz="3600" dirty="0">
                <a:latin typeface="阿里巴巴普惠体" panose="00020600040101010101" pitchFamily="18" charset="-122"/>
                <a:ea typeface="阿里巴巴普惠体" panose="00020600040101010101" pitchFamily="18" charset="-122"/>
                <a:cs typeface="阿里巴巴普惠体" panose="00020600040101010101" pitchFamily="18" charset="-122"/>
              </a:rPr>
              <a:t>今日</a:t>
            </a:r>
            <a:endParaRPr lang="en-US" altLang="zh-CN" sz="36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pPr algn="ctr"/>
            <a:r>
              <a:rPr lang="zh-CN" altLang="en-US" sz="3600" dirty="0">
                <a:latin typeface="阿里巴巴普惠体" panose="00020600040101010101" pitchFamily="18" charset="-122"/>
                <a:ea typeface="阿里巴巴普惠体" panose="00020600040101010101" pitchFamily="18" charset="-122"/>
                <a:cs typeface="阿里巴巴普惠体" panose="00020600040101010101" pitchFamily="18" charset="-122"/>
              </a:rPr>
              <a:t>作业</a:t>
            </a:r>
          </a:p>
        </p:txBody>
      </p:sp>
      <p:sp>
        <p:nvSpPr>
          <p:cNvPr id="45" name="矩形 44">
            <a:extLst>
              <a:ext uri="{FF2B5EF4-FFF2-40B4-BE49-F238E27FC236}">
                <a16:creationId xmlns:a16="http://schemas.microsoft.com/office/drawing/2014/main" id="{9C7A4DAB-DC8A-9A43-A443-C9AE1D1E2698}"/>
              </a:ext>
            </a:extLst>
          </p:cNvPr>
          <p:cNvSpPr/>
          <p:nvPr userDrawn="1"/>
        </p:nvSpPr>
        <p:spPr>
          <a:xfrm rot="2700000">
            <a:off x="4273426" y="2466440"/>
            <a:ext cx="263657" cy="263657"/>
          </a:xfrm>
          <a:prstGeom prst="rect">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Tree>
    <p:extLst>
      <p:ext uri="{BB962C8B-B14F-4D97-AF65-F5344CB8AC3E}">
        <p14:creationId xmlns:p14="http://schemas.microsoft.com/office/powerpoint/2010/main" val="403392248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结束页">
    <p:spTree>
      <p:nvGrpSpPr>
        <p:cNvPr id="1" name=""/>
        <p:cNvGrpSpPr/>
        <p:nvPr/>
      </p:nvGrpSpPr>
      <p:grpSpPr>
        <a:xfrm>
          <a:off x="0" y="0"/>
          <a:ext cx="0" cy="0"/>
          <a:chOff x="0" y="0"/>
          <a:chExt cx="0" cy="0"/>
        </a:xfrm>
      </p:grpSpPr>
    </p:spTree>
    <p:extLst>
      <p:ext uri="{BB962C8B-B14F-4D97-AF65-F5344CB8AC3E}">
        <p14:creationId xmlns:p14="http://schemas.microsoft.com/office/powerpoint/2010/main" val="270415119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theme" Target="../theme/theme3.xml"/><Relationship Id="rId1" Type="http://schemas.openxmlformats.org/officeDocument/2006/relationships/slideLayout" Target="../slideLayouts/slideLayout3.xml"/><Relationship Id="rId4" Type="http://schemas.openxmlformats.org/officeDocument/2006/relationships/image" Target="../media/image3.svg"/></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4.xml"/></Relationships>
</file>

<file path=ppt/slideMasters/_rels/slideMaster5.xml.rels><?xml version="1.0" encoding="UTF-8" standalone="yes"?>
<Relationships xmlns="http://schemas.openxmlformats.org/package/2006/relationships"><Relationship Id="rId2" Type="http://schemas.openxmlformats.org/officeDocument/2006/relationships/theme" Target="../theme/theme5.xml"/><Relationship Id="rId1" Type="http://schemas.openxmlformats.org/officeDocument/2006/relationships/slideLayout" Target="../slideLayouts/slideLayout5.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13.xml"/><Relationship Id="rId13" Type="http://schemas.openxmlformats.org/officeDocument/2006/relationships/slideLayout" Target="../slideLayouts/slideLayout18.xml"/><Relationship Id="rId3" Type="http://schemas.openxmlformats.org/officeDocument/2006/relationships/slideLayout" Target="../slideLayouts/slideLayout8.xml"/><Relationship Id="rId7" Type="http://schemas.openxmlformats.org/officeDocument/2006/relationships/slideLayout" Target="../slideLayouts/slideLayout12.xml"/><Relationship Id="rId12" Type="http://schemas.openxmlformats.org/officeDocument/2006/relationships/slideLayout" Target="../slideLayouts/slideLayout17.xml"/><Relationship Id="rId17" Type="http://schemas.openxmlformats.org/officeDocument/2006/relationships/image" Target="../media/image4.png"/><Relationship Id="rId2" Type="http://schemas.openxmlformats.org/officeDocument/2006/relationships/slideLayout" Target="../slideLayouts/slideLayout7.xml"/><Relationship Id="rId16" Type="http://schemas.openxmlformats.org/officeDocument/2006/relationships/theme" Target="../theme/theme6.xml"/><Relationship Id="rId1" Type="http://schemas.openxmlformats.org/officeDocument/2006/relationships/slideLayout" Target="../slideLayouts/slideLayout6.xml"/><Relationship Id="rId6" Type="http://schemas.openxmlformats.org/officeDocument/2006/relationships/slideLayout" Target="../slideLayouts/slideLayout11.xml"/><Relationship Id="rId11" Type="http://schemas.openxmlformats.org/officeDocument/2006/relationships/slideLayout" Target="../slideLayouts/slideLayout16.xml"/><Relationship Id="rId5" Type="http://schemas.openxmlformats.org/officeDocument/2006/relationships/slideLayout" Target="../slideLayouts/slideLayout10.xml"/><Relationship Id="rId15" Type="http://schemas.openxmlformats.org/officeDocument/2006/relationships/slideLayout" Target="../slideLayouts/slideLayout20.xml"/><Relationship Id="rId10" Type="http://schemas.openxmlformats.org/officeDocument/2006/relationships/slideLayout" Target="../slideLayouts/slideLayout15.xml"/><Relationship Id="rId4" Type="http://schemas.openxmlformats.org/officeDocument/2006/relationships/slideLayout" Target="../slideLayouts/slideLayout9.xml"/><Relationship Id="rId9" Type="http://schemas.openxmlformats.org/officeDocument/2006/relationships/slideLayout" Target="../slideLayouts/slideLayout14.xml"/><Relationship Id="rId14" Type="http://schemas.openxmlformats.org/officeDocument/2006/relationships/slideLayout" Target="../slideLayouts/slideLayout19.xml"/></Relationships>
</file>

<file path=ppt/slideMasters/_rels/slideMaster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theme" Target="../theme/theme7.xml"/><Relationship Id="rId1"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6" name="图片 25">
            <a:extLst>
              <a:ext uri="{FF2B5EF4-FFF2-40B4-BE49-F238E27FC236}">
                <a16:creationId xmlns:a16="http://schemas.microsoft.com/office/drawing/2014/main" id="{D359BD9D-8F8C-A44C-91CC-CA8F5146AA4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721677" y="5726430"/>
            <a:ext cx="2748647" cy="448662"/>
          </a:xfrm>
          <a:prstGeom prst="rect">
            <a:avLst/>
          </a:prstGeom>
        </p:spPr>
      </p:pic>
      <p:sp>
        <p:nvSpPr>
          <p:cNvPr id="30" name="六边形 29">
            <a:extLst>
              <a:ext uri="{FF2B5EF4-FFF2-40B4-BE49-F238E27FC236}">
                <a16:creationId xmlns:a16="http://schemas.microsoft.com/office/drawing/2014/main" id="{6F51DA0D-EA98-B14B-A35B-7EDF8DBC5804}"/>
              </a:ext>
            </a:extLst>
          </p:cNvPr>
          <p:cNvSpPr/>
          <p:nvPr userDrawn="1"/>
        </p:nvSpPr>
        <p:spPr>
          <a:xfrm rot="5400000">
            <a:off x="8672366" y="-244234"/>
            <a:ext cx="1034350" cy="1136649"/>
          </a:xfrm>
          <a:custGeom>
            <a:avLst/>
            <a:gdLst>
              <a:gd name="connsiteX0" fmla="*/ 0 w 1318512"/>
              <a:gd name="connsiteY0" fmla="*/ 568325 h 1136649"/>
              <a:gd name="connsiteX1" fmla="*/ 284162 w 1318512"/>
              <a:gd name="connsiteY1" fmla="*/ 0 h 1136649"/>
              <a:gd name="connsiteX2" fmla="*/ 1034350 w 1318512"/>
              <a:gd name="connsiteY2" fmla="*/ 0 h 1136649"/>
              <a:gd name="connsiteX3" fmla="*/ 1318512 w 1318512"/>
              <a:gd name="connsiteY3" fmla="*/ 568325 h 1136649"/>
              <a:gd name="connsiteX4" fmla="*/ 1034350 w 1318512"/>
              <a:gd name="connsiteY4" fmla="*/ 1136649 h 1136649"/>
              <a:gd name="connsiteX5" fmla="*/ 284162 w 1318512"/>
              <a:gd name="connsiteY5" fmla="*/ 1136649 h 1136649"/>
              <a:gd name="connsiteX6" fmla="*/ 0 w 1318512"/>
              <a:gd name="connsiteY6" fmla="*/ 568325 h 1136649"/>
              <a:gd name="connsiteX0" fmla="*/ 0 w 1034350"/>
              <a:gd name="connsiteY0" fmla="*/ 1136649 h 1136649"/>
              <a:gd name="connsiteX1" fmla="*/ 0 w 1034350"/>
              <a:gd name="connsiteY1" fmla="*/ 0 h 1136649"/>
              <a:gd name="connsiteX2" fmla="*/ 750188 w 1034350"/>
              <a:gd name="connsiteY2" fmla="*/ 0 h 1136649"/>
              <a:gd name="connsiteX3" fmla="*/ 1034350 w 1034350"/>
              <a:gd name="connsiteY3" fmla="*/ 568325 h 1136649"/>
              <a:gd name="connsiteX4" fmla="*/ 750188 w 1034350"/>
              <a:gd name="connsiteY4" fmla="*/ 1136649 h 1136649"/>
              <a:gd name="connsiteX5" fmla="*/ 0 w 1034350"/>
              <a:gd name="connsiteY5" fmla="*/ 1136649 h 11366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34350" h="1136649">
                <a:moveTo>
                  <a:pt x="0" y="1136649"/>
                </a:moveTo>
                <a:lnTo>
                  <a:pt x="0" y="0"/>
                </a:lnTo>
                <a:lnTo>
                  <a:pt x="750188" y="0"/>
                </a:lnTo>
                <a:lnTo>
                  <a:pt x="1034350" y="568325"/>
                </a:lnTo>
                <a:lnTo>
                  <a:pt x="750188" y="1136649"/>
                </a:lnTo>
                <a:lnTo>
                  <a:pt x="0" y="1136649"/>
                </a:lnTo>
                <a:close/>
              </a:path>
            </a:pathLst>
          </a:cu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1" name="六边形 30">
            <a:extLst>
              <a:ext uri="{FF2B5EF4-FFF2-40B4-BE49-F238E27FC236}">
                <a16:creationId xmlns:a16="http://schemas.microsoft.com/office/drawing/2014/main" id="{B0F52978-FC9E-FC46-A244-4605B31E7CC6}"/>
              </a:ext>
            </a:extLst>
          </p:cNvPr>
          <p:cNvSpPr/>
          <p:nvPr userDrawn="1"/>
        </p:nvSpPr>
        <p:spPr>
          <a:xfrm rot="5400000">
            <a:off x="9521078" y="753888"/>
            <a:ext cx="523072" cy="450925"/>
          </a:xfrm>
          <a:prstGeom prst="hexagon">
            <a:avLst/>
          </a:prstGeom>
          <a:solidFill>
            <a:srgbClr val="49504F">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2" name="六边形 31">
            <a:extLst>
              <a:ext uri="{FF2B5EF4-FFF2-40B4-BE49-F238E27FC236}">
                <a16:creationId xmlns:a16="http://schemas.microsoft.com/office/drawing/2014/main" id="{6677D3A6-DA28-9444-815A-4524D9FED995}"/>
              </a:ext>
            </a:extLst>
          </p:cNvPr>
          <p:cNvSpPr/>
          <p:nvPr userDrawn="1"/>
        </p:nvSpPr>
        <p:spPr>
          <a:xfrm rot="5400000">
            <a:off x="8027944" y="996957"/>
            <a:ext cx="523072" cy="450925"/>
          </a:xfrm>
          <a:prstGeom prst="hexagon">
            <a:avLst/>
          </a:prstGeom>
          <a:no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3" name="六边形 32">
            <a:extLst>
              <a:ext uri="{FF2B5EF4-FFF2-40B4-BE49-F238E27FC236}">
                <a16:creationId xmlns:a16="http://schemas.microsoft.com/office/drawing/2014/main" id="{B3967B50-7DD6-B247-97B6-4844195F68D5}"/>
              </a:ext>
            </a:extLst>
          </p:cNvPr>
          <p:cNvSpPr/>
          <p:nvPr userDrawn="1"/>
        </p:nvSpPr>
        <p:spPr>
          <a:xfrm rot="5400000">
            <a:off x="10287577" y="140894"/>
            <a:ext cx="196767" cy="169627"/>
          </a:xfrm>
          <a:prstGeom prst="hexagon">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4" name="六边形 33">
            <a:extLst>
              <a:ext uri="{FF2B5EF4-FFF2-40B4-BE49-F238E27FC236}">
                <a16:creationId xmlns:a16="http://schemas.microsoft.com/office/drawing/2014/main" id="{4C290A33-8D65-DC47-BE12-79B4B22A299D}"/>
              </a:ext>
            </a:extLst>
          </p:cNvPr>
          <p:cNvSpPr/>
          <p:nvPr userDrawn="1"/>
        </p:nvSpPr>
        <p:spPr>
          <a:xfrm rot="5400000">
            <a:off x="3684719" y="893697"/>
            <a:ext cx="886529" cy="764250"/>
          </a:xfrm>
          <a:prstGeom prst="hexagon">
            <a:avLst/>
          </a:prstGeom>
          <a:noFill/>
          <a:ln w="9525">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5" name="六边形 34">
            <a:extLst>
              <a:ext uri="{FF2B5EF4-FFF2-40B4-BE49-F238E27FC236}">
                <a16:creationId xmlns:a16="http://schemas.microsoft.com/office/drawing/2014/main" id="{E0867641-ABCE-C84A-84A4-696E52E6543B}"/>
              </a:ext>
            </a:extLst>
          </p:cNvPr>
          <p:cNvSpPr/>
          <p:nvPr userDrawn="1"/>
        </p:nvSpPr>
        <p:spPr>
          <a:xfrm rot="5400000">
            <a:off x="11266257" y="1225116"/>
            <a:ext cx="206955" cy="178410"/>
          </a:xfrm>
          <a:prstGeom prst="hexagon">
            <a:avLst/>
          </a:prstGeom>
          <a:noFill/>
          <a:ln w="9525">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6" name="六边形 35">
            <a:extLst>
              <a:ext uri="{FF2B5EF4-FFF2-40B4-BE49-F238E27FC236}">
                <a16:creationId xmlns:a16="http://schemas.microsoft.com/office/drawing/2014/main" id="{3DC81806-A479-FD47-B1B6-A77189F32D48}"/>
              </a:ext>
            </a:extLst>
          </p:cNvPr>
          <p:cNvSpPr/>
          <p:nvPr userDrawn="1"/>
        </p:nvSpPr>
        <p:spPr>
          <a:xfrm rot="5400000">
            <a:off x="918490" y="676500"/>
            <a:ext cx="206955" cy="178410"/>
          </a:xfrm>
          <a:prstGeom prst="hexagon">
            <a:avLst/>
          </a:prstGeom>
          <a:solidFill>
            <a:srgbClr val="AD2B26"/>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7" name="六边形 36">
            <a:extLst>
              <a:ext uri="{FF2B5EF4-FFF2-40B4-BE49-F238E27FC236}">
                <a16:creationId xmlns:a16="http://schemas.microsoft.com/office/drawing/2014/main" id="{D15987B7-89CB-8549-AEE5-ADD4AED257B7}"/>
              </a:ext>
            </a:extLst>
          </p:cNvPr>
          <p:cNvSpPr/>
          <p:nvPr userDrawn="1"/>
        </p:nvSpPr>
        <p:spPr>
          <a:xfrm rot="5400000">
            <a:off x="4564916" y="775592"/>
            <a:ext cx="369001" cy="318105"/>
          </a:xfrm>
          <a:prstGeom prst="hexagon">
            <a:avLst/>
          </a:prstGeom>
          <a:solidFill>
            <a:schemeClr val="bg1">
              <a:lumMod val="9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3" name="直线连接符 2">
            <a:extLst>
              <a:ext uri="{FF2B5EF4-FFF2-40B4-BE49-F238E27FC236}">
                <a16:creationId xmlns:a16="http://schemas.microsoft.com/office/drawing/2014/main" id="{382A540C-45FC-EB45-96D5-1EA0511DAF21}"/>
              </a:ext>
            </a:extLst>
          </p:cNvPr>
          <p:cNvCxnSpPr>
            <a:cxnSpLocks/>
          </p:cNvCxnSpPr>
          <p:nvPr userDrawn="1"/>
        </p:nvCxnSpPr>
        <p:spPr>
          <a:xfrm>
            <a:off x="9997213" y="1131213"/>
            <a:ext cx="647089" cy="39664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1" name="直线连接符 40">
            <a:extLst>
              <a:ext uri="{FF2B5EF4-FFF2-40B4-BE49-F238E27FC236}">
                <a16:creationId xmlns:a16="http://schemas.microsoft.com/office/drawing/2014/main" id="{28569DD6-18D5-5D45-BC4E-E4C2727B945C}"/>
              </a:ext>
            </a:extLst>
          </p:cNvPr>
          <p:cNvCxnSpPr>
            <a:cxnSpLocks/>
          </p:cNvCxnSpPr>
          <p:nvPr userDrawn="1"/>
        </p:nvCxnSpPr>
        <p:spPr>
          <a:xfrm>
            <a:off x="3898416" y="466240"/>
            <a:ext cx="691948" cy="36631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47860066"/>
      </p:ext>
    </p:extLst>
  </p:cSld>
  <p:clrMap bg1="lt1" tx1="dk1" bg2="lt2" tx2="dk2" accent1="accent1" accent2="accent2" accent3="accent3" accent4="accent4" accent5="accent5" accent6="accent6" hlink="hlink" folHlink="folHlink"/>
  <p:sldLayoutIdLst>
    <p:sldLayoutId id="2147483697" r:id="rId1"/>
  </p:sldLayoutIdLst>
  <p:txStyles>
    <p:titleStyle>
      <a:lvl1pPr algn="ctr" rtl="0" eaLnBrk="0" fontAlgn="base" hangingPunct="0">
        <a:spcBef>
          <a:spcPct val="0"/>
        </a:spcBef>
        <a:spcAft>
          <a:spcPct val="0"/>
        </a:spcAft>
        <a:defRPr sz="5867" kern="1200">
          <a:solidFill>
            <a:schemeClr val="tx1"/>
          </a:solidFill>
          <a:latin typeface="+mj-lt"/>
          <a:ea typeface="+mj-ea"/>
          <a:cs typeface="+mj-cs"/>
        </a:defRPr>
      </a:lvl1pPr>
      <a:lvl2pPr algn="ctr" rtl="0" eaLnBrk="0" fontAlgn="base" hangingPunct="0">
        <a:spcBef>
          <a:spcPct val="0"/>
        </a:spcBef>
        <a:spcAft>
          <a:spcPct val="0"/>
        </a:spcAft>
        <a:defRPr sz="5867">
          <a:solidFill>
            <a:schemeClr val="tx1"/>
          </a:solidFill>
          <a:latin typeface="Calibri" pitchFamily="34" charset="0"/>
          <a:ea typeface="黑体" pitchFamily="49" charset="-122"/>
        </a:defRPr>
      </a:lvl2pPr>
      <a:lvl3pPr algn="ctr" rtl="0" eaLnBrk="0" fontAlgn="base" hangingPunct="0">
        <a:spcBef>
          <a:spcPct val="0"/>
        </a:spcBef>
        <a:spcAft>
          <a:spcPct val="0"/>
        </a:spcAft>
        <a:defRPr sz="5867">
          <a:solidFill>
            <a:schemeClr val="tx1"/>
          </a:solidFill>
          <a:latin typeface="Calibri" pitchFamily="34" charset="0"/>
          <a:ea typeface="黑体" pitchFamily="49" charset="-122"/>
        </a:defRPr>
      </a:lvl3pPr>
      <a:lvl4pPr algn="ctr" rtl="0" eaLnBrk="0" fontAlgn="base" hangingPunct="0">
        <a:spcBef>
          <a:spcPct val="0"/>
        </a:spcBef>
        <a:spcAft>
          <a:spcPct val="0"/>
        </a:spcAft>
        <a:defRPr sz="5867">
          <a:solidFill>
            <a:schemeClr val="tx1"/>
          </a:solidFill>
          <a:latin typeface="Calibri" pitchFamily="34" charset="0"/>
          <a:ea typeface="黑体" pitchFamily="49" charset="-122"/>
        </a:defRPr>
      </a:lvl4pPr>
      <a:lvl5pPr algn="ctr" rtl="0" eaLnBrk="0" fontAlgn="base" hangingPunct="0">
        <a:spcBef>
          <a:spcPct val="0"/>
        </a:spcBef>
        <a:spcAft>
          <a:spcPct val="0"/>
        </a:spcAft>
        <a:defRPr sz="5867">
          <a:solidFill>
            <a:schemeClr val="tx1"/>
          </a:solidFill>
          <a:latin typeface="Calibri" pitchFamily="34" charset="0"/>
          <a:ea typeface="黑体" pitchFamily="49" charset="-122"/>
        </a:defRPr>
      </a:lvl5pPr>
      <a:lvl6pPr marL="609585" algn="ctr" rtl="0" fontAlgn="base">
        <a:spcBef>
          <a:spcPct val="0"/>
        </a:spcBef>
        <a:spcAft>
          <a:spcPct val="0"/>
        </a:spcAft>
        <a:defRPr sz="5867">
          <a:solidFill>
            <a:schemeClr val="tx1"/>
          </a:solidFill>
          <a:latin typeface="Calibri" pitchFamily="34" charset="0"/>
          <a:ea typeface="宋体" charset="-122"/>
        </a:defRPr>
      </a:lvl6pPr>
      <a:lvl7pPr marL="1219170" algn="ctr" rtl="0" fontAlgn="base">
        <a:spcBef>
          <a:spcPct val="0"/>
        </a:spcBef>
        <a:spcAft>
          <a:spcPct val="0"/>
        </a:spcAft>
        <a:defRPr sz="5867">
          <a:solidFill>
            <a:schemeClr val="tx1"/>
          </a:solidFill>
          <a:latin typeface="Calibri" pitchFamily="34" charset="0"/>
          <a:ea typeface="宋体" charset="-122"/>
        </a:defRPr>
      </a:lvl7pPr>
      <a:lvl8pPr marL="1828754" algn="ctr" rtl="0" fontAlgn="base">
        <a:spcBef>
          <a:spcPct val="0"/>
        </a:spcBef>
        <a:spcAft>
          <a:spcPct val="0"/>
        </a:spcAft>
        <a:defRPr sz="5867">
          <a:solidFill>
            <a:schemeClr val="tx1"/>
          </a:solidFill>
          <a:latin typeface="Calibri" pitchFamily="34" charset="0"/>
          <a:ea typeface="宋体" charset="-122"/>
        </a:defRPr>
      </a:lvl8pPr>
      <a:lvl9pPr marL="2438339" algn="ctr" rtl="0" fontAlgn="base">
        <a:spcBef>
          <a:spcPct val="0"/>
        </a:spcBef>
        <a:spcAft>
          <a:spcPct val="0"/>
        </a:spcAft>
        <a:defRPr sz="5867">
          <a:solidFill>
            <a:schemeClr val="tx1"/>
          </a:solidFill>
          <a:latin typeface="Calibri" pitchFamily="34" charset="0"/>
          <a:ea typeface="宋体" charset="-122"/>
        </a:defRPr>
      </a:lvl9pPr>
    </p:titleStyle>
    <p:bodyStyle>
      <a:lvl1pPr marL="457189" indent="-457189" algn="l" rtl="0" eaLnBrk="0" fontAlgn="base" hangingPunct="0">
        <a:spcBef>
          <a:spcPct val="20000"/>
        </a:spcBef>
        <a:spcAft>
          <a:spcPct val="0"/>
        </a:spcAft>
        <a:buFont typeface="Arial" panose="020B0604020202020204" pitchFamily="34" charset="0"/>
        <a:buChar char="•"/>
        <a:defRPr sz="4267" kern="1200">
          <a:solidFill>
            <a:schemeClr val="tx1"/>
          </a:solidFill>
          <a:latin typeface="+mn-lt"/>
          <a:ea typeface="+mn-ea"/>
          <a:cs typeface="+mn-cs"/>
        </a:defRPr>
      </a:lvl1pPr>
      <a:lvl2pPr marL="990575" indent="-380990" algn="l" rtl="0" eaLnBrk="0" fontAlgn="base" hangingPunct="0">
        <a:spcBef>
          <a:spcPct val="20000"/>
        </a:spcBef>
        <a:spcAft>
          <a:spcPct val="0"/>
        </a:spcAft>
        <a:buFont typeface="Arial" panose="020B0604020202020204" pitchFamily="34" charset="0"/>
        <a:buChar char="–"/>
        <a:defRPr sz="3733" kern="1200">
          <a:solidFill>
            <a:schemeClr val="tx1"/>
          </a:solidFill>
          <a:latin typeface="+mn-lt"/>
          <a:ea typeface="+mn-ea"/>
          <a:cs typeface="+mn-cs"/>
        </a:defRPr>
      </a:lvl2pPr>
      <a:lvl3pPr marL="1523962" indent="-304792"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p:bodyStyle>
    <p:otherStyle>
      <a:defPPr>
        <a:defRPr lang="zh-CN"/>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1" name="矩形 10">
            <a:extLst>
              <a:ext uri="{FF2B5EF4-FFF2-40B4-BE49-F238E27FC236}">
                <a16:creationId xmlns:a16="http://schemas.microsoft.com/office/drawing/2014/main" id="{4BCEE7AE-CF55-47A2-9D29-09373E3D62B5}"/>
              </a:ext>
            </a:extLst>
          </p:cNvPr>
          <p:cNvSpPr/>
          <p:nvPr userDrawn="1"/>
        </p:nvSpPr>
        <p:spPr bwMode="auto">
          <a:xfrm>
            <a:off x="10890251" y="6786000"/>
            <a:ext cx="1301749" cy="72000"/>
          </a:xfrm>
          <a:prstGeom prst="rect">
            <a:avLst/>
          </a:prstGeom>
          <a:solidFill>
            <a:srgbClr val="49504F"/>
          </a:solidFill>
          <a:ln w="9525" cap="flat" cmpd="sng" algn="ctr">
            <a:noFill/>
            <a:prstDash val="solid"/>
            <a:round/>
            <a:headEnd type="none" w="med" len="med"/>
            <a:tailEnd type="none" w="med" len="med"/>
          </a:ln>
          <a:effectLst/>
        </p:spPr>
        <p:txBody>
          <a:bodyPr/>
          <a:lstStyle/>
          <a:p>
            <a:pPr>
              <a:buFont typeface="Arial" pitchFamily="34" charset="0"/>
              <a:buNone/>
              <a:defRPr/>
            </a:pPr>
            <a:endParaRPr lang="zh-CN" altLang="en-US" sz="2400">
              <a:latin typeface="Segoe UI" pitchFamily="34" charset="0"/>
              <a:ea typeface="微软雅黑" pitchFamily="34" charset="-122"/>
            </a:endParaRPr>
          </a:p>
        </p:txBody>
      </p:sp>
      <p:sp>
        <p:nvSpPr>
          <p:cNvPr id="22" name="矩形 22">
            <a:extLst>
              <a:ext uri="{FF2B5EF4-FFF2-40B4-BE49-F238E27FC236}">
                <a16:creationId xmlns:a16="http://schemas.microsoft.com/office/drawing/2014/main" id="{16A72991-4D35-45FC-8EF2-C9E3B4850B57}"/>
              </a:ext>
            </a:extLst>
          </p:cNvPr>
          <p:cNvSpPr>
            <a:spLocks noChangeArrowheads="1"/>
          </p:cNvSpPr>
          <p:nvPr userDrawn="1"/>
        </p:nvSpPr>
        <p:spPr bwMode="auto">
          <a:xfrm>
            <a:off x="1" y="6786000"/>
            <a:ext cx="10818284" cy="72000"/>
          </a:xfrm>
          <a:prstGeom prst="rect">
            <a:avLst/>
          </a:prstGeom>
          <a:solidFill>
            <a:srgbClr val="AD2B26"/>
          </a:solidFill>
          <a:ln>
            <a:noFill/>
          </a:ln>
        </p:spPr>
        <p:txBody>
          <a:bodyPr/>
          <a:lstStyle>
            <a:lvl1pPr eaLnBrk="0" hangingPunct="0">
              <a:defRPr>
                <a:solidFill>
                  <a:schemeClr val="tx1"/>
                </a:solidFill>
                <a:latin typeface="Calibri" pitchFamily="34" charset="0"/>
                <a:ea typeface="宋体" charset="-122"/>
              </a:defRPr>
            </a:lvl1pPr>
            <a:lvl2pPr marL="742950" indent="-285750" eaLnBrk="0" hangingPunct="0">
              <a:defRPr>
                <a:solidFill>
                  <a:schemeClr val="tx1"/>
                </a:solidFill>
                <a:latin typeface="Calibri" pitchFamily="34" charset="0"/>
                <a:ea typeface="宋体" charset="-122"/>
              </a:defRPr>
            </a:lvl2pPr>
            <a:lvl3pPr marL="1143000" indent="-228600" eaLnBrk="0" hangingPunct="0">
              <a:defRPr>
                <a:solidFill>
                  <a:schemeClr val="tx1"/>
                </a:solidFill>
                <a:latin typeface="Calibri" pitchFamily="34" charset="0"/>
                <a:ea typeface="宋体" charset="-122"/>
              </a:defRPr>
            </a:lvl3pPr>
            <a:lvl4pPr marL="1600200" indent="-228600" eaLnBrk="0" hangingPunct="0">
              <a:defRPr>
                <a:solidFill>
                  <a:schemeClr val="tx1"/>
                </a:solidFill>
                <a:latin typeface="Calibri" pitchFamily="34" charset="0"/>
                <a:ea typeface="宋体" charset="-122"/>
              </a:defRPr>
            </a:lvl4pPr>
            <a:lvl5pPr marL="2057400" indent="-228600" eaLnBrk="0" hangingPunct="0">
              <a:defRPr>
                <a:solidFill>
                  <a:schemeClr val="tx1"/>
                </a:solidFill>
                <a:latin typeface="Calibri" pitchFamily="34" charset="0"/>
                <a:ea typeface="宋体" charset="-122"/>
              </a:defRPr>
            </a:lvl5pPr>
            <a:lvl6pPr marL="2514600" indent="-228600" eaLnBrk="0" fontAlgn="base" hangingPunct="0">
              <a:spcBef>
                <a:spcPct val="0"/>
              </a:spcBef>
              <a:spcAft>
                <a:spcPct val="0"/>
              </a:spcAft>
              <a:defRPr>
                <a:solidFill>
                  <a:schemeClr val="tx1"/>
                </a:solidFill>
                <a:latin typeface="Calibri" pitchFamily="34" charset="0"/>
                <a:ea typeface="宋体" charset="-122"/>
              </a:defRPr>
            </a:lvl6pPr>
            <a:lvl7pPr marL="2971800" indent="-228600" eaLnBrk="0" fontAlgn="base" hangingPunct="0">
              <a:spcBef>
                <a:spcPct val="0"/>
              </a:spcBef>
              <a:spcAft>
                <a:spcPct val="0"/>
              </a:spcAft>
              <a:defRPr>
                <a:solidFill>
                  <a:schemeClr val="tx1"/>
                </a:solidFill>
                <a:latin typeface="Calibri" pitchFamily="34" charset="0"/>
                <a:ea typeface="宋体" charset="-122"/>
              </a:defRPr>
            </a:lvl7pPr>
            <a:lvl8pPr marL="3429000" indent="-228600" eaLnBrk="0" fontAlgn="base" hangingPunct="0">
              <a:spcBef>
                <a:spcPct val="0"/>
              </a:spcBef>
              <a:spcAft>
                <a:spcPct val="0"/>
              </a:spcAft>
              <a:defRPr>
                <a:solidFill>
                  <a:schemeClr val="tx1"/>
                </a:solidFill>
                <a:latin typeface="Calibri" pitchFamily="34" charset="0"/>
                <a:ea typeface="宋体" charset="-122"/>
              </a:defRPr>
            </a:lvl8pPr>
            <a:lvl9pPr marL="3886200" indent="-228600" eaLnBrk="0" fontAlgn="base" hangingPunct="0">
              <a:spcBef>
                <a:spcPct val="0"/>
              </a:spcBef>
              <a:spcAft>
                <a:spcPct val="0"/>
              </a:spcAft>
              <a:defRPr>
                <a:solidFill>
                  <a:schemeClr val="tx1"/>
                </a:solidFill>
                <a:latin typeface="Calibri" pitchFamily="34" charset="0"/>
                <a:ea typeface="宋体" charset="-122"/>
              </a:defRPr>
            </a:lvl9pPr>
          </a:lstStyle>
          <a:p>
            <a:pPr>
              <a:buFont typeface="Arial" charset="0"/>
              <a:buNone/>
              <a:defRPr/>
            </a:pPr>
            <a:endParaRPr lang="zh-CN" altLang="en-US" sz="2400" dirty="0">
              <a:latin typeface="Segoe UI" pitchFamily="34" charset="0"/>
              <a:ea typeface="微软雅黑" pitchFamily="34" charset="-122"/>
            </a:endParaRPr>
          </a:p>
        </p:txBody>
      </p:sp>
      <p:grpSp>
        <p:nvGrpSpPr>
          <p:cNvPr id="5" name="组合 4">
            <a:extLst>
              <a:ext uri="{FF2B5EF4-FFF2-40B4-BE49-F238E27FC236}">
                <a16:creationId xmlns:a16="http://schemas.microsoft.com/office/drawing/2014/main" id="{3A7F5CA1-11F4-B94D-84AE-F6E3E12DEC4D}"/>
              </a:ext>
            </a:extLst>
          </p:cNvPr>
          <p:cNvGrpSpPr/>
          <p:nvPr userDrawn="1"/>
        </p:nvGrpSpPr>
        <p:grpSpPr>
          <a:xfrm>
            <a:off x="2126595" y="2260317"/>
            <a:ext cx="2280944" cy="1168683"/>
            <a:chOff x="1984355" y="1223746"/>
            <a:chExt cx="2280944" cy="1168683"/>
          </a:xfrm>
        </p:grpSpPr>
        <p:sp>
          <p:nvSpPr>
            <p:cNvPr id="20" name="文本框 19">
              <a:extLst>
                <a:ext uri="{FF2B5EF4-FFF2-40B4-BE49-F238E27FC236}">
                  <a16:creationId xmlns:a16="http://schemas.microsoft.com/office/drawing/2014/main" id="{DB73C1A2-926E-3849-92AB-BCE7B4C71DF2}"/>
                </a:ext>
              </a:extLst>
            </p:cNvPr>
            <p:cNvSpPr txBox="1"/>
            <p:nvPr/>
          </p:nvSpPr>
          <p:spPr>
            <a:xfrm>
              <a:off x="2549296" y="1223746"/>
              <a:ext cx="1245854" cy="738664"/>
            </a:xfrm>
            <a:prstGeom prst="rect">
              <a:avLst/>
            </a:prstGeom>
            <a:noFill/>
            <a:ln>
              <a:noFill/>
            </a:ln>
          </p:spPr>
          <p:txBody>
            <a:bodyPr wrap="none" rtlCol="0">
              <a:spAutoFit/>
            </a:bodyPr>
            <a:lstStyle/>
            <a:p>
              <a:pPr algn="ctr"/>
              <a:r>
                <a:rPr lang="zh-CN" altLang="en-US" sz="4200" b="1" i="0" dirty="0">
                  <a:latin typeface="Alibaba PuHuiTi B" pitchFamily="18" charset="-122"/>
                  <a:ea typeface="Alibaba PuHuiTi B" pitchFamily="18" charset="-122"/>
                  <a:cs typeface="Alibaba PuHuiTi B" pitchFamily="18" charset="-122"/>
                </a:rPr>
                <a:t>目录</a:t>
              </a:r>
            </a:p>
          </p:txBody>
        </p:sp>
        <p:sp>
          <p:nvSpPr>
            <p:cNvPr id="21" name="文本框 20">
              <a:extLst>
                <a:ext uri="{FF2B5EF4-FFF2-40B4-BE49-F238E27FC236}">
                  <a16:creationId xmlns:a16="http://schemas.microsoft.com/office/drawing/2014/main" id="{3EC96A2F-7D7A-F34F-9BE8-8ADCD2919ACB}"/>
                </a:ext>
              </a:extLst>
            </p:cNvPr>
            <p:cNvSpPr txBox="1"/>
            <p:nvPr/>
          </p:nvSpPr>
          <p:spPr>
            <a:xfrm>
              <a:off x="1984355" y="1869209"/>
              <a:ext cx="1833941" cy="523220"/>
            </a:xfrm>
            <a:prstGeom prst="rect">
              <a:avLst/>
            </a:prstGeom>
            <a:noFill/>
            <a:ln>
              <a:noFill/>
            </a:ln>
          </p:spPr>
          <p:txBody>
            <a:bodyPr wrap="square" rtlCol="0">
              <a:spAutoFit/>
            </a:bodyPr>
            <a:lstStyle/>
            <a:p>
              <a:pPr algn="ctr"/>
              <a:r>
                <a:rPr lang="en-US" altLang="zh-CN" sz="2800" dirty="0">
                  <a:solidFill>
                    <a:schemeClr val="bg1">
                      <a:lumMod val="85000"/>
                    </a:schemeClr>
                  </a:solidFill>
                  <a:latin typeface="Verdana" panose="020B0604030504040204" pitchFamily="34" charset="0"/>
                  <a:ea typeface="Verdana" panose="020B0604030504040204" pitchFamily="34" charset="0"/>
                  <a:cs typeface="阿里巴巴普惠体" panose="00020600040101010101" pitchFamily="18" charset="-122"/>
                </a:rPr>
                <a:t>Contents</a:t>
              </a:r>
              <a:endParaRPr lang="zh-CN" altLang="en-US" sz="2800" dirty="0">
                <a:solidFill>
                  <a:schemeClr val="bg1">
                    <a:lumMod val="85000"/>
                  </a:schemeClr>
                </a:solidFill>
                <a:latin typeface="Verdana" panose="020B0604030504040204" pitchFamily="34" charset="0"/>
                <a:ea typeface="阿里巴巴普惠体" panose="00020600040101010101" pitchFamily="18" charset="-122"/>
                <a:cs typeface="阿里巴巴普惠体" panose="00020600040101010101" pitchFamily="18" charset="-122"/>
              </a:endParaRPr>
            </a:p>
          </p:txBody>
        </p:sp>
        <p:cxnSp>
          <p:nvCxnSpPr>
            <p:cNvPr id="23" name="直接连接符 2">
              <a:extLst>
                <a:ext uri="{FF2B5EF4-FFF2-40B4-BE49-F238E27FC236}">
                  <a16:creationId xmlns:a16="http://schemas.microsoft.com/office/drawing/2014/main" id="{83E925B0-57FD-8B4B-8FF7-8BCD8AADEF23}"/>
                </a:ext>
              </a:extLst>
            </p:cNvPr>
            <p:cNvCxnSpPr>
              <a:cxnSpLocks/>
            </p:cNvCxnSpPr>
            <p:nvPr/>
          </p:nvCxnSpPr>
          <p:spPr>
            <a:xfrm>
              <a:off x="4265299" y="1300145"/>
              <a:ext cx="0" cy="1062261"/>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25" name="六边形 24">
              <a:extLst>
                <a:ext uri="{FF2B5EF4-FFF2-40B4-BE49-F238E27FC236}">
                  <a16:creationId xmlns:a16="http://schemas.microsoft.com/office/drawing/2014/main" id="{3EDCC472-8CF0-F84C-9270-06FAC7E8DD4D}"/>
                </a:ext>
              </a:extLst>
            </p:cNvPr>
            <p:cNvSpPr/>
            <p:nvPr/>
          </p:nvSpPr>
          <p:spPr>
            <a:xfrm rot="5400000">
              <a:off x="2142134" y="1404577"/>
              <a:ext cx="437322" cy="377002"/>
            </a:xfrm>
            <a:prstGeom prst="hexagon">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6" name="六边形 25">
              <a:extLst>
                <a:ext uri="{FF2B5EF4-FFF2-40B4-BE49-F238E27FC236}">
                  <a16:creationId xmlns:a16="http://schemas.microsoft.com/office/drawing/2014/main" id="{E8F71936-0CC4-CB4A-AF12-89754A9ADA5D}"/>
                </a:ext>
              </a:extLst>
            </p:cNvPr>
            <p:cNvSpPr/>
            <p:nvPr/>
          </p:nvSpPr>
          <p:spPr>
            <a:xfrm rot="5400000">
              <a:off x="2037082" y="1610051"/>
              <a:ext cx="246109" cy="212163"/>
            </a:xfrm>
            <a:prstGeom prst="hexagon">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spTree>
    <p:extLst>
      <p:ext uri="{BB962C8B-B14F-4D97-AF65-F5344CB8AC3E}">
        <p14:creationId xmlns:p14="http://schemas.microsoft.com/office/powerpoint/2010/main" val="759586569"/>
      </p:ext>
    </p:extLst>
  </p:cSld>
  <p:clrMap bg1="lt1" tx1="dk1" bg2="lt2" tx2="dk2" accent1="accent1" accent2="accent2" accent3="accent3" accent4="accent4" accent5="accent5" accent6="accent6" hlink="hlink" folHlink="folHlink"/>
  <p:sldLayoutIdLst>
    <p:sldLayoutId id="2147483667" r:id="rId1"/>
  </p:sldLayoutIdLst>
  <p:txStyles>
    <p:titleStyle>
      <a:lvl1pPr algn="l" rtl="0" eaLnBrk="0" fontAlgn="base" hangingPunct="0">
        <a:spcBef>
          <a:spcPct val="0"/>
        </a:spcBef>
        <a:spcAft>
          <a:spcPct val="0"/>
        </a:spcAft>
        <a:defRPr sz="3200" b="1" kern="1200">
          <a:solidFill>
            <a:schemeClr val="tx1"/>
          </a:solidFill>
          <a:latin typeface="黑体" panose="02010609060101010101" pitchFamily="49" charset="-122"/>
          <a:ea typeface="黑体" panose="02010609060101010101" pitchFamily="49" charset="-122"/>
          <a:cs typeface="+mj-cs"/>
        </a:defRPr>
      </a:lvl1pPr>
      <a:lvl2pPr algn="l" rtl="0" eaLnBrk="0" fontAlgn="base" hangingPunct="0">
        <a:spcBef>
          <a:spcPct val="0"/>
        </a:spcBef>
        <a:spcAft>
          <a:spcPct val="0"/>
        </a:spcAft>
        <a:defRPr sz="3200" b="1">
          <a:solidFill>
            <a:schemeClr val="tx1"/>
          </a:solidFill>
          <a:latin typeface="黑体" pitchFamily="49" charset="-122"/>
          <a:ea typeface="黑体" pitchFamily="49" charset="-122"/>
        </a:defRPr>
      </a:lvl2pPr>
      <a:lvl3pPr algn="l" rtl="0" eaLnBrk="0" fontAlgn="base" hangingPunct="0">
        <a:spcBef>
          <a:spcPct val="0"/>
        </a:spcBef>
        <a:spcAft>
          <a:spcPct val="0"/>
        </a:spcAft>
        <a:defRPr sz="3200" b="1">
          <a:solidFill>
            <a:schemeClr val="tx1"/>
          </a:solidFill>
          <a:latin typeface="黑体" pitchFamily="49" charset="-122"/>
          <a:ea typeface="黑体" pitchFamily="49" charset="-122"/>
        </a:defRPr>
      </a:lvl3pPr>
      <a:lvl4pPr algn="l" rtl="0" eaLnBrk="0" fontAlgn="base" hangingPunct="0">
        <a:spcBef>
          <a:spcPct val="0"/>
        </a:spcBef>
        <a:spcAft>
          <a:spcPct val="0"/>
        </a:spcAft>
        <a:defRPr sz="3200" b="1">
          <a:solidFill>
            <a:schemeClr val="tx1"/>
          </a:solidFill>
          <a:latin typeface="黑体" pitchFamily="49" charset="-122"/>
          <a:ea typeface="黑体" pitchFamily="49" charset="-122"/>
        </a:defRPr>
      </a:lvl4pPr>
      <a:lvl5pPr algn="l" rtl="0" eaLnBrk="0" fontAlgn="base" hangingPunct="0">
        <a:spcBef>
          <a:spcPct val="0"/>
        </a:spcBef>
        <a:spcAft>
          <a:spcPct val="0"/>
        </a:spcAft>
        <a:defRPr sz="3200" b="1">
          <a:solidFill>
            <a:schemeClr val="tx1"/>
          </a:solidFill>
          <a:latin typeface="黑体" pitchFamily="49" charset="-122"/>
          <a:ea typeface="黑体" pitchFamily="49" charset="-122"/>
        </a:defRPr>
      </a:lvl5pPr>
      <a:lvl6pPr marL="609585" algn="l" rtl="0" fontAlgn="base">
        <a:spcBef>
          <a:spcPct val="0"/>
        </a:spcBef>
        <a:spcAft>
          <a:spcPct val="0"/>
        </a:spcAft>
        <a:defRPr sz="3200" b="1">
          <a:solidFill>
            <a:schemeClr val="tx1"/>
          </a:solidFill>
          <a:latin typeface="黑体" pitchFamily="49" charset="-122"/>
          <a:ea typeface="黑体" pitchFamily="49" charset="-122"/>
        </a:defRPr>
      </a:lvl6pPr>
      <a:lvl7pPr marL="1219170" algn="l" rtl="0" fontAlgn="base">
        <a:spcBef>
          <a:spcPct val="0"/>
        </a:spcBef>
        <a:spcAft>
          <a:spcPct val="0"/>
        </a:spcAft>
        <a:defRPr sz="3200" b="1">
          <a:solidFill>
            <a:schemeClr val="tx1"/>
          </a:solidFill>
          <a:latin typeface="黑体" pitchFamily="49" charset="-122"/>
          <a:ea typeface="黑体" pitchFamily="49" charset="-122"/>
        </a:defRPr>
      </a:lvl7pPr>
      <a:lvl8pPr marL="1828754" algn="l" rtl="0" fontAlgn="base">
        <a:spcBef>
          <a:spcPct val="0"/>
        </a:spcBef>
        <a:spcAft>
          <a:spcPct val="0"/>
        </a:spcAft>
        <a:defRPr sz="3200" b="1">
          <a:solidFill>
            <a:schemeClr val="tx1"/>
          </a:solidFill>
          <a:latin typeface="黑体" pitchFamily="49" charset="-122"/>
          <a:ea typeface="黑体" pitchFamily="49" charset="-122"/>
        </a:defRPr>
      </a:lvl8pPr>
      <a:lvl9pPr marL="2438339" algn="l" rtl="0" fontAlgn="base">
        <a:spcBef>
          <a:spcPct val="0"/>
        </a:spcBef>
        <a:spcAft>
          <a:spcPct val="0"/>
        </a:spcAft>
        <a:defRPr sz="3200" b="1">
          <a:solidFill>
            <a:schemeClr val="tx1"/>
          </a:solidFill>
          <a:latin typeface="黑体" pitchFamily="49" charset="-122"/>
          <a:ea typeface="黑体" pitchFamily="49" charset="-122"/>
        </a:defRPr>
      </a:lvl9pPr>
    </p:titleStyle>
    <p:bodyStyle>
      <a:lvl1pPr marL="457189" marR="0" indent="-457189" algn="l" defTabSz="914400" rtl="0" eaLnBrk="0" fontAlgn="base" latinLnBrk="0" hangingPunct="0">
        <a:lnSpc>
          <a:spcPct val="150000"/>
        </a:lnSpc>
        <a:spcBef>
          <a:spcPct val="20000"/>
        </a:spcBef>
        <a:spcAft>
          <a:spcPct val="0"/>
        </a:spcAft>
        <a:buClrTx/>
        <a:buSzTx/>
        <a:buFont typeface="Arial" panose="020B0604020202020204" pitchFamily="34" charset="0"/>
        <a:buChar char="•"/>
        <a:tabLst/>
        <a:defRPr sz="2400" b="0" i="0" kern="1200">
          <a:solidFill>
            <a:schemeClr val="tx1">
              <a:lumMod val="75000"/>
              <a:lumOff val="25000"/>
            </a:schemeClr>
          </a:solidFill>
          <a:latin typeface="Alibaba PuHuiTi R" pitchFamily="18" charset="-122"/>
          <a:ea typeface="Alibaba PuHuiTi R" pitchFamily="18" charset="-122"/>
          <a:cs typeface="Alibaba PuHuiTi R" pitchFamily="18" charset="-122"/>
        </a:defRPr>
      </a:lvl1pPr>
      <a:lvl2pPr marL="609585" indent="0" algn="l" rtl="0" eaLnBrk="0" fontAlgn="base" hangingPunct="0">
        <a:spcBef>
          <a:spcPct val="20000"/>
        </a:spcBef>
        <a:spcAft>
          <a:spcPct val="0"/>
        </a:spcAft>
        <a:buFont typeface="Arial" panose="020B0604020202020204" pitchFamily="34" charset="0"/>
        <a:buNone/>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p:bodyStyle>
    <p:otherStyle>
      <a:defPPr>
        <a:defRPr lang="zh-CN"/>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 name="椭圆 3">
            <a:extLst>
              <a:ext uri="{FF2B5EF4-FFF2-40B4-BE49-F238E27FC236}">
                <a16:creationId xmlns:a16="http://schemas.microsoft.com/office/drawing/2014/main" id="{88438130-7B30-A94E-B2AC-38EDD0B85909}"/>
              </a:ext>
            </a:extLst>
          </p:cNvPr>
          <p:cNvSpPr/>
          <p:nvPr userDrawn="1"/>
        </p:nvSpPr>
        <p:spPr>
          <a:xfrm>
            <a:off x="1285029" y="2458684"/>
            <a:ext cx="474473" cy="474473"/>
          </a:xfrm>
          <a:prstGeom prst="ellipse">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kumimoji="1" lang="zh-CN" altLang="en-US"/>
          </a:p>
        </p:txBody>
      </p:sp>
      <p:sp>
        <p:nvSpPr>
          <p:cNvPr id="11" name="矩形 10">
            <a:extLst>
              <a:ext uri="{FF2B5EF4-FFF2-40B4-BE49-F238E27FC236}">
                <a16:creationId xmlns:a16="http://schemas.microsoft.com/office/drawing/2014/main" id="{4BCEE7AE-CF55-47A2-9D29-09373E3D62B5}"/>
              </a:ext>
            </a:extLst>
          </p:cNvPr>
          <p:cNvSpPr/>
          <p:nvPr userDrawn="1"/>
        </p:nvSpPr>
        <p:spPr bwMode="auto">
          <a:xfrm>
            <a:off x="10890251" y="6786000"/>
            <a:ext cx="1301749" cy="72000"/>
          </a:xfrm>
          <a:prstGeom prst="rect">
            <a:avLst/>
          </a:prstGeom>
          <a:solidFill>
            <a:srgbClr val="49504F"/>
          </a:solidFill>
          <a:ln w="9525" cap="flat" cmpd="sng" algn="ctr">
            <a:noFill/>
            <a:prstDash val="solid"/>
            <a:round/>
            <a:headEnd type="none" w="med" len="med"/>
            <a:tailEnd type="none" w="med" len="med"/>
          </a:ln>
          <a:effectLst/>
        </p:spPr>
        <p:txBody>
          <a:bodyPr/>
          <a:lstStyle/>
          <a:p>
            <a:pPr>
              <a:buFont typeface="Arial" pitchFamily="34" charset="0"/>
              <a:buNone/>
              <a:defRPr/>
            </a:pPr>
            <a:endParaRPr lang="zh-CN" altLang="en-US" sz="2400">
              <a:latin typeface="Segoe UI" pitchFamily="34" charset="0"/>
              <a:ea typeface="微软雅黑" pitchFamily="34" charset="-122"/>
            </a:endParaRPr>
          </a:p>
        </p:txBody>
      </p:sp>
      <p:sp>
        <p:nvSpPr>
          <p:cNvPr id="22" name="矩形 22">
            <a:extLst>
              <a:ext uri="{FF2B5EF4-FFF2-40B4-BE49-F238E27FC236}">
                <a16:creationId xmlns:a16="http://schemas.microsoft.com/office/drawing/2014/main" id="{16A72991-4D35-45FC-8EF2-C9E3B4850B57}"/>
              </a:ext>
            </a:extLst>
          </p:cNvPr>
          <p:cNvSpPr>
            <a:spLocks noChangeArrowheads="1"/>
          </p:cNvSpPr>
          <p:nvPr userDrawn="1"/>
        </p:nvSpPr>
        <p:spPr bwMode="auto">
          <a:xfrm>
            <a:off x="1" y="6786000"/>
            <a:ext cx="10818284" cy="72000"/>
          </a:xfrm>
          <a:prstGeom prst="rect">
            <a:avLst/>
          </a:prstGeom>
          <a:solidFill>
            <a:srgbClr val="AD2B26"/>
          </a:solidFill>
          <a:ln>
            <a:noFill/>
          </a:ln>
        </p:spPr>
        <p:txBody>
          <a:bodyPr/>
          <a:lstStyle>
            <a:lvl1pPr eaLnBrk="0" hangingPunct="0">
              <a:defRPr>
                <a:solidFill>
                  <a:schemeClr val="tx1"/>
                </a:solidFill>
                <a:latin typeface="Calibri" pitchFamily="34" charset="0"/>
                <a:ea typeface="宋体" charset="-122"/>
              </a:defRPr>
            </a:lvl1pPr>
            <a:lvl2pPr marL="742950" indent="-285750" eaLnBrk="0" hangingPunct="0">
              <a:defRPr>
                <a:solidFill>
                  <a:schemeClr val="tx1"/>
                </a:solidFill>
                <a:latin typeface="Calibri" pitchFamily="34" charset="0"/>
                <a:ea typeface="宋体" charset="-122"/>
              </a:defRPr>
            </a:lvl2pPr>
            <a:lvl3pPr marL="1143000" indent="-228600" eaLnBrk="0" hangingPunct="0">
              <a:defRPr>
                <a:solidFill>
                  <a:schemeClr val="tx1"/>
                </a:solidFill>
                <a:latin typeface="Calibri" pitchFamily="34" charset="0"/>
                <a:ea typeface="宋体" charset="-122"/>
              </a:defRPr>
            </a:lvl3pPr>
            <a:lvl4pPr marL="1600200" indent="-228600" eaLnBrk="0" hangingPunct="0">
              <a:defRPr>
                <a:solidFill>
                  <a:schemeClr val="tx1"/>
                </a:solidFill>
                <a:latin typeface="Calibri" pitchFamily="34" charset="0"/>
                <a:ea typeface="宋体" charset="-122"/>
              </a:defRPr>
            </a:lvl4pPr>
            <a:lvl5pPr marL="2057400" indent="-228600" eaLnBrk="0" hangingPunct="0">
              <a:defRPr>
                <a:solidFill>
                  <a:schemeClr val="tx1"/>
                </a:solidFill>
                <a:latin typeface="Calibri" pitchFamily="34" charset="0"/>
                <a:ea typeface="宋体" charset="-122"/>
              </a:defRPr>
            </a:lvl5pPr>
            <a:lvl6pPr marL="2514600" indent="-228600" eaLnBrk="0" fontAlgn="base" hangingPunct="0">
              <a:spcBef>
                <a:spcPct val="0"/>
              </a:spcBef>
              <a:spcAft>
                <a:spcPct val="0"/>
              </a:spcAft>
              <a:defRPr>
                <a:solidFill>
                  <a:schemeClr val="tx1"/>
                </a:solidFill>
                <a:latin typeface="Calibri" pitchFamily="34" charset="0"/>
                <a:ea typeface="宋体" charset="-122"/>
              </a:defRPr>
            </a:lvl6pPr>
            <a:lvl7pPr marL="2971800" indent="-228600" eaLnBrk="0" fontAlgn="base" hangingPunct="0">
              <a:spcBef>
                <a:spcPct val="0"/>
              </a:spcBef>
              <a:spcAft>
                <a:spcPct val="0"/>
              </a:spcAft>
              <a:defRPr>
                <a:solidFill>
                  <a:schemeClr val="tx1"/>
                </a:solidFill>
                <a:latin typeface="Calibri" pitchFamily="34" charset="0"/>
                <a:ea typeface="宋体" charset="-122"/>
              </a:defRPr>
            </a:lvl7pPr>
            <a:lvl8pPr marL="3429000" indent="-228600" eaLnBrk="0" fontAlgn="base" hangingPunct="0">
              <a:spcBef>
                <a:spcPct val="0"/>
              </a:spcBef>
              <a:spcAft>
                <a:spcPct val="0"/>
              </a:spcAft>
              <a:defRPr>
                <a:solidFill>
                  <a:schemeClr val="tx1"/>
                </a:solidFill>
                <a:latin typeface="Calibri" pitchFamily="34" charset="0"/>
                <a:ea typeface="宋体" charset="-122"/>
              </a:defRPr>
            </a:lvl8pPr>
            <a:lvl9pPr marL="3886200" indent="-228600" eaLnBrk="0" fontAlgn="base" hangingPunct="0">
              <a:spcBef>
                <a:spcPct val="0"/>
              </a:spcBef>
              <a:spcAft>
                <a:spcPct val="0"/>
              </a:spcAft>
              <a:defRPr>
                <a:solidFill>
                  <a:schemeClr val="tx1"/>
                </a:solidFill>
                <a:latin typeface="Calibri" pitchFamily="34" charset="0"/>
                <a:ea typeface="宋体" charset="-122"/>
              </a:defRPr>
            </a:lvl9pPr>
          </a:lstStyle>
          <a:p>
            <a:pPr>
              <a:buFont typeface="Arial" charset="0"/>
              <a:buNone/>
              <a:defRPr/>
            </a:pPr>
            <a:endParaRPr lang="zh-CN" altLang="en-US" sz="2400" dirty="0">
              <a:latin typeface="Segoe UI" pitchFamily="34" charset="0"/>
              <a:ea typeface="微软雅黑" pitchFamily="34" charset="-122"/>
            </a:endParaRPr>
          </a:p>
        </p:txBody>
      </p:sp>
      <p:sp>
        <p:nvSpPr>
          <p:cNvPr id="20" name="文本框 19">
            <a:extLst>
              <a:ext uri="{FF2B5EF4-FFF2-40B4-BE49-F238E27FC236}">
                <a16:creationId xmlns:a16="http://schemas.microsoft.com/office/drawing/2014/main" id="{DB73C1A2-926E-3849-92AB-BCE7B4C71DF2}"/>
              </a:ext>
            </a:extLst>
          </p:cNvPr>
          <p:cNvSpPr txBox="1"/>
          <p:nvPr/>
        </p:nvSpPr>
        <p:spPr>
          <a:xfrm>
            <a:off x="1732839" y="2333175"/>
            <a:ext cx="2307042" cy="738664"/>
          </a:xfrm>
          <a:prstGeom prst="rect">
            <a:avLst/>
          </a:prstGeom>
          <a:noFill/>
          <a:ln>
            <a:noFill/>
          </a:ln>
        </p:spPr>
        <p:txBody>
          <a:bodyPr wrap="none" rtlCol="0">
            <a:spAutoFit/>
          </a:bodyPr>
          <a:lstStyle/>
          <a:p>
            <a:pPr algn="ctr"/>
            <a:r>
              <a:rPr lang="zh-CN" altLang="en-US" sz="4200" b="1" i="0" dirty="0">
                <a:latin typeface="Alibaba PuHuiTi B" pitchFamily="18" charset="-122"/>
                <a:ea typeface="Alibaba PuHuiTi B" pitchFamily="18" charset="-122"/>
                <a:cs typeface="Alibaba PuHuiTi B" pitchFamily="18" charset="-122"/>
              </a:rPr>
              <a:t>学习目标</a:t>
            </a:r>
          </a:p>
        </p:txBody>
      </p:sp>
      <p:sp>
        <p:nvSpPr>
          <p:cNvPr id="21" name="文本框 20">
            <a:extLst>
              <a:ext uri="{FF2B5EF4-FFF2-40B4-BE49-F238E27FC236}">
                <a16:creationId xmlns:a16="http://schemas.microsoft.com/office/drawing/2014/main" id="{3EC96A2F-7D7A-F34F-9BE8-8ADCD2919ACB}"/>
              </a:ext>
            </a:extLst>
          </p:cNvPr>
          <p:cNvSpPr txBox="1"/>
          <p:nvPr/>
        </p:nvSpPr>
        <p:spPr>
          <a:xfrm>
            <a:off x="702992" y="2983479"/>
            <a:ext cx="3873724" cy="415498"/>
          </a:xfrm>
          <a:prstGeom prst="rect">
            <a:avLst/>
          </a:prstGeom>
          <a:noFill/>
          <a:ln>
            <a:noFill/>
          </a:ln>
        </p:spPr>
        <p:txBody>
          <a:bodyPr wrap="square" rtlCol="0">
            <a:spAutoFit/>
          </a:bodyPr>
          <a:lstStyle/>
          <a:p>
            <a:pPr algn="ctr"/>
            <a:r>
              <a:rPr lang="en-US" altLang="zh-CN" sz="2100" dirty="0">
                <a:solidFill>
                  <a:schemeClr val="bg1">
                    <a:lumMod val="85000"/>
                  </a:schemeClr>
                </a:solidFill>
                <a:latin typeface="Verdana" panose="020B0604030504040204" pitchFamily="34" charset="0"/>
                <a:ea typeface="Verdana" panose="020B0604030504040204" pitchFamily="34" charset="0"/>
                <a:cs typeface="阿里巴巴普惠体" panose="00020600040101010101" pitchFamily="18" charset="-122"/>
              </a:rPr>
              <a:t>Learning</a:t>
            </a:r>
            <a:r>
              <a:rPr lang="zh-CN" altLang="en-US" sz="2100" dirty="0">
                <a:solidFill>
                  <a:schemeClr val="bg1">
                    <a:lumMod val="85000"/>
                  </a:schemeClr>
                </a:solidFill>
                <a:latin typeface="Verdana" panose="020B0604030504040204" pitchFamily="34" charset="0"/>
                <a:ea typeface="Verdana" panose="020B0604030504040204" pitchFamily="34" charset="0"/>
                <a:cs typeface="阿里巴巴普惠体" panose="00020600040101010101" pitchFamily="18" charset="-122"/>
              </a:rPr>
              <a:t> </a:t>
            </a:r>
            <a:r>
              <a:rPr lang="en-US" altLang="zh-CN" sz="2100" dirty="0">
                <a:solidFill>
                  <a:schemeClr val="bg1">
                    <a:lumMod val="85000"/>
                  </a:schemeClr>
                </a:solidFill>
                <a:latin typeface="Verdana" panose="020B0604030504040204" pitchFamily="34" charset="0"/>
                <a:ea typeface="Verdana" panose="020B0604030504040204" pitchFamily="34" charset="0"/>
                <a:cs typeface="阿里巴巴普惠体" panose="00020600040101010101" pitchFamily="18" charset="-122"/>
              </a:rPr>
              <a:t>Objectives</a:t>
            </a:r>
            <a:endParaRPr lang="zh-CN" altLang="en-US" sz="2100" dirty="0">
              <a:solidFill>
                <a:schemeClr val="bg1">
                  <a:lumMod val="85000"/>
                </a:schemeClr>
              </a:solidFill>
              <a:latin typeface="Verdana" panose="020B0604030504040204" pitchFamily="34" charset="0"/>
              <a:ea typeface="阿里巴巴普惠体" panose="00020600040101010101" pitchFamily="18" charset="-122"/>
              <a:cs typeface="阿里巴巴普惠体" panose="00020600040101010101" pitchFamily="18" charset="-122"/>
            </a:endParaRPr>
          </a:p>
        </p:txBody>
      </p:sp>
      <p:cxnSp>
        <p:nvCxnSpPr>
          <p:cNvPr id="23" name="直接连接符 2">
            <a:extLst>
              <a:ext uri="{FF2B5EF4-FFF2-40B4-BE49-F238E27FC236}">
                <a16:creationId xmlns:a16="http://schemas.microsoft.com/office/drawing/2014/main" id="{83E925B0-57FD-8B4B-8FF7-8BCD8AADEF23}"/>
              </a:ext>
            </a:extLst>
          </p:cNvPr>
          <p:cNvCxnSpPr>
            <a:cxnSpLocks/>
          </p:cNvCxnSpPr>
          <p:nvPr/>
        </p:nvCxnSpPr>
        <p:spPr>
          <a:xfrm>
            <a:off x="4417699" y="2336716"/>
            <a:ext cx="0" cy="1062261"/>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pic>
        <p:nvPicPr>
          <p:cNvPr id="3" name="图形 2">
            <a:extLst>
              <a:ext uri="{FF2B5EF4-FFF2-40B4-BE49-F238E27FC236}">
                <a16:creationId xmlns:a16="http://schemas.microsoft.com/office/drawing/2014/main" id="{A7484BB2-BD94-3C49-9EC4-B9A294E2AF24}"/>
              </a:ext>
            </a:extLst>
          </p:cNvPr>
          <p:cNvPicPr>
            <a:picLocks noChangeAspect="1"/>
          </p:cNvPicPr>
          <p:nvPr userDrawn="1"/>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19070" y="2491361"/>
            <a:ext cx="406390" cy="406390"/>
          </a:xfrm>
          <a:prstGeom prst="rect">
            <a:avLst/>
          </a:prstGeom>
        </p:spPr>
      </p:pic>
    </p:spTree>
    <p:extLst>
      <p:ext uri="{BB962C8B-B14F-4D97-AF65-F5344CB8AC3E}">
        <p14:creationId xmlns:p14="http://schemas.microsoft.com/office/powerpoint/2010/main" val="2014879460"/>
      </p:ext>
    </p:extLst>
  </p:cSld>
  <p:clrMap bg1="lt1" tx1="dk1" bg2="lt2" tx2="dk2" accent1="accent1" accent2="accent2" accent3="accent3" accent4="accent4" accent5="accent5" accent6="accent6" hlink="hlink" folHlink="folHlink"/>
  <p:sldLayoutIdLst>
    <p:sldLayoutId id="2147483708" r:id="rId1"/>
  </p:sldLayoutIdLst>
  <p:txStyles>
    <p:titleStyle>
      <a:lvl1pPr algn="l" rtl="0" eaLnBrk="0" fontAlgn="base" hangingPunct="0">
        <a:spcBef>
          <a:spcPct val="0"/>
        </a:spcBef>
        <a:spcAft>
          <a:spcPct val="0"/>
        </a:spcAft>
        <a:defRPr sz="3200" b="1" kern="1200">
          <a:solidFill>
            <a:schemeClr val="tx1"/>
          </a:solidFill>
          <a:latin typeface="黑体" panose="02010609060101010101" pitchFamily="49" charset="-122"/>
          <a:ea typeface="黑体" panose="02010609060101010101" pitchFamily="49" charset="-122"/>
          <a:cs typeface="+mj-cs"/>
        </a:defRPr>
      </a:lvl1pPr>
      <a:lvl2pPr algn="l" rtl="0" eaLnBrk="0" fontAlgn="base" hangingPunct="0">
        <a:spcBef>
          <a:spcPct val="0"/>
        </a:spcBef>
        <a:spcAft>
          <a:spcPct val="0"/>
        </a:spcAft>
        <a:defRPr sz="3200" b="1">
          <a:solidFill>
            <a:schemeClr val="tx1"/>
          </a:solidFill>
          <a:latin typeface="黑体" pitchFamily="49" charset="-122"/>
          <a:ea typeface="黑体" pitchFamily="49" charset="-122"/>
        </a:defRPr>
      </a:lvl2pPr>
      <a:lvl3pPr algn="l" rtl="0" eaLnBrk="0" fontAlgn="base" hangingPunct="0">
        <a:spcBef>
          <a:spcPct val="0"/>
        </a:spcBef>
        <a:spcAft>
          <a:spcPct val="0"/>
        </a:spcAft>
        <a:defRPr sz="3200" b="1">
          <a:solidFill>
            <a:schemeClr val="tx1"/>
          </a:solidFill>
          <a:latin typeface="黑体" pitchFamily="49" charset="-122"/>
          <a:ea typeface="黑体" pitchFamily="49" charset="-122"/>
        </a:defRPr>
      </a:lvl3pPr>
      <a:lvl4pPr algn="l" rtl="0" eaLnBrk="0" fontAlgn="base" hangingPunct="0">
        <a:spcBef>
          <a:spcPct val="0"/>
        </a:spcBef>
        <a:spcAft>
          <a:spcPct val="0"/>
        </a:spcAft>
        <a:defRPr sz="3200" b="1">
          <a:solidFill>
            <a:schemeClr val="tx1"/>
          </a:solidFill>
          <a:latin typeface="黑体" pitchFamily="49" charset="-122"/>
          <a:ea typeface="黑体" pitchFamily="49" charset="-122"/>
        </a:defRPr>
      </a:lvl4pPr>
      <a:lvl5pPr algn="l" rtl="0" eaLnBrk="0" fontAlgn="base" hangingPunct="0">
        <a:spcBef>
          <a:spcPct val="0"/>
        </a:spcBef>
        <a:spcAft>
          <a:spcPct val="0"/>
        </a:spcAft>
        <a:defRPr sz="3200" b="1">
          <a:solidFill>
            <a:schemeClr val="tx1"/>
          </a:solidFill>
          <a:latin typeface="黑体" pitchFamily="49" charset="-122"/>
          <a:ea typeface="黑体" pitchFamily="49" charset="-122"/>
        </a:defRPr>
      </a:lvl5pPr>
      <a:lvl6pPr marL="609585" algn="l" rtl="0" fontAlgn="base">
        <a:spcBef>
          <a:spcPct val="0"/>
        </a:spcBef>
        <a:spcAft>
          <a:spcPct val="0"/>
        </a:spcAft>
        <a:defRPr sz="3200" b="1">
          <a:solidFill>
            <a:schemeClr val="tx1"/>
          </a:solidFill>
          <a:latin typeface="黑体" pitchFamily="49" charset="-122"/>
          <a:ea typeface="黑体" pitchFamily="49" charset="-122"/>
        </a:defRPr>
      </a:lvl6pPr>
      <a:lvl7pPr marL="1219170" algn="l" rtl="0" fontAlgn="base">
        <a:spcBef>
          <a:spcPct val="0"/>
        </a:spcBef>
        <a:spcAft>
          <a:spcPct val="0"/>
        </a:spcAft>
        <a:defRPr sz="3200" b="1">
          <a:solidFill>
            <a:schemeClr val="tx1"/>
          </a:solidFill>
          <a:latin typeface="黑体" pitchFamily="49" charset="-122"/>
          <a:ea typeface="黑体" pitchFamily="49" charset="-122"/>
        </a:defRPr>
      </a:lvl7pPr>
      <a:lvl8pPr marL="1828754" algn="l" rtl="0" fontAlgn="base">
        <a:spcBef>
          <a:spcPct val="0"/>
        </a:spcBef>
        <a:spcAft>
          <a:spcPct val="0"/>
        </a:spcAft>
        <a:defRPr sz="3200" b="1">
          <a:solidFill>
            <a:schemeClr val="tx1"/>
          </a:solidFill>
          <a:latin typeface="黑体" pitchFamily="49" charset="-122"/>
          <a:ea typeface="黑体" pitchFamily="49" charset="-122"/>
        </a:defRPr>
      </a:lvl8pPr>
      <a:lvl9pPr marL="2438339" algn="l" rtl="0" fontAlgn="base">
        <a:spcBef>
          <a:spcPct val="0"/>
        </a:spcBef>
        <a:spcAft>
          <a:spcPct val="0"/>
        </a:spcAft>
        <a:defRPr sz="3200" b="1">
          <a:solidFill>
            <a:schemeClr val="tx1"/>
          </a:solidFill>
          <a:latin typeface="黑体" pitchFamily="49" charset="-122"/>
          <a:ea typeface="黑体" pitchFamily="49" charset="-122"/>
        </a:defRPr>
      </a:lvl9pPr>
    </p:titleStyle>
    <p:bodyStyle>
      <a:lvl1pPr marL="457189" marR="0" indent="-457189" algn="l" defTabSz="914400" rtl="0" eaLnBrk="0" fontAlgn="base" latinLnBrk="0" hangingPunct="0">
        <a:lnSpc>
          <a:spcPct val="150000"/>
        </a:lnSpc>
        <a:spcBef>
          <a:spcPct val="20000"/>
        </a:spcBef>
        <a:spcAft>
          <a:spcPct val="0"/>
        </a:spcAft>
        <a:buClrTx/>
        <a:buSzTx/>
        <a:buFont typeface="Arial" panose="020B0604020202020204" pitchFamily="34" charset="0"/>
        <a:buChar char="•"/>
        <a:tabLst/>
        <a:defRPr sz="2400" b="0" i="0" kern="1200">
          <a:solidFill>
            <a:schemeClr val="tx1">
              <a:lumMod val="75000"/>
              <a:lumOff val="25000"/>
            </a:schemeClr>
          </a:solidFill>
          <a:latin typeface="Alibaba PuHuiTi R" pitchFamily="18" charset="-122"/>
          <a:ea typeface="Alibaba PuHuiTi R" pitchFamily="18" charset="-122"/>
          <a:cs typeface="Alibaba PuHuiTi R" pitchFamily="18" charset="-122"/>
        </a:defRPr>
      </a:lvl1pPr>
      <a:lvl2pPr marL="609585" indent="0" algn="l" rtl="0" eaLnBrk="0" fontAlgn="base" hangingPunct="0">
        <a:spcBef>
          <a:spcPct val="20000"/>
        </a:spcBef>
        <a:spcAft>
          <a:spcPct val="0"/>
        </a:spcAft>
        <a:buFont typeface="Arial" panose="020B0604020202020204" pitchFamily="34" charset="0"/>
        <a:buNone/>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p:bodyStyle>
    <p:otherStyle>
      <a:defPPr>
        <a:defRPr lang="zh-CN"/>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六边形 6">
            <a:extLst>
              <a:ext uri="{FF2B5EF4-FFF2-40B4-BE49-F238E27FC236}">
                <a16:creationId xmlns:a16="http://schemas.microsoft.com/office/drawing/2014/main" id="{91B717BE-9DF9-1B41-9DBF-CB511A9C606B}"/>
              </a:ext>
            </a:extLst>
          </p:cNvPr>
          <p:cNvSpPr/>
          <p:nvPr userDrawn="1"/>
        </p:nvSpPr>
        <p:spPr>
          <a:xfrm rot="5400000">
            <a:off x="3779834" y="2429461"/>
            <a:ext cx="1318512" cy="1136649"/>
          </a:xfrm>
          <a:prstGeom prst="hexagon">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六边形 7">
            <a:extLst>
              <a:ext uri="{FF2B5EF4-FFF2-40B4-BE49-F238E27FC236}">
                <a16:creationId xmlns:a16="http://schemas.microsoft.com/office/drawing/2014/main" id="{998722ED-C4DC-C24C-A17B-B9CA36751549}"/>
              </a:ext>
            </a:extLst>
          </p:cNvPr>
          <p:cNvSpPr/>
          <p:nvPr userDrawn="1"/>
        </p:nvSpPr>
        <p:spPr>
          <a:xfrm rot="5400000">
            <a:off x="3567036" y="3257393"/>
            <a:ext cx="429253" cy="370046"/>
          </a:xfrm>
          <a:prstGeom prst="hexagon">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Tree>
    <p:extLst>
      <p:ext uri="{BB962C8B-B14F-4D97-AF65-F5344CB8AC3E}">
        <p14:creationId xmlns:p14="http://schemas.microsoft.com/office/powerpoint/2010/main" val="557575230"/>
      </p:ext>
    </p:extLst>
  </p:cSld>
  <p:clrMap bg1="lt1" tx1="dk1" bg2="lt2" tx2="dk2" accent1="accent1" accent2="accent2" accent3="accent3" accent4="accent4" accent5="accent5" accent6="accent6" hlink="hlink" folHlink="folHlink"/>
  <p:sldLayoutIdLst>
    <p:sldLayoutId id="214748370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六边形 6">
            <a:extLst>
              <a:ext uri="{FF2B5EF4-FFF2-40B4-BE49-F238E27FC236}">
                <a16:creationId xmlns:a16="http://schemas.microsoft.com/office/drawing/2014/main" id="{D82380DF-4088-5449-BBFC-0B57E0B8F475}"/>
              </a:ext>
            </a:extLst>
          </p:cNvPr>
          <p:cNvSpPr/>
          <p:nvPr userDrawn="1"/>
        </p:nvSpPr>
        <p:spPr>
          <a:xfrm rot="5400000">
            <a:off x="3779834" y="2429461"/>
            <a:ext cx="1318512" cy="1136649"/>
          </a:xfrm>
          <a:prstGeom prst="hexagon">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1" name="六边形 10">
            <a:extLst>
              <a:ext uri="{FF2B5EF4-FFF2-40B4-BE49-F238E27FC236}">
                <a16:creationId xmlns:a16="http://schemas.microsoft.com/office/drawing/2014/main" id="{2FB8D235-9189-C14B-8111-0D705B9AA121}"/>
              </a:ext>
            </a:extLst>
          </p:cNvPr>
          <p:cNvSpPr/>
          <p:nvPr userDrawn="1"/>
        </p:nvSpPr>
        <p:spPr>
          <a:xfrm rot="5400000">
            <a:off x="3567036" y="3257393"/>
            <a:ext cx="429253" cy="370046"/>
          </a:xfrm>
          <a:prstGeom prst="hexagon">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Tree>
    <p:extLst>
      <p:ext uri="{BB962C8B-B14F-4D97-AF65-F5344CB8AC3E}">
        <p14:creationId xmlns:p14="http://schemas.microsoft.com/office/powerpoint/2010/main" val="4255265264"/>
      </p:ext>
    </p:extLst>
  </p:cSld>
  <p:clrMap bg1="lt1" tx1="dk1" bg2="lt2" tx2="dk2" accent1="accent1" accent2="accent2" accent3="accent3" accent4="accent4" accent5="accent5" accent6="accent6" hlink="hlink" folHlink="folHlink"/>
  <p:sldLayoutIdLst>
    <p:sldLayoutId id="214748369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8" name="矩形 17">
            <a:extLst>
              <a:ext uri="{FF2B5EF4-FFF2-40B4-BE49-F238E27FC236}">
                <a16:creationId xmlns:a16="http://schemas.microsoft.com/office/drawing/2014/main" id="{4BCEE7AE-CF55-47A2-9D29-09373E3D62B5}"/>
              </a:ext>
            </a:extLst>
          </p:cNvPr>
          <p:cNvSpPr/>
          <p:nvPr userDrawn="1"/>
        </p:nvSpPr>
        <p:spPr bwMode="auto">
          <a:xfrm>
            <a:off x="10890251" y="6786000"/>
            <a:ext cx="1301749" cy="72000"/>
          </a:xfrm>
          <a:prstGeom prst="rect">
            <a:avLst/>
          </a:prstGeom>
          <a:solidFill>
            <a:srgbClr val="49504F"/>
          </a:solidFill>
          <a:ln w="9525" cap="flat" cmpd="sng" algn="ctr">
            <a:noFill/>
            <a:prstDash val="solid"/>
            <a:round/>
            <a:headEnd type="none" w="med" len="med"/>
            <a:tailEnd type="none" w="med" len="med"/>
          </a:ln>
          <a:effectLst/>
        </p:spPr>
        <p:txBody>
          <a:bodyPr/>
          <a:lstStyle/>
          <a:p>
            <a:pPr>
              <a:buFont typeface="Arial" pitchFamily="34" charset="0"/>
              <a:buNone/>
              <a:defRPr/>
            </a:pPr>
            <a:endParaRPr lang="zh-CN" altLang="en-US" sz="2400">
              <a:latin typeface="Segoe UI" pitchFamily="34" charset="0"/>
              <a:ea typeface="微软雅黑" pitchFamily="34" charset="-122"/>
            </a:endParaRPr>
          </a:p>
        </p:txBody>
      </p:sp>
      <p:sp>
        <p:nvSpPr>
          <p:cNvPr id="20" name="矩形 22">
            <a:extLst>
              <a:ext uri="{FF2B5EF4-FFF2-40B4-BE49-F238E27FC236}">
                <a16:creationId xmlns:a16="http://schemas.microsoft.com/office/drawing/2014/main" id="{16A72991-4D35-45FC-8EF2-C9E3B4850B57}"/>
              </a:ext>
            </a:extLst>
          </p:cNvPr>
          <p:cNvSpPr>
            <a:spLocks noChangeArrowheads="1"/>
          </p:cNvSpPr>
          <p:nvPr userDrawn="1"/>
        </p:nvSpPr>
        <p:spPr bwMode="auto">
          <a:xfrm>
            <a:off x="1" y="6786000"/>
            <a:ext cx="10818284" cy="72000"/>
          </a:xfrm>
          <a:prstGeom prst="rect">
            <a:avLst/>
          </a:prstGeom>
          <a:solidFill>
            <a:srgbClr val="AD2B26"/>
          </a:solidFill>
          <a:ln>
            <a:noFill/>
          </a:ln>
        </p:spPr>
        <p:txBody>
          <a:bodyPr/>
          <a:lstStyle>
            <a:lvl1pPr eaLnBrk="0" hangingPunct="0">
              <a:defRPr>
                <a:solidFill>
                  <a:schemeClr val="tx1"/>
                </a:solidFill>
                <a:latin typeface="Calibri" pitchFamily="34" charset="0"/>
                <a:ea typeface="宋体" charset="-122"/>
              </a:defRPr>
            </a:lvl1pPr>
            <a:lvl2pPr marL="742950" indent="-285750" eaLnBrk="0" hangingPunct="0">
              <a:defRPr>
                <a:solidFill>
                  <a:schemeClr val="tx1"/>
                </a:solidFill>
                <a:latin typeface="Calibri" pitchFamily="34" charset="0"/>
                <a:ea typeface="宋体" charset="-122"/>
              </a:defRPr>
            </a:lvl2pPr>
            <a:lvl3pPr marL="1143000" indent="-228600" eaLnBrk="0" hangingPunct="0">
              <a:defRPr>
                <a:solidFill>
                  <a:schemeClr val="tx1"/>
                </a:solidFill>
                <a:latin typeface="Calibri" pitchFamily="34" charset="0"/>
                <a:ea typeface="宋体" charset="-122"/>
              </a:defRPr>
            </a:lvl3pPr>
            <a:lvl4pPr marL="1600200" indent="-228600" eaLnBrk="0" hangingPunct="0">
              <a:defRPr>
                <a:solidFill>
                  <a:schemeClr val="tx1"/>
                </a:solidFill>
                <a:latin typeface="Calibri" pitchFamily="34" charset="0"/>
                <a:ea typeface="宋体" charset="-122"/>
              </a:defRPr>
            </a:lvl4pPr>
            <a:lvl5pPr marL="2057400" indent="-228600" eaLnBrk="0" hangingPunct="0">
              <a:defRPr>
                <a:solidFill>
                  <a:schemeClr val="tx1"/>
                </a:solidFill>
                <a:latin typeface="Calibri" pitchFamily="34" charset="0"/>
                <a:ea typeface="宋体" charset="-122"/>
              </a:defRPr>
            </a:lvl5pPr>
            <a:lvl6pPr marL="2514600" indent="-228600" eaLnBrk="0" fontAlgn="base" hangingPunct="0">
              <a:spcBef>
                <a:spcPct val="0"/>
              </a:spcBef>
              <a:spcAft>
                <a:spcPct val="0"/>
              </a:spcAft>
              <a:defRPr>
                <a:solidFill>
                  <a:schemeClr val="tx1"/>
                </a:solidFill>
                <a:latin typeface="Calibri" pitchFamily="34" charset="0"/>
                <a:ea typeface="宋体" charset="-122"/>
              </a:defRPr>
            </a:lvl6pPr>
            <a:lvl7pPr marL="2971800" indent="-228600" eaLnBrk="0" fontAlgn="base" hangingPunct="0">
              <a:spcBef>
                <a:spcPct val="0"/>
              </a:spcBef>
              <a:spcAft>
                <a:spcPct val="0"/>
              </a:spcAft>
              <a:defRPr>
                <a:solidFill>
                  <a:schemeClr val="tx1"/>
                </a:solidFill>
                <a:latin typeface="Calibri" pitchFamily="34" charset="0"/>
                <a:ea typeface="宋体" charset="-122"/>
              </a:defRPr>
            </a:lvl7pPr>
            <a:lvl8pPr marL="3429000" indent="-228600" eaLnBrk="0" fontAlgn="base" hangingPunct="0">
              <a:spcBef>
                <a:spcPct val="0"/>
              </a:spcBef>
              <a:spcAft>
                <a:spcPct val="0"/>
              </a:spcAft>
              <a:defRPr>
                <a:solidFill>
                  <a:schemeClr val="tx1"/>
                </a:solidFill>
                <a:latin typeface="Calibri" pitchFamily="34" charset="0"/>
                <a:ea typeface="宋体" charset="-122"/>
              </a:defRPr>
            </a:lvl8pPr>
            <a:lvl9pPr marL="3886200" indent="-228600" eaLnBrk="0" fontAlgn="base" hangingPunct="0">
              <a:spcBef>
                <a:spcPct val="0"/>
              </a:spcBef>
              <a:spcAft>
                <a:spcPct val="0"/>
              </a:spcAft>
              <a:defRPr>
                <a:solidFill>
                  <a:schemeClr val="tx1"/>
                </a:solidFill>
                <a:latin typeface="Calibri" pitchFamily="34" charset="0"/>
                <a:ea typeface="宋体" charset="-122"/>
              </a:defRPr>
            </a:lvl9pPr>
          </a:lstStyle>
          <a:p>
            <a:pPr>
              <a:buFont typeface="Arial" charset="0"/>
              <a:buNone/>
              <a:defRPr/>
            </a:pPr>
            <a:endParaRPr lang="zh-CN" altLang="en-US" sz="2400" dirty="0">
              <a:latin typeface="Segoe UI" pitchFamily="34" charset="0"/>
              <a:ea typeface="微软雅黑" pitchFamily="34" charset="-122"/>
            </a:endParaRPr>
          </a:p>
        </p:txBody>
      </p:sp>
      <p:cxnSp>
        <p:nvCxnSpPr>
          <p:cNvPr id="11" name="直接连接符 22">
            <a:extLst>
              <a:ext uri="{FF2B5EF4-FFF2-40B4-BE49-F238E27FC236}">
                <a16:creationId xmlns:a16="http://schemas.microsoft.com/office/drawing/2014/main" id="{E3D0AD59-338B-5041-BA54-3D9BB0E399D6}"/>
              </a:ext>
            </a:extLst>
          </p:cNvPr>
          <p:cNvCxnSpPr/>
          <p:nvPr userDrawn="1"/>
        </p:nvCxnSpPr>
        <p:spPr>
          <a:xfrm flipH="1">
            <a:off x="323600" y="763880"/>
            <a:ext cx="11544801" cy="0"/>
          </a:xfrm>
          <a:prstGeom prst="line">
            <a:avLst/>
          </a:prstGeom>
          <a:ln w="9525">
            <a:solidFill>
              <a:srgbClr val="F2F2F2"/>
            </a:solidFill>
          </a:ln>
        </p:spPr>
        <p:style>
          <a:lnRef idx="1">
            <a:schemeClr val="accent1"/>
          </a:lnRef>
          <a:fillRef idx="0">
            <a:schemeClr val="accent1"/>
          </a:fillRef>
          <a:effectRef idx="0">
            <a:schemeClr val="accent1"/>
          </a:effectRef>
          <a:fontRef idx="minor">
            <a:schemeClr val="tx1"/>
          </a:fontRef>
        </p:style>
      </p:cxnSp>
      <p:grpSp>
        <p:nvGrpSpPr>
          <p:cNvPr id="12" name="组合 11">
            <a:extLst>
              <a:ext uri="{FF2B5EF4-FFF2-40B4-BE49-F238E27FC236}">
                <a16:creationId xmlns:a16="http://schemas.microsoft.com/office/drawing/2014/main" id="{F2197ADE-85E8-B341-8233-C315893A0BCC}"/>
              </a:ext>
            </a:extLst>
          </p:cNvPr>
          <p:cNvGrpSpPr/>
          <p:nvPr userDrawn="1"/>
        </p:nvGrpSpPr>
        <p:grpSpPr>
          <a:xfrm>
            <a:off x="0" y="420997"/>
            <a:ext cx="224590" cy="220464"/>
            <a:chOff x="0" y="262878"/>
            <a:chExt cx="224590" cy="506266"/>
          </a:xfrm>
        </p:grpSpPr>
        <p:sp>
          <p:nvSpPr>
            <p:cNvPr id="13" name="矩形 12">
              <a:extLst>
                <a:ext uri="{FF2B5EF4-FFF2-40B4-BE49-F238E27FC236}">
                  <a16:creationId xmlns:a16="http://schemas.microsoft.com/office/drawing/2014/main" id="{C3756651-9738-8349-95DA-B0B282B3FAEA}"/>
                </a:ext>
              </a:extLst>
            </p:cNvPr>
            <p:cNvSpPr/>
            <p:nvPr/>
          </p:nvSpPr>
          <p:spPr>
            <a:xfrm>
              <a:off x="0" y="262878"/>
              <a:ext cx="224590" cy="506266"/>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a:extLst>
                <a:ext uri="{FF2B5EF4-FFF2-40B4-BE49-F238E27FC236}">
                  <a16:creationId xmlns:a16="http://schemas.microsoft.com/office/drawing/2014/main" id="{5EF63353-41E7-0E43-AFC0-B2282740E9FE}"/>
                </a:ext>
              </a:extLst>
            </p:cNvPr>
            <p:cNvSpPr/>
            <p:nvPr/>
          </p:nvSpPr>
          <p:spPr>
            <a:xfrm>
              <a:off x="142500" y="262878"/>
              <a:ext cx="82090" cy="506266"/>
            </a:xfrm>
            <a:prstGeom prst="rect">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pic>
        <p:nvPicPr>
          <p:cNvPr id="16" name="图片 15">
            <a:extLst>
              <a:ext uri="{FF2B5EF4-FFF2-40B4-BE49-F238E27FC236}">
                <a16:creationId xmlns:a16="http://schemas.microsoft.com/office/drawing/2014/main" id="{27893006-C6C0-BC4A-8CFB-289F585A2778}"/>
              </a:ext>
            </a:extLst>
          </p:cNvPr>
          <p:cNvPicPr>
            <a:picLocks noChangeAspect="1"/>
          </p:cNvPicPr>
          <p:nvPr userDrawn="1"/>
        </p:nvPicPr>
        <p:blipFill>
          <a:blip r:embed="rId17" cstate="print">
            <a:extLst>
              <a:ext uri="{28A0092B-C50C-407E-A947-70E740481C1C}">
                <a14:useLocalDpi xmlns:a14="http://schemas.microsoft.com/office/drawing/2010/main" val="0"/>
              </a:ext>
            </a:extLst>
          </a:blip>
          <a:stretch>
            <a:fillRect/>
          </a:stretch>
        </p:blipFill>
        <p:spPr>
          <a:xfrm>
            <a:off x="10634242" y="283220"/>
            <a:ext cx="1225447" cy="358241"/>
          </a:xfrm>
          <a:prstGeom prst="rect">
            <a:avLst/>
          </a:prstGeom>
        </p:spPr>
      </p:pic>
    </p:spTree>
    <p:extLst>
      <p:ext uri="{BB962C8B-B14F-4D97-AF65-F5344CB8AC3E}">
        <p14:creationId xmlns:p14="http://schemas.microsoft.com/office/powerpoint/2010/main" val="1282442689"/>
      </p:ext>
    </p:extLst>
  </p:cSld>
  <p:clrMap bg1="lt1" tx1="dk1" bg2="lt2" tx2="dk2" accent1="accent1" accent2="accent2" accent3="accent3" accent4="accent4" accent5="accent5" accent6="accent6" hlink="hlink" folHlink="folHlink"/>
  <p:sldLayoutIdLst>
    <p:sldLayoutId id="2147483671" r:id="rId1"/>
    <p:sldLayoutId id="2147483670" r:id="rId2"/>
    <p:sldLayoutId id="2147483683" r:id="rId3"/>
    <p:sldLayoutId id="2147483678" r:id="rId4"/>
    <p:sldLayoutId id="2147483679" r:id="rId5"/>
    <p:sldLayoutId id="2147483680" r:id="rId6"/>
    <p:sldLayoutId id="2147483677" r:id="rId7"/>
    <p:sldLayoutId id="2147483702" r:id="rId8"/>
    <p:sldLayoutId id="2147483703" r:id="rId9"/>
    <p:sldLayoutId id="2147483709" r:id="rId10"/>
    <p:sldLayoutId id="2147483704" r:id="rId11"/>
    <p:sldLayoutId id="2147483681" r:id="rId12"/>
    <p:sldLayoutId id="2147483693" r:id="rId13"/>
    <p:sldLayoutId id="2147483710" r:id="rId14"/>
    <p:sldLayoutId id="2147483706" r:id="rId15"/>
  </p:sldLayoutIdLst>
  <p:txStyles>
    <p:titleStyle>
      <a:lvl1pPr algn="l" rtl="0" eaLnBrk="0" fontAlgn="base" hangingPunct="0">
        <a:spcBef>
          <a:spcPct val="0"/>
        </a:spcBef>
        <a:spcAft>
          <a:spcPct val="0"/>
        </a:spcAft>
        <a:defRPr sz="3200" b="1" kern="1200">
          <a:solidFill>
            <a:schemeClr val="tx1"/>
          </a:solidFill>
          <a:latin typeface="黑体" panose="02010609060101010101" pitchFamily="49" charset="-122"/>
          <a:ea typeface="黑体" panose="02010609060101010101" pitchFamily="49" charset="-122"/>
          <a:cs typeface="+mj-cs"/>
        </a:defRPr>
      </a:lvl1pPr>
      <a:lvl2pPr algn="l" rtl="0" eaLnBrk="0" fontAlgn="base" hangingPunct="0">
        <a:spcBef>
          <a:spcPct val="0"/>
        </a:spcBef>
        <a:spcAft>
          <a:spcPct val="0"/>
        </a:spcAft>
        <a:defRPr sz="3200" b="1">
          <a:solidFill>
            <a:schemeClr val="tx1"/>
          </a:solidFill>
          <a:latin typeface="黑体" pitchFamily="49" charset="-122"/>
          <a:ea typeface="黑体" pitchFamily="49" charset="-122"/>
        </a:defRPr>
      </a:lvl2pPr>
      <a:lvl3pPr algn="l" rtl="0" eaLnBrk="0" fontAlgn="base" hangingPunct="0">
        <a:spcBef>
          <a:spcPct val="0"/>
        </a:spcBef>
        <a:spcAft>
          <a:spcPct val="0"/>
        </a:spcAft>
        <a:defRPr sz="3200" b="1">
          <a:solidFill>
            <a:schemeClr val="tx1"/>
          </a:solidFill>
          <a:latin typeface="黑体" pitchFamily="49" charset="-122"/>
          <a:ea typeface="黑体" pitchFamily="49" charset="-122"/>
        </a:defRPr>
      </a:lvl3pPr>
      <a:lvl4pPr algn="l" rtl="0" eaLnBrk="0" fontAlgn="base" hangingPunct="0">
        <a:spcBef>
          <a:spcPct val="0"/>
        </a:spcBef>
        <a:spcAft>
          <a:spcPct val="0"/>
        </a:spcAft>
        <a:defRPr sz="3200" b="1">
          <a:solidFill>
            <a:schemeClr val="tx1"/>
          </a:solidFill>
          <a:latin typeface="黑体" pitchFamily="49" charset="-122"/>
          <a:ea typeface="黑体" pitchFamily="49" charset="-122"/>
        </a:defRPr>
      </a:lvl4pPr>
      <a:lvl5pPr algn="l" rtl="0" eaLnBrk="0" fontAlgn="base" hangingPunct="0">
        <a:spcBef>
          <a:spcPct val="0"/>
        </a:spcBef>
        <a:spcAft>
          <a:spcPct val="0"/>
        </a:spcAft>
        <a:defRPr sz="3200" b="1">
          <a:solidFill>
            <a:schemeClr val="tx1"/>
          </a:solidFill>
          <a:latin typeface="黑体" pitchFamily="49" charset="-122"/>
          <a:ea typeface="黑体" pitchFamily="49" charset="-122"/>
        </a:defRPr>
      </a:lvl5pPr>
      <a:lvl6pPr marL="609585" algn="l" rtl="0" fontAlgn="base">
        <a:spcBef>
          <a:spcPct val="0"/>
        </a:spcBef>
        <a:spcAft>
          <a:spcPct val="0"/>
        </a:spcAft>
        <a:defRPr sz="3200" b="1">
          <a:solidFill>
            <a:schemeClr val="tx1"/>
          </a:solidFill>
          <a:latin typeface="黑体" pitchFamily="49" charset="-122"/>
          <a:ea typeface="黑体" pitchFamily="49" charset="-122"/>
        </a:defRPr>
      </a:lvl6pPr>
      <a:lvl7pPr marL="1219170" algn="l" rtl="0" fontAlgn="base">
        <a:spcBef>
          <a:spcPct val="0"/>
        </a:spcBef>
        <a:spcAft>
          <a:spcPct val="0"/>
        </a:spcAft>
        <a:defRPr sz="3200" b="1">
          <a:solidFill>
            <a:schemeClr val="tx1"/>
          </a:solidFill>
          <a:latin typeface="黑体" pitchFamily="49" charset="-122"/>
          <a:ea typeface="黑体" pitchFamily="49" charset="-122"/>
        </a:defRPr>
      </a:lvl7pPr>
      <a:lvl8pPr marL="1828754" algn="l" rtl="0" fontAlgn="base">
        <a:spcBef>
          <a:spcPct val="0"/>
        </a:spcBef>
        <a:spcAft>
          <a:spcPct val="0"/>
        </a:spcAft>
        <a:defRPr sz="3200" b="1">
          <a:solidFill>
            <a:schemeClr val="tx1"/>
          </a:solidFill>
          <a:latin typeface="黑体" pitchFamily="49" charset="-122"/>
          <a:ea typeface="黑体" pitchFamily="49" charset="-122"/>
        </a:defRPr>
      </a:lvl8pPr>
      <a:lvl9pPr marL="2438339" algn="l" rtl="0" fontAlgn="base">
        <a:spcBef>
          <a:spcPct val="0"/>
        </a:spcBef>
        <a:spcAft>
          <a:spcPct val="0"/>
        </a:spcAft>
        <a:defRPr sz="3200" b="1">
          <a:solidFill>
            <a:schemeClr val="tx1"/>
          </a:solidFill>
          <a:latin typeface="黑体" pitchFamily="49" charset="-122"/>
          <a:ea typeface="黑体" pitchFamily="49" charset="-122"/>
        </a:defRPr>
      </a:lvl9pPr>
    </p:titleStyle>
    <p:bodyStyle>
      <a:lvl1pPr marL="457189" indent="-457189" algn="l" rtl="0" eaLnBrk="0" fontAlgn="base" hangingPunct="0">
        <a:spcBef>
          <a:spcPct val="20000"/>
        </a:spcBef>
        <a:spcAft>
          <a:spcPct val="0"/>
        </a:spcAft>
        <a:buFont typeface="Arial" panose="020B0604020202020204" pitchFamily="34" charset="0"/>
        <a:buChar char="•"/>
        <a:defRPr sz="4267" kern="1200">
          <a:solidFill>
            <a:schemeClr val="tx1"/>
          </a:solidFill>
          <a:latin typeface="+mn-lt"/>
          <a:ea typeface="+mn-ea"/>
          <a:cs typeface="+mn-cs"/>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p:bodyStyle>
    <p:otherStyle>
      <a:defPPr>
        <a:defRPr lang="zh-CN"/>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4" name="图片 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938713" y="2604635"/>
            <a:ext cx="2314575" cy="955968"/>
          </a:xfrm>
          <a:prstGeom prst="rect">
            <a:avLst/>
          </a:prstGeom>
        </p:spPr>
      </p:pic>
    </p:spTree>
    <p:extLst>
      <p:ext uri="{BB962C8B-B14F-4D97-AF65-F5344CB8AC3E}">
        <p14:creationId xmlns:p14="http://schemas.microsoft.com/office/powerpoint/2010/main" val="770715422"/>
      </p:ext>
    </p:extLst>
  </p:cSld>
  <p:clrMap bg1="lt1" tx1="dk1" bg2="lt2" tx2="dk2" accent1="accent1" accent2="accent2" accent3="accent3" accent4="accent4" accent5="accent5" accent6="accent6" hlink="hlink" folHlink="folHlink"/>
  <p:sldLayoutIdLst>
    <p:sldLayoutId id="2147483673" r:id="rId1"/>
  </p:sldLayoutIdLst>
  <p:txStyles>
    <p:titleStyle>
      <a:lvl1pPr algn="ctr" rtl="0" eaLnBrk="0" fontAlgn="base" hangingPunct="0">
        <a:spcBef>
          <a:spcPct val="0"/>
        </a:spcBef>
        <a:spcAft>
          <a:spcPct val="0"/>
        </a:spcAft>
        <a:defRPr sz="5867" kern="1200">
          <a:solidFill>
            <a:schemeClr val="tx1"/>
          </a:solidFill>
          <a:latin typeface="+mj-lt"/>
          <a:ea typeface="+mj-ea"/>
          <a:cs typeface="+mj-cs"/>
        </a:defRPr>
      </a:lvl1pPr>
      <a:lvl2pPr algn="ctr" rtl="0" eaLnBrk="0" fontAlgn="base" hangingPunct="0">
        <a:spcBef>
          <a:spcPct val="0"/>
        </a:spcBef>
        <a:spcAft>
          <a:spcPct val="0"/>
        </a:spcAft>
        <a:defRPr sz="5867">
          <a:solidFill>
            <a:schemeClr val="tx1"/>
          </a:solidFill>
          <a:latin typeface="Calibri" pitchFamily="34" charset="0"/>
          <a:ea typeface="黑体" pitchFamily="49" charset="-122"/>
        </a:defRPr>
      </a:lvl2pPr>
      <a:lvl3pPr algn="ctr" rtl="0" eaLnBrk="0" fontAlgn="base" hangingPunct="0">
        <a:spcBef>
          <a:spcPct val="0"/>
        </a:spcBef>
        <a:spcAft>
          <a:spcPct val="0"/>
        </a:spcAft>
        <a:defRPr sz="5867">
          <a:solidFill>
            <a:schemeClr val="tx1"/>
          </a:solidFill>
          <a:latin typeface="Calibri" pitchFamily="34" charset="0"/>
          <a:ea typeface="黑体" pitchFamily="49" charset="-122"/>
        </a:defRPr>
      </a:lvl3pPr>
      <a:lvl4pPr algn="ctr" rtl="0" eaLnBrk="0" fontAlgn="base" hangingPunct="0">
        <a:spcBef>
          <a:spcPct val="0"/>
        </a:spcBef>
        <a:spcAft>
          <a:spcPct val="0"/>
        </a:spcAft>
        <a:defRPr sz="5867">
          <a:solidFill>
            <a:schemeClr val="tx1"/>
          </a:solidFill>
          <a:latin typeface="Calibri" pitchFamily="34" charset="0"/>
          <a:ea typeface="黑体" pitchFamily="49" charset="-122"/>
        </a:defRPr>
      </a:lvl4pPr>
      <a:lvl5pPr algn="ctr" rtl="0" eaLnBrk="0" fontAlgn="base" hangingPunct="0">
        <a:spcBef>
          <a:spcPct val="0"/>
        </a:spcBef>
        <a:spcAft>
          <a:spcPct val="0"/>
        </a:spcAft>
        <a:defRPr sz="5867">
          <a:solidFill>
            <a:schemeClr val="tx1"/>
          </a:solidFill>
          <a:latin typeface="Calibri" pitchFamily="34" charset="0"/>
          <a:ea typeface="黑体" pitchFamily="49" charset="-122"/>
        </a:defRPr>
      </a:lvl5pPr>
      <a:lvl6pPr marL="609585" algn="ctr" rtl="0" fontAlgn="base">
        <a:spcBef>
          <a:spcPct val="0"/>
        </a:spcBef>
        <a:spcAft>
          <a:spcPct val="0"/>
        </a:spcAft>
        <a:defRPr sz="5867">
          <a:solidFill>
            <a:schemeClr val="tx1"/>
          </a:solidFill>
          <a:latin typeface="Calibri" pitchFamily="34" charset="0"/>
          <a:ea typeface="宋体" charset="-122"/>
        </a:defRPr>
      </a:lvl6pPr>
      <a:lvl7pPr marL="1219170" algn="ctr" rtl="0" fontAlgn="base">
        <a:spcBef>
          <a:spcPct val="0"/>
        </a:spcBef>
        <a:spcAft>
          <a:spcPct val="0"/>
        </a:spcAft>
        <a:defRPr sz="5867">
          <a:solidFill>
            <a:schemeClr val="tx1"/>
          </a:solidFill>
          <a:latin typeface="Calibri" pitchFamily="34" charset="0"/>
          <a:ea typeface="宋体" charset="-122"/>
        </a:defRPr>
      </a:lvl7pPr>
      <a:lvl8pPr marL="1828754" algn="ctr" rtl="0" fontAlgn="base">
        <a:spcBef>
          <a:spcPct val="0"/>
        </a:spcBef>
        <a:spcAft>
          <a:spcPct val="0"/>
        </a:spcAft>
        <a:defRPr sz="5867">
          <a:solidFill>
            <a:schemeClr val="tx1"/>
          </a:solidFill>
          <a:latin typeface="Calibri" pitchFamily="34" charset="0"/>
          <a:ea typeface="宋体" charset="-122"/>
        </a:defRPr>
      </a:lvl8pPr>
      <a:lvl9pPr marL="2438339" algn="ctr" rtl="0" fontAlgn="base">
        <a:spcBef>
          <a:spcPct val="0"/>
        </a:spcBef>
        <a:spcAft>
          <a:spcPct val="0"/>
        </a:spcAft>
        <a:defRPr sz="5867">
          <a:solidFill>
            <a:schemeClr val="tx1"/>
          </a:solidFill>
          <a:latin typeface="Calibri" pitchFamily="34" charset="0"/>
          <a:ea typeface="宋体" charset="-122"/>
        </a:defRPr>
      </a:lvl9pPr>
    </p:titleStyle>
    <p:bodyStyle>
      <a:lvl1pPr marL="457189" indent="-457189" algn="l" rtl="0" eaLnBrk="0" fontAlgn="base" hangingPunct="0">
        <a:spcBef>
          <a:spcPct val="20000"/>
        </a:spcBef>
        <a:spcAft>
          <a:spcPct val="0"/>
        </a:spcAft>
        <a:buFont typeface="Arial" panose="020B0604020202020204" pitchFamily="34" charset="0"/>
        <a:buChar char="•"/>
        <a:defRPr sz="4267" kern="1200">
          <a:solidFill>
            <a:schemeClr val="tx1"/>
          </a:solidFill>
          <a:latin typeface="+mn-lt"/>
          <a:ea typeface="+mn-ea"/>
          <a:cs typeface="+mn-cs"/>
        </a:defRPr>
      </a:lvl1pPr>
      <a:lvl2pPr marL="990575" indent="-380990" algn="l" rtl="0" eaLnBrk="0" fontAlgn="base" hangingPunct="0">
        <a:spcBef>
          <a:spcPct val="20000"/>
        </a:spcBef>
        <a:spcAft>
          <a:spcPct val="0"/>
        </a:spcAft>
        <a:buFont typeface="Arial" panose="020B0604020202020204" pitchFamily="34" charset="0"/>
        <a:buChar char="–"/>
        <a:defRPr sz="3733" kern="1200">
          <a:solidFill>
            <a:schemeClr val="tx1"/>
          </a:solidFill>
          <a:latin typeface="+mn-lt"/>
          <a:ea typeface="+mn-ea"/>
          <a:cs typeface="+mn-cs"/>
        </a:defRPr>
      </a:lvl2pPr>
      <a:lvl3pPr marL="1523962" indent="-304792"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p:bodyStyle>
    <p:otherStyle>
      <a:defPPr>
        <a:defRPr lang="zh-CN"/>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B16EC87-9B0D-CD4B-997D-0A66FE90B29E}"/>
              </a:ext>
            </a:extLst>
          </p:cNvPr>
          <p:cNvSpPr>
            <a:spLocks noGrp="1"/>
          </p:cNvSpPr>
          <p:nvPr>
            <p:ph type="title"/>
          </p:nvPr>
        </p:nvSpPr>
        <p:spPr/>
        <p:txBody>
          <a:bodyPr/>
          <a:lstStyle/>
          <a:p>
            <a:r>
              <a:rPr lang="en-US" altLang="zh-CN" b="1" dirty="0"/>
              <a:t>Python</a:t>
            </a:r>
            <a:r>
              <a:rPr lang="zh-CN" altLang="en-US" dirty="0"/>
              <a:t>函数（上）</a:t>
            </a:r>
            <a:endParaRPr kumimoji="1" lang="zh-CN" altLang="en-US" dirty="0"/>
          </a:p>
        </p:txBody>
      </p:sp>
      <p:sp>
        <p:nvSpPr>
          <p:cNvPr id="3" name="文本占位符 2">
            <a:extLst>
              <a:ext uri="{FF2B5EF4-FFF2-40B4-BE49-F238E27FC236}">
                <a16:creationId xmlns:a16="http://schemas.microsoft.com/office/drawing/2014/main" id="{FB6AC0F8-4890-4046-8499-78F7C6973826}"/>
              </a:ext>
            </a:extLst>
          </p:cNvPr>
          <p:cNvSpPr>
            <a:spLocks noGrp="1"/>
          </p:cNvSpPr>
          <p:nvPr>
            <p:ph type="body" sz="quarter" idx="10"/>
          </p:nvPr>
        </p:nvSpPr>
        <p:spPr/>
        <p:txBody>
          <a:bodyPr/>
          <a:lstStyle/>
          <a:p>
            <a:r>
              <a:rPr kumimoji="1" lang="zh-CN" altLang="en-US" dirty="0"/>
              <a:t>人生苦短，我学</a:t>
            </a:r>
            <a:r>
              <a:rPr kumimoji="1" lang="en-US" altLang="zh-CN" dirty="0"/>
              <a:t>Python!</a:t>
            </a:r>
            <a:endParaRPr kumimoji="1" lang="zh-CN" altLang="en-US" dirty="0"/>
          </a:p>
        </p:txBody>
      </p:sp>
    </p:spTree>
    <p:extLst>
      <p:ext uri="{BB962C8B-B14F-4D97-AF65-F5344CB8AC3E}">
        <p14:creationId xmlns:p14="http://schemas.microsoft.com/office/powerpoint/2010/main" val="38339742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2691FACA-E1ED-6A48-A1E4-D925AAC03039}"/>
              </a:ext>
            </a:extLst>
          </p:cNvPr>
          <p:cNvSpPr>
            <a:spLocks noGrp="1"/>
          </p:cNvSpPr>
          <p:nvPr>
            <p:ph type="body" sz="quarter" idx="10"/>
          </p:nvPr>
        </p:nvSpPr>
        <p:spPr>
          <a:xfrm>
            <a:off x="4971231" y="756218"/>
            <a:ext cx="5973761" cy="4256405"/>
          </a:xfrm>
        </p:spPr>
        <p:txBody>
          <a:bodyPr/>
          <a:lstStyle/>
          <a:p>
            <a:r>
              <a:rPr lang="zh-CN" altLang="en-US" dirty="0"/>
              <a:t>函数的作用及其使用步骤</a:t>
            </a:r>
            <a:endParaRPr lang="en-US" altLang="zh-CN" dirty="0"/>
          </a:p>
          <a:p>
            <a:r>
              <a:rPr lang="zh-CN" altLang="en-US" dirty="0"/>
              <a:t>函数的说明文档</a:t>
            </a:r>
            <a:endParaRPr lang="en-US" altLang="zh-CN" dirty="0"/>
          </a:p>
          <a:p>
            <a:r>
              <a:rPr lang="zh-CN" altLang="en-US" dirty="0">
                <a:solidFill>
                  <a:srgbClr val="B70006"/>
                </a:solidFill>
              </a:rPr>
              <a:t>函数的嵌套</a:t>
            </a:r>
            <a:endParaRPr lang="en-US" altLang="zh-CN" dirty="0">
              <a:solidFill>
                <a:srgbClr val="B70006"/>
              </a:solidFill>
            </a:endParaRPr>
          </a:p>
          <a:p>
            <a:r>
              <a:rPr lang="zh-CN" altLang="en-US" dirty="0">
                <a:solidFill>
                  <a:srgbClr val="B70006"/>
                </a:solidFill>
              </a:rPr>
              <a:t>函数的应用案例</a:t>
            </a:r>
            <a:endParaRPr lang="en-US" altLang="zh-CN" dirty="0">
              <a:solidFill>
                <a:srgbClr val="B70006"/>
              </a:solidFill>
            </a:endParaRPr>
          </a:p>
          <a:p>
            <a:r>
              <a:rPr lang="zh-CN" altLang="en-US" dirty="0">
                <a:solidFill>
                  <a:srgbClr val="B70006"/>
                </a:solidFill>
              </a:rPr>
              <a:t>变量的作用域</a:t>
            </a:r>
            <a:endParaRPr lang="en-US" altLang="zh-CN" dirty="0">
              <a:solidFill>
                <a:srgbClr val="B70006"/>
              </a:solidFill>
            </a:endParaRPr>
          </a:p>
          <a:p>
            <a:r>
              <a:rPr lang="zh-CN" altLang="en-US" dirty="0">
                <a:solidFill>
                  <a:srgbClr val="B70006"/>
                </a:solidFill>
              </a:rPr>
              <a:t>函数参数进阶</a:t>
            </a:r>
            <a:endParaRPr lang="en-US" altLang="zh-CN" dirty="0">
              <a:solidFill>
                <a:srgbClr val="B70006"/>
              </a:solidFill>
            </a:endParaRPr>
          </a:p>
          <a:p>
            <a:r>
              <a:rPr lang="zh-CN" altLang="en-US" dirty="0"/>
              <a:t>引用变量及可变类型、非可变类型</a:t>
            </a:r>
            <a:endParaRPr lang="en-US" altLang="zh-CN" dirty="0"/>
          </a:p>
        </p:txBody>
      </p:sp>
    </p:spTree>
    <p:extLst>
      <p:ext uri="{BB962C8B-B14F-4D97-AF65-F5344CB8AC3E}">
        <p14:creationId xmlns:p14="http://schemas.microsoft.com/office/powerpoint/2010/main" val="37101851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a:extLst>
              <a:ext uri="{FF2B5EF4-FFF2-40B4-BE49-F238E27FC236}">
                <a16:creationId xmlns:a16="http://schemas.microsoft.com/office/drawing/2014/main" id="{8F5F2403-DAC9-454A-9779-7331986EC40B}"/>
              </a:ext>
            </a:extLst>
          </p:cNvPr>
          <p:cNvSpPr>
            <a:spLocks noGrp="1"/>
          </p:cNvSpPr>
          <p:nvPr>
            <p:ph type="body" sz="quarter" idx="10"/>
          </p:nvPr>
        </p:nvSpPr>
        <p:spPr>
          <a:xfrm>
            <a:off x="4799581" y="423612"/>
            <a:ext cx="6654482" cy="4855845"/>
          </a:xfrm>
        </p:spPr>
        <p:txBody>
          <a:bodyPr/>
          <a:lstStyle/>
          <a:p>
            <a:r>
              <a:rPr lang="zh-CN" altLang="en-US" dirty="0">
                <a:solidFill>
                  <a:schemeClr val="tx1">
                    <a:lumMod val="85000"/>
                    <a:lumOff val="15000"/>
                  </a:schemeClr>
                </a:solidFill>
              </a:rPr>
              <a:t>了解函数的作用及其使用步骤</a:t>
            </a:r>
            <a:endParaRPr lang="en-US" altLang="zh-CN" dirty="0">
              <a:solidFill>
                <a:schemeClr val="tx1">
                  <a:lumMod val="85000"/>
                  <a:lumOff val="15000"/>
                </a:schemeClr>
              </a:solidFill>
            </a:endParaRPr>
          </a:p>
          <a:p>
            <a:r>
              <a:rPr lang="zh-CN" altLang="en-US" dirty="0">
                <a:solidFill>
                  <a:srgbClr val="B60206"/>
                </a:solidFill>
              </a:rPr>
              <a:t>掌握函数参数的作用及其应用场景</a:t>
            </a:r>
            <a:endParaRPr lang="en-US" altLang="zh-CN" dirty="0">
              <a:solidFill>
                <a:srgbClr val="B60206"/>
              </a:solidFill>
            </a:endParaRPr>
          </a:p>
          <a:p>
            <a:r>
              <a:rPr lang="zh-CN" altLang="en-US" dirty="0">
                <a:solidFill>
                  <a:srgbClr val="B60206"/>
                </a:solidFill>
              </a:rPr>
              <a:t>掌握函数返回值的作用及其应用场景</a:t>
            </a:r>
            <a:endParaRPr lang="en-US" altLang="zh-CN" dirty="0">
              <a:solidFill>
                <a:srgbClr val="B60206"/>
              </a:solidFill>
            </a:endParaRPr>
          </a:p>
          <a:p>
            <a:r>
              <a:rPr lang="zh-CN" altLang="en-US" dirty="0">
                <a:solidFill>
                  <a:srgbClr val="B60206"/>
                </a:solidFill>
              </a:rPr>
              <a:t>学会阅读函数的说明文档</a:t>
            </a:r>
            <a:endParaRPr lang="en-US" altLang="zh-CN" dirty="0">
              <a:solidFill>
                <a:srgbClr val="B60206"/>
              </a:solidFill>
            </a:endParaRPr>
          </a:p>
          <a:p>
            <a:r>
              <a:rPr lang="zh-CN" altLang="en-US" dirty="0">
                <a:solidFill>
                  <a:schemeClr val="tx1">
                    <a:lumMod val="85000"/>
                    <a:lumOff val="15000"/>
                  </a:schemeClr>
                </a:solidFill>
              </a:rPr>
              <a:t>了解函数的嵌套</a:t>
            </a:r>
            <a:endParaRPr lang="en-US" altLang="zh-CN" dirty="0">
              <a:solidFill>
                <a:schemeClr val="tx1">
                  <a:lumMod val="85000"/>
                  <a:lumOff val="15000"/>
                </a:schemeClr>
              </a:solidFill>
            </a:endParaRPr>
          </a:p>
        </p:txBody>
      </p:sp>
    </p:spTree>
    <p:extLst>
      <p:ext uri="{BB962C8B-B14F-4D97-AF65-F5344CB8AC3E}">
        <p14:creationId xmlns:p14="http://schemas.microsoft.com/office/powerpoint/2010/main" val="21962096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6DC7A42-DEB9-4846-9885-EF1F65B29AB4}"/>
              </a:ext>
            </a:extLst>
          </p:cNvPr>
          <p:cNvSpPr>
            <a:spLocks noGrp="1"/>
          </p:cNvSpPr>
          <p:nvPr>
            <p:ph type="title"/>
          </p:nvPr>
        </p:nvSpPr>
        <p:spPr/>
        <p:txBody>
          <a:bodyPr/>
          <a:lstStyle/>
          <a:p>
            <a:r>
              <a:rPr lang="zh-CN" altLang="en-US" dirty="0">
                <a:solidFill>
                  <a:schemeClr val="tx1">
                    <a:lumMod val="65000"/>
                    <a:lumOff val="35000"/>
                  </a:schemeClr>
                </a:solidFill>
              </a:rPr>
              <a:t>函数的作用及其使用步骤</a:t>
            </a:r>
            <a:endParaRPr lang="en-US" altLang="zh-CN" dirty="0">
              <a:solidFill>
                <a:schemeClr val="tx1">
                  <a:lumMod val="65000"/>
                  <a:lumOff val="35000"/>
                </a:schemeClr>
              </a:solidFill>
            </a:endParaRPr>
          </a:p>
        </p:txBody>
      </p:sp>
      <p:sp>
        <p:nvSpPr>
          <p:cNvPr id="3" name="文本占位符 2">
            <a:extLst>
              <a:ext uri="{FF2B5EF4-FFF2-40B4-BE49-F238E27FC236}">
                <a16:creationId xmlns:a16="http://schemas.microsoft.com/office/drawing/2014/main" id="{DC0D98B5-82FB-804B-8565-7E31DD4B40B6}"/>
              </a:ext>
            </a:extLst>
          </p:cNvPr>
          <p:cNvSpPr>
            <a:spLocks noGrp="1"/>
          </p:cNvSpPr>
          <p:nvPr>
            <p:ph type="body" sz="quarter" idx="10"/>
          </p:nvPr>
        </p:nvSpPr>
        <p:spPr/>
        <p:txBody>
          <a:bodyPr/>
          <a:lstStyle/>
          <a:p>
            <a:r>
              <a:rPr kumimoji="1" lang="en-US" altLang="zh-CN" dirty="0"/>
              <a:t>01</a:t>
            </a:r>
            <a:endParaRPr kumimoji="1" lang="zh-CN" altLang="en-US" dirty="0"/>
          </a:p>
        </p:txBody>
      </p:sp>
    </p:spTree>
    <p:extLst>
      <p:ext uri="{BB962C8B-B14F-4D97-AF65-F5344CB8AC3E}">
        <p14:creationId xmlns:p14="http://schemas.microsoft.com/office/powerpoint/2010/main" val="2513354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函数的作用及其使用步骤</a:t>
            </a:r>
          </a:p>
        </p:txBody>
      </p:sp>
      <p:sp>
        <p:nvSpPr>
          <p:cNvPr id="4" name="文本占位符 3"/>
          <p:cNvSpPr>
            <a:spLocks noGrp="1"/>
          </p:cNvSpPr>
          <p:nvPr>
            <p:ph type="body" sz="quarter" idx="10"/>
          </p:nvPr>
        </p:nvSpPr>
        <p:spPr/>
        <p:txBody>
          <a:bodyPr/>
          <a:lstStyle/>
          <a:p>
            <a:r>
              <a:rPr lang="en-US" altLang="zh-CN" dirty="0"/>
              <a:t>1</a:t>
            </a:r>
            <a:r>
              <a:rPr lang="zh-CN" altLang="en-US" dirty="0"/>
              <a:t>、</a:t>
            </a:r>
            <a:r>
              <a:rPr lang="zh-CN" altLang="en-US" dirty="0">
                <a:solidFill>
                  <a:schemeClr val="tx1">
                    <a:lumMod val="65000"/>
                    <a:lumOff val="35000"/>
                  </a:schemeClr>
                </a:solidFill>
              </a:rPr>
              <a:t>函数的作用</a:t>
            </a:r>
            <a:endParaRPr lang="zh-CN" altLang="en-US" dirty="0"/>
          </a:p>
        </p:txBody>
      </p:sp>
      <p:pic>
        <p:nvPicPr>
          <p:cNvPr id="10" name="图片 9">
            <a:extLst>
              <a:ext uri="{FF2B5EF4-FFF2-40B4-BE49-F238E27FC236}">
                <a16:creationId xmlns:a16="http://schemas.microsoft.com/office/drawing/2014/main" id="{CC0E015E-F4E4-4BEB-8F69-78F7C1C14604}"/>
              </a:ext>
            </a:extLst>
          </p:cNvPr>
          <p:cNvPicPr>
            <a:picLocks noChangeAspect="1"/>
          </p:cNvPicPr>
          <p:nvPr/>
        </p:nvPicPr>
        <p:blipFill>
          <a:blip r:embed="rId2"/>
          <a:stretch>
            <a:fillRect/>
          </a:stretch>
        </p:blipFill>
        <p:spPr>
          <a:xfrm>
            <a:off x="5926099" y="2006550"/>
            <a:ext cx="4155553" cy="2322024"/>
          </a:xfrm>
          <a:prstGeom prst="rect">
            <a:avLst/>
          </a:prstGeom>
          <a:ln>
            <a:solidFill>
              <a:schemeClr val="tx1"/>
            </a:solidFill>
          </a:ln>
        </p:spPr>
      </p:pic>
      <p:sp>
        <p:nvSpPr>
          <p:cNvPr id="11" name="矩形 10">
            <a:extLst>
              <a:ext uri="{FF2B5EF4-FFF2-40B4-BE49-F238E27FC236}">
                <a16:creationId xmlns:a16="http://schemas.microsoft.com/office/drawing/2014/main" id="{AF638F62-31E8-45AF-AF4C-9155E6CB3F82}"/>
              </a:ext>
            </a:extLst>
          </p:cNvPr>
          <p:cNvSpPr/>
          <p:nvPr/>
        </p:nvSpPr>
        <p:spPr>
          <a:xfrm>
            <a:off x="788702" y="1809399"/>
            <a:ext cx="10671778" cy="4031873"/>
          </a:xfrm>
          <a:prstGeom prst="rect">
            <a:avLst/>
          </a:prstGeom>
        </p:spPr>
        <p:txBody>
          <a:bodyPr wrap="square">
            <a:spAutoFit/>
          </a:bodyPr>
          <a:lstStyle/>
          <a:p>
            <a:r>
              <a:rPr lang="zh-CN" altLang="en-US" sz="1600" dirty="0">
                <a:solidFill>
                  <a:schemeClr val="tx1">
                    <a:lumMod val="85000"/>
                    <a:lumOff val="15000"/>
                  </a:schemeClr>
                </a:solidFill>
                <a:latin typeface="Alibaba PuHuiTi R" pitchFamily="18" charset="-122"/>
                <a:ea typeface="Alibaba PuHuiTi R" pitchFamily="18" charset="-122"/>
                <a:cs typeface="Alibaba PuHuiTi R" pitchFamily="18" charset="-122"/>
              </a:rPr>
              <a:t>用户到</a:t>
            </a:r>
            <a:r>
              <a:rPr lang="en" altLang="zh-CN" sz="1600" dirty="0">
                <a:solidFill>
                  <a:schemeClr val="tx1">
                    <a:lumMod val="85000"/>
                    <a:lumOff val="15000"/>
                  </a:schemeClr>
                </a:solidFill>
                <a:latin typeface="Alibaba PuHuiTi R" pitchFamily="18" charset="-122"/>
                <a:ea typeface="Alibaba PuHuiTi R" pitchFamily="18" charset="-122"/>
                <a:cs typeface="Alibaba PuHuiTi R" pitchFamily="18" charset="-122"/>
              </a:rPr>
              <a:t>ATM</a:t>
            </a:r>
            <a:r>
              <a:rPr lang="zh-CN" altLang="en-US" sz="1600" dirty="0">
                <a:solidFill>
                  <a:schemeClr val="tx1">
                    <a:lumMod val="85000"/>
                    <a:lumOff val="15000"/>
                  </a:schemeClr>
                </a:solidFill>
                <a:latin typeface="Alibaba PuHuiTi R" pitchFamily="18" charset="-122"/>
                <a:ea typeface="Alibaba PuHuiTi R" pitchFamily="18" charset="-122"/>
                <a:cs typeface="Alibaba PuHuiTi R" pitchFamily="18" charset="-122"/>
              </a:rPr>
              <a:t>机取钱：</a:t>
            </a:r>
            <a:endParaRPr lang="en-US" altLang="zh-CN" sz="1600" dirty="0">
              <a:solidFill>
                <a:schemeClr val="tx1">
                  <a:lumMod val="85000"/>
                  <a:lumOff val="15000"/>
                </a:schemeClr>
              </a:solidFill>
              <a:latin typeface="Alibaba PuHuiTi R" pitchFamily="18" charset="-122"/>
              <a:ea typeface="Alibaba PuHuiTi R" pitchFamily="18" charset="-122"/>
              <a:cs typeface="Alibaba PuHuiTi R" pitchFamily="18" charset="-122"/>
            </a:endParaRPr>
          </a:p>
          <a:p>
            <a:endParaRPr lang="zh-CN" altLang="en-US" sz="1600" dirty="0">
              <a:solidFill>
                <a:schemeClr val="tx1">
                  <a:lumMod val="85000"/>
                  <a:lumOff val="15000"/>
                </a:schemeClr>
              </a:solidFill>
              <a:latin typeface="Alibaba PuHuiTi R" pitchFamily="18" charset="-122"/>
              <a:ea typeface="Alibaba PuHuiTi R" pitchFamily="18" charset="-122"/>
              <a:cs typeface="Alibaba PuHuiTi R" pitchFamily="18" charset="-122"/>
            </a:endParaRPr>
          </a:p>
          <a:p>
            <a:pPr>
              <a:buFont typeface="+mj-lt"/>
              <a:buAutoNum type="arabicPeriod"/>
            </a:pPr>
            <a:r>
              <a:rPr lang="zh-CN" altLang="en-US" sz="1600" dirty="0">
                <a:solidFill>
                  <a:schemeClr val="tx1">
                    <a:lumMod val="85000"/>
                    <a:lumOff val="15000"/>
                  </a:schemeClr>
                </a:solidFill>
                <a:latin typeface="Alibaba PuHuiTi R" pitchFamily="18" charset="-122"/>
                <a:ea typeface="Alibaba PuHuiTi R" pitchFamily="18" charset="-122"/>
                <a:cs typeface="Alibaba PuHuiTi R" pitchFamily="18" charset="-122"/>
              </a:rPr>
              <a:t>输入密码后显示</a:t>
            </a:r>
            <a:r>
              <a:rPr lang="en-US" altLang="zh-CN" sz="1600" dirty="0">
                <a:solidFill>
                  <a:schemeClr val="tx1">
                    <a:lumMod val="85000"/>
                    <a:lumOff val="15000"/>
                  </a:schemeClr>
                </a:solidFill>
                <a:latin typeface="Alibaba PuHuiTi R" pitchFamily="18" charset="-122"/>
                <a:ea typeface="Alibaba PuHuiTi R" pitchFamily="18" charset="-122"/>
                <a:cs typeface="Alibaba PuHuiTi R" pitchFamily="18" charset="-122"/>
              </a:rPr>
              <a:t>"</a:t>
            </a:r>
            <a:r>
              <a:rPr lang="zh-CN" altLang="en-US" sz="1600" dirty="0">
                <a:solidFill>
                  <a:schemeClr val="tx1">
                    <a:lumMod val="85000"/>
                    <a:lumOff val="15000"/>
                  </a:schemeClr>
                </a:solidFill>
                <a:latin typeface="Alibaba PuHuiTi R" pitchFamily="18" charset="-122"/>
                <a:ea typeface="Alibaba PuHuiTi R" pitchFamily="18" charset="-122"/>
                <a:cs typeface="Alibaba PuHuiTi R" pitchFamily="18" charset="-122"/>
              </a:rPr>
              <a:t>选择功能</a:t>
            </a:r>
            <a:r>
              <a:rPr lang="en-US" altLang="zh-CN" sz="1600" dirty="0">
                <a:solidFill>
                  <a:schemeClr val="tx1">
                    <a:lumMod val="85000"/>
                    <a:lumOff val="15000"/>
                  </a:schemeClr>
                </a:solidFill>
                <a:latin typeface="Alibaba PuHuiTi R" pitchFamily="18" charset="-122"/>
                <a:ea typeface="Alibaba PuHuiTi R" pitchFamily="18" charset="-122"/>
                <a:cs typeface="Alibaba PuHuiTi R" pitchFamily="18" charset="-122"/>
              </a:rPr>
              <a:t>"</a:t>
            </a:r>
            <a:r>
              <a:rPr lang="zh-CN" altLang="en-US" sz="1600" dirty="0">
                <a:solidFill>
                  <a:schemeClr val="tx1">
                    <a:lumMod val="85000"/>
                    <a:lumOff val="15000"/>
                  </a:schemeClr>
                </a:solidFill>
                <a:latin typeface="Alibaba PuHuiTi R" pitchFamily="18" charset="-122"/>
                <a:ea typeface="Alibaba PuHuiTi R" pitchFamily="18" charset="-122"/>
                <a:cs typeface="Alibaba PuHuiTi R" pitchFamily="18" charset="-122"/>
              </a:rPr>
              <a:t>界面</a:t>
            </a:r>
            <a:endParaRPr lang="en-US" altLang="zh-CN" sz="1600" dirty="0">
              <a:solidFill>
                <a:schemeClr val="tx1">
                  <a:lumMod val="85000"/>
                  <a:lumOff val="15000"/>
                </a:schemeClr>
              </a:solidFill>
              <a:latin typeface="Alibaba PuHuiTi R" pitchFamily="18" charset="-122"/>
              <a:ea typeface="Alibaba PuHuiTi R" pitchFamily="18" charset="-122"/>
              <a:cs typeface="Alibaba PuHuiTi R" pitchFamily="18" charset="-122"/>
            </a:endParaRPr>
          </a:p>
          <a:p>
            <a:pPr>
              <a:buFont typeface="+mj-lt"/>
              <a:buAutoNum type="arabicPeriod"/>
            </a:pPr>
            <a:endParaRPr lang="en-US" altLang="zh-CN" sz="1600" dirty="0">
              <a:solidFill>
                <a:schemeClr val="tx1">
                  <a:lumMod val="85000"/>
                  <a:lumOff val="15000"/>
                </a:schemeClr>
              </a:solidFill>
              <a:latin typeface="Alibaba PuHuiTi R" pitchFamily="18" charset="-122"/>
              <a:ea typeface="Alibaba PuHuiTi R" pitchFamily="18" charset="-122"/>
              <a:cs typeface="Alibaba PuHuiTi R" pitchFamily="18" charset="-122"/>
            </a:endParaRPr>
          </a:p>
          <a:p>
            <a:pPr>
              <a:buFont typeface="+mj-lt"/>
              <a:buAutoNum type="arabicPeriod"/>
            </a:pPr>
            <a:endParaRPr lang="zh-CN" altLang="en-US" sz="1600" dirty="0">
              <a:solidFill>
                <a:schemeClr val="tx1">
                  <a:lumMod val="85000"/>
                  <a:lumOff val="15000"/>
                </a:schemeClr>
              </a:solidFill>
              <a:latin typeface="Alibaba PuHuiTi R" pitchFamily="18" charset="-122"/>
              <a:ea typeface="Alibaba PuHuiTi R" pitchFamily="18" charset="-122"/>
              <a:cs typeface="Alibaba PuHuiTi R" pitchFamily="18" charset="-122"/>
            </a:endParaRPr>
          </a:p>
          <a:p>
            <a:pPr>
              <a:buFont typeface="+mj-lt"/>
              <a:buAutoNum type="arabicPeriod"/>
            </a:pPr>
            <a:r>
              <a:rPr lang="zh-CN" altLang="en-US" sz="1600" dirty="0">
                <a:solidFill>
                  <a:schemeClr val="tx1">
                    <a:lumMod val="85000"/>
                    <a:lumOff val="15000"/>
                  </a:schemeClr>
                </a:solidFill>
                <a:latin typeface="Alibaba PuHuiTi R" pitchFamily="18" charset="-122"/>
                <a:ea typeface="Alibaba PuHuiTi R" pitchFamily="18" charset="-122"/>
                <a:cs typeface="Alibaba PuHuiTi R" pitchFamily="18" charset="-122"/>
              </a:rPr>
              <a:t>查询余额后显示</a:t>
            </a:r>
            <a:r>
              <a:rPr lang="en-US" altLang="zh-CN" sz="1600" dirty="0">
                <a:solidFill>
                  <a:schemeClr val="tx1">
                    <a:lumMod val="85000"/>
                    <a:lumOff val="15000"/>
                  </a:schemeClr>
                </a:solidFill>
                <a:latin typeface="Alibaba PuHuiTi R" pitchFamily="18" charset="-122"/>
                <a:ea typeface="Alibaba PuHuiTi R" pitchFamily="18" charset="-122"/>
                <a:cs typeface="Alibaba PuHuiTi R" pitchFamily="18" charset="-122"/>
              </a:rPr>
              <a:t>"</a:t>
            </a:r>
            <a:r>
              <a:rPr lang="zh-CN" altLang="en-US" sz="1600" dirty="0">
                <a:solidFill>
                  <a:schemeClr val="tx1">
                    <a:lumMod val="85000"/>
                    <a:lumOff val="15000"/>
                  </a:schemeClr>
                </a:solidFill>
                <a:latin typeface="Alibaba PuHuiTi R" pitchFamily="18" charset="-122"/>
                <a:ea typeface="Alibaba PuHuiTi R" pitchFamily="18" charset="-122"/>
                <a:cs typeface="Alibaba PuHuiTi R" pitchFamily="18" charset="-122"/>
              </a:rPr>
              <a:t>选择功能</a:t>
            </a:r>
            <a:r>
              <a:rPr lang="en-US" altLang="zh-CN" sz="1600" dirty="0">
                <a:solidFill>
                  <a:schemeClr val="tx1">
                    <a:lumMod val="85000"/>
                    <a:lumOff val="15000"/>
                  </a:schemeClr>
                </a:solidFill>
                <a:latin typeface="Alibaba PuHuiTi R" pitchFamily="18" charset="-122"/>
                <a:ea typeface="Alibaba PuHuiTi R" pitchFamily="18" charset="-122"/>
                <a:cs typeface="Alibaba PuHuiTi R" pitchFamily="18" charset="-122"/>
              </a:rPr>
              <a:t>"</a:t>
            </a:r>
            <a:r>
              <a:rPr lang="zh-CN" altLang="en-US" sz="1600" dirty="0">
                <a:solidFill>
                  <a:schemeClr val="tx1">
                    <a:lumMod val="85000"/>
                    <a:lumOff val="15000"/>
                  </a:schemeClr>
                </a:solidFill>
                <a:latin typeface="Alibaba PuHuiTi R" pitchFamily="18" charset="-122"/>
                <a:ea typeface="Alibaba PuHuiTi R" pitchFamily="18" charset="-122"/>
                <a:cs typeface="Alibaba PuHuiTi R" pitchFamily="18" charset="-122"/>
              </a:rPr>
              <a:t>界面</a:t>
            </a:r>
            <a:endParaRPr lang="en-US" altLang="zh-CN" sz="1600" dirty="0">
              <a:solidFill>
                <a:schemeClr val="tx1">
                  <a:lumMod val="85000"/>
                  <a:lumOff val="15000"/>
                </a:schemeClr>
              </a:solidFill>
              <a:latin typeface="Alibaba PuHuiTi R" pitchFamily="18" charset="-122"/>
              <a:ea typeface="Alibaba PuHuiTi R" pitchFamily="18" charset="-122"/>
              <a:cs typeface="Alibaba PuHuiTi R" pitchFamily="18" charset="-122"/>
            </a:endParaRPr>
          </a:p>
          <a:p>
            <a:pPr>
              <a:buFont typeface="+mj-lt"/>
              <a:buAutoNum type="arabicPeriod"/>
            </a:pPr>
            <a:endParaRPr lang="en-US" altLang="zh-CN" sz="1600" dirty="0">
              <a:solidFill>
                <a:schemeClr val="tx1">
                  <a:lumMod val="85000"/>
                  <a:lumOff val="15000"/>
                </a:schemeClr>
              </a:solidFill>
              <a:latin typeface="Alibaba PuHuiTi R" pitchFamily="18" charset="-122"/>
              <a:ea typeface="Alibaba PuHuiTi R" pitchFamily="18" charset="-122"/>
              <a:cs typeface="Alibaba PuHuiTi R" pitchFamily="18" charset="-122"/>
            </a:endParaRPr>
          </a:p>
          <a:p>
            <a:pPr>
              <a:buFont typeface="+mj-lt"/>
              <a:buAutoNum type="arabicPeriod"/>
            </a:pPr>
            <a:endParaRPr lang="zh-CN" altLang="en-US" sz="1600" dirty="0">
              <a:solidFill>
                <a:schemeClr val="tx1">
                  <a:lumMod val="85000"/>
                  <a:lumOff val="15000"/>
                </a:schemeClr>
              </a:solidFill>
              <a:latin typeface="Alibaba PuHuiTi R" pitchFamily="18" charset="-122"/>
              <a:ea typeface="Alibaba PuHuiTi R" pitchFamily="18" charset="-122"/>
              <a:cs typeface="Alibaba PuHuiTi R" pitchFamily="18" charset="-122"/>
            </a:endParaRPr>
          </a:p>
          <a:p>
            <a:pPr>
              <a:buFont typeface="+mj-lt"/>
              <a:buAutoNum type="arabicPeriod"/>
            </a:pPr>
            <a:r>
              <a:rPr lang="zh-CN" altLang="en-US" sz="1600" dirty="0">
                <a:solidFill>
                  <a:schemeClr val="tx1">
                    <a:lumMod val="85000"/>
                    <a:lumOff val="15000"/>
                  </a:schemeClr>
                </a:solidFill>
                <a:latin typeface="Alibaba PuHuiTi R" pitchFamily="18" charset="-122"/>
                <a:ea typeface="Alibaba PuHuiTi R" pitchFamily="18" charset="-122"/>
                <a:cs typeface="Alibaba PuHuiTi R" pitchFamily="18" charset="-122"/>
              </a:rPr>
              <a:t>取</a:t>
            </a:r>
            <a:r>
              <a:rPr lang="en-US" altLang="zh-CN" sz="1600" dirty="0">
                <a:solidFill>
                  <a:schemeClr val="tx1">
                    <a:lumMod val="85000"/>
                    <a:lumOff val="15000"/>
                  </a:schemeClr>
                </a:solidFill>
                <a:latin typeface="Alibaba PuHuiTi R" pitchFamily="18" charset="-122"/>
                <a:ea typeface="Alibaba PuHuiTi R" pitchFamily="18" charset="-122"/>
                <a:cs typeface="Alibaba PuHuiTi R" pitchFamily="18" charset="-122"/>
              </a:rPr>
              <a:t>2000</a:t>
            </a:r>
            <a:r>
              <a:rPr lang="zh-CN" altLang="en-US" sz="1600" dirty="0">
                <a:solidFill>
                  <a:schemeClr val="tx1">
                    <a:lumMod val="85000"/>
                    <a:lumOff val="15000"/>
                  </a:schemeClr>
                </a:solidFill>
                <a:latin typeface="Alibaba PuHuiTi R" pitchFamily="18" charset="-122"/>
                <a:ea typeface="Alibaba PuHuiTi R" pitchFamily="18" charset="-122"/>
                <a:cs typeface="Alibaba PuHuiTi R" pitchFamily="18" charset="-122"/>
              </a:rPr>
              <a:t>钱后显示</a:t>
            </a:r>
            <a:r>
              <a:rPr lang="en-US" altLang="zh-CN" sz="1600" dirty="0">
                <a:solidFill>
                  <a:schemeClr val="tx1">
                    <a:lumMod val="85000"/>
                    <a:lumOff val="15000"/>
                  </a:schemeClr>
                </a:solidFill>
                <a:latin typeface="Alibaba PuHuiTi R" pitchFamily="18" charset="-122"/>
                <a:ea typeface="Alibaba PuHuiTi R" pitchFamily="18" charset="-122"/>
                <a:cs typeface="Alibaba PuHuiTi R" pitchFamily="18" charset="-122"/>
              </a:rPr>
              <a:t>"</a:t>
            </a:r>
            <a:r>
              <a:rPr lang="zh-CN" altLang="en-US" sz="1600" dirty="0">
                <a:solidFill>
                  <a:schemeClr val="tx1">
                    <a:lumMod val="85000"/>
                    <a:lumOff val="15000"/>
                  </a:schemeClr>
                </a:solidFill>
                <a:latin typeface="Alibaba PuHuiTi R" pitchFamily="18" charset="-122"/>
                <a:ea typeface="Alibaba PuHuiTi R" pitchFamily="18" charset="-122"/>
                <a:cs typeface="Alibaba PuHuiTi R" pitchFamily="18" charset="-122"/>
              </a:rPr>
              <a:t>选择功能</a:t>
            </a:r>
            <a:r>
              <a:rPr lang="en-US" altLang="zh-CN" sz="1600" dirty="0">
                <a:solidFill>
                  <a:schemeClr val="tx1">
                    <a:lumMod val="85000"/>
                    <a:lumOff val="15000"/>
                  </a:schemeClr>
                </a:solidFill>
                <a:latin typeface="Alibaba PuHuiTi R" pitchFamily="18" charset="-122"/>
                <a:ea typeface="Alibaba PuHuiTi R" pitchFamily="18" charset="-122"/>
                <a:cs typeface="Alibaba PuHuiTi R" pitchFamily="18" charset="-122"/>
              </a:rPr>
              <a:t>"</a:t>
            </a:r>
            <a:r>
              <a:rPr lang="zh-CN" altLang="en-US" sz="1600" dirty="0">
                <a:solidFill>
                  <a:schemeClr val="tx1">
                    <a:lumMod val="85000"/>
                    <a:lumOff val="15000"/>
                  </a:schemeClr>
                </a:solidFill>
                <a:latin typeface="Alibaba PuHuiTi R" pitchFamily="18" charset="-122"/>
                <a:ea typeface="Alibaba PuHuiTi R" pitchFamily="18" charset="-122"/>
                <a:cs typeface="Alibaba PuHuiTi R" pitchFamily="18" charset="-122"/>
              </a:rPr>
              <a:t>界面</a:t>
            </a:r>
            <a:endParaRPr lang="en-US" altLang="zh-CN" sz="1600" dirty="0">
              <a:solidFill>
                <a:schemeClr val="tx1">
                  <a:lumMod val="85000"/>
                  <a:lumOff val="15000"/>
                </a:schemeClr>
              </a:solidFill>
              <a:latin typeface="Alibaba PuHuiTi R" pitchFamily="18" charset="-122"/>
              <a:ea typeface="Alibaba PuHuiTi R" pitchFamily="18" charset="-122"/>
              <a:cs typeface="Alibaba PuHuiTi R" pitchFamily="18" charset="-122"/>
            </a:endParaRPr>
          </a:p>
          <a:p>
            <a:pPr>
              <a:buFont typeface="+mj-lt"/>
              <a:buAutoNum type="arabicPeriod"/>
            </a:pPr>
            <a:endParaRPr lang="en-US" altLang="zh-CN" sz="1600" dirty="0">
              <a:solidFill>
                <a:schemeClr val="tx1">
                  <a:lumMod val="85000"/>
                  <a:lumOff val="15000"/>
                </a:schemeClr>
              </a:solidFill>
              <a:latin typeface="Alibaba PuHuiTi R" pitchFamily="18" charset="-122"/>
              <a:ea typeface="Alibaba PuHuiTi R" pitchFamily="18" charset="-122"/>
              <a:cs typeface="Alibaba PuHuiTi R" pitchFamily="18" charset="-122"/>
            </a:endParaRPr>
          </a:p>
          <a:p>
            <a:pPr>
              <a:buFont typeface="+mj-lt"/>
              <a:buAutoNum type="arabicPeriod"/>
            </a:pPr>
            <a:endParaRPr lang="en-US" altLang="zh-CN" sz="1600" dirty="0">
              <a:solidFill>
                <a:schemeClr val="tx1">
                  <a:lumMod val="85000"/>
                  <a:lumOff val="15000"/>
                </a:schemeClr>
              </a:solidFill>
              <a:latin typeface="Alibaba PuHuiTi R" pitchFamily="18" charset="-122"/>
              <a:ea typeface="Alibaba PuHuiTi R" pitchFamily="18" charset="-122"/>
              <a:cs typeface="Alibaba PuHuiTi R" pitchFamily="18" charset="-122"/>
            </a:endParaRPr>
          </a:p>
          <a:p>
            <a:pPr>
              <a:buFont typeface="+mj-lt"/>
              <a:buAutoNum type="arabicPeriod"/>
            </a:pPr>
            <a:endParaRPr lang="en-US" altLang="zh-CN" sz="1600" dirty="0">
              <a:solidFill>
                <a:schemeClr val="tx1">
                  <a:lumMod val="85000"/>
                  <a:lumOff val="15000"/>
                </a:schemeClr>
              </a:solidFill>
              <a:latin typeface="Alibaba PuHuiTi R" pitchFamily="18" charset="-122"/>
              <a:ea typeface="Alibaba PuHuiTi R" pitchFamily="18" charset="-122"/>
              <a:cs typeface="Alibaba PuHuiTi R" pitchFamily="18" charset="-122"/>
            </a:endParaRPr>
          </a:p>
          <a:p>
            <a:pPr>
              <a:buFont typeface="+mj-lt"/>
              <a:buAutoNum type="arabicPeriod"/>
            </a:pPr>
            <a:endParaRPr lang="en-US" altLang="zh-CN" sz="1600" dirty="0">
              <a:solidFill>
                <a:schemeClr val="tx1">
                  <a:lumMod val="85000"/>
                  <a:lumOff val="15000"/>
                </a:schemeClr>
              </a:solidFill>
              <a:latin typeface="Alibaba PuHuiTi R" pitchFamily="18" charset="-122"/>
              <a:ea typeface="Alibaba PuHuiTi R" pitchFamily="18" charset="-122"/>
              <a:cs typeface="Alibaba PuHuiTi R" pitchFamily="18" charset="-122"/>
            </a:endParaRPr>
          </a:p>
          <a:p>
            <a:r>
              <a:rPr lang="zh-CN" altLang="en-US" sz="1600" b="1" dirty="0">
                <a:solidFill>
                  <a:srgbClr val="C00000"/>
                </a:solidFill>
                <a:latin typeface="Alibaba PuHuiTi R" pitchFamily="18" charset="-122"/>
                <a:ea typeface="Alibaba PuHuiTi R" pitchFamily="18" charset="-122"/>
                <a:cs typeface="Alibaba PuHuiTi R" pitchFamily="18" charset="-122"/>
              </a:rPr>
              <a:t>问</a:t>
            </a:r>
            <a:r>
              <a:rPr lang="en-US" altLang="zh-CN" sz="1600" b="1" dirty="0">
                <a:solidFill>
                  <a:srgbClr val="C00000"/>
                </a:solidFill>
                <a:latin typeface="Alibaba PuHuiTi R" pitchFamily="18" charset="-122"/>
                <a:ea typeface="Alibaba PuHuiTi R" pitchFamily="18" charset="-122"/>
                <a:cs typeface="Alibaba PuHuiTi R" pitchFamily="18" charset="-122"/>
              </a:rPr>
              <a:t>:</a:t>
            </a:r>
            <a:r>
              <a:rPr lang="zh-CN" altLang="en-US" sz="1600" b="1" dirty="0">
                <a:solidFill>
                  <a:srgbClr val="C00000"/>
                </a:solidFill>
                <a:latin typeface="Alibaba PuHuiTi R" pitchFamily="18" charset="-122"/>
                <a:ea typeface="Alibaba PuHuiTi R" pitchFamily="18" charset="-122"/>
                <a:cs typeface="Alibaba PuHuiTi R" pitchFamily="18" charset="-122"/>
              </a:rPr>
              <a:t> </a:t>
            </a:r>
            <a:r>
              <a:rPr lang="en-US" altLang="zh-CN" sz="1600" dirty="0">
                <a:latin typeface="Alibaba PuHuiTi R" pitchFamily="18" charset="-122"/>
                <a:ea typeface="Alibaba PuHuiTi R" pitchFamily="18" charset="-122"/>
                <a:cs typeface="Alibaba PuHuiTi R" pitchFamily="18" charset="-122"/>
              </a:rPr>
              <a:t>1,2,3</a:t>
            </a:r>
            <a:r>
              <a:rPr lang="zh-CN" altLang="en-US" sz="1600" dirty="0">
                <a:latin typeface="Alibaba PuHuiTi R" pitchFamily="18" charset="-122"/>
                <a:ea typeface="Alibaba PuHuiTi R" pitchFamily="18" charset="-122"/>
                <a:cs typeface="Alibaba PuHuiTi R" pitchFamily="18" charset="-122"/>
              </a:rPr>
              <a:t>操作之后都会显示</a:t>
            </a:r>
            <a:r>
              <a:rPr lang="zh-CN" altLang="en-US" sz="1600" b="1" dirty="0">
                <a:solidFill>
                  <a:srgbClr val="C00000"/>
                </a:solidFill>
                <a:latin typeface="Alibaba PuHuiTi R" pitchFamily="18" charset="-122"/>
                <a:ea typeface="Alibaba PuHuiTi R" pitchFamily="18" charset="-122"/>
                <a:cs typeface="Alibaba PuHuiTi R" pitchFamily="18" charset="-122"/>
              </a:rPr>
              <a:t>选择功能页面</a:t>
            </a:r>
            <a:r>
              <a:rPr lang="en-US" altLang="zh-CN" sz="1600" b="1" dirty="0">
                <a:solidFill>
                  <a:srgbClr val="C00000"/>
                </a:solidFill>
                <a:latin typeface="Alibaba PuHuiTi R" pitchFamily="18" charset="-122"/>
                <a:ea typeface="Alibaba PuHuiTi R" pitchFamily="18" charset="-122"/>
                <a:cs typeface="Alibaba PuHuiTi R" pitchFamily="18" charset="-122"/>
              </a:rPr>
              <a:t>,</a:t>
            </a:r>
            <a:r>
              <a:rPr lang="zh-CN" altLang="en-US" sz="1600" b="1" dirty="0">
                <a:solidFill>
                  <a:srgbClr val="C00000"/>
                </a:solidFill>
                <a:latin typeface="Alibaba PuHuiTi R" pitchFamily="18" charset="-122"/>
                <a:ea typeface="Alibaba PuHuiTi R" pitchFamily="18" charset="-122"/>
                <a:cs typeface="Alibaba PuHuiTi R" pitchFamily="18" charset="-122"/>
              </a:rPr>
              <a:t> </a:t>
            </a:r>
            <a:r>
              <a:rPr lang="zh-CN" altLang="en-US" sz="1600" dirty="0">
                <a:latin typeface="Alibaba PuHuiTi R" pitchFamily="18" charset="-122"/>
                <a:ea typeface="Alibaba PuHuiTi R" pitchFamily="18" charset="-122"/>
                <a:cs typeface="Alibaba PuHuiTi R" pitchFamily="18" charset="-122"/>
              </a:rPr>
              <a:t>那么显示“选择功能”界面</a:t>
            </a:r>
            <a:r>
              <a:rPr lang="zh-CN" altLang="en-US" sz="1600" b="1" dirty="0">
                <a:solidFill>
                  <a:srgbClr val="C00000"/>
                </a:solidFill>
                <a:latin typeface="Alibaba PuHuiTi R" pitchFamily="18" charset="-122"/>
                <a:ea typeface="Alibaba PuHuiTi R" pitchFamily="18" charset="-122"/>
                <a:cs typeface="Alibaba PuHuiTi R" pitchFamily="18" charset="-122"/>
              </a:rPr>
              <a:t>需要重复输出给用户</a:t>
            </a:r>
            <a:r>
              <a:rPr lang="zh-CN" altLang="en-US" sz="1600" dirty="0">
                <a:latin typeface="Alibaba PuHuiTi R" pitchFamily="18" charset="-122"/>
                <a:ea typeface="Alibaba PuHuiTi R" pitchFamily="18" charset="-122"/>
                <a:cs typeface="Alibaba PuHuiTi R" pitchFamily="18" charset="-122"/>
              </a:rPr>
              <a:t>，怎么实现呢？</a:t>
            </a:r>
            <a:endParaRPr lang="en-US" altLang="zh-CN" sz="1600" dirty="0">
              <a:latin typeface="Alibaba PuHuiTi R" pitchFamily="18" charset="-122"/>
              <a:ea typeface="Alibaba PuHuiTi R" pitchFamily="18" charset="-122"/>
              <a:cs typeface="Alibaba PuHuiTi R" pitchFamily="18" charset="-122"/>
            </a:endParaRPr>
          </a:p>
          <a:p>
            <a:endParaRPr lang="en-US" altLang="zh-CN" sz="1600" dirty="0">
              <a:latin typeface="Alibaba PuHuiTi R" pitchFamily="18" charset="-122"/>
              <a:ea typeface="Alibaba PuHuiTi R" pitchFamily="18" charset="-122"/>
              <a:cs typeface="Alibaba PuHuiTi R" pitchFamily="18" charset="-122"/>
            </a:endParaRPr>
          </a:p>
          <a:p>
            <a:r>
              <a:rPr lang="zh-CN" altLang="en-US" sz="1600" b="1" dirty="0">
                <a:solidFill>
                  <a:srgbClr val="C00000"/>
                </a:solidFill>
                <a:latin typeface="Alibaba PuHuiTi R" pitchFamily="18" charset="-122"/>
                <a:ea typeface="Alibaba PuHuiTi R" pitchFamily="18" charset="-122"/>
                <a:cs typeface="Alibaba PuHuiTi R" pitchFamily="18" charset="-122"/>
              </a:rPr>
              <a:t>答</a:t>
            </a:r>
            <a:r>
              <a:rPr lang="en-US" altLang="zh-CN" sz="1600" b="1" dirty="0">
                <a:solidFill>
                  <a:srgbClr val="C00000"/>
                </a:solidFill>
                <a:latin typeface="Alibaba PuHuiTi R" pitchFamily="18" charset="-122"/>
                <a:ea typeface="Alibaba PuHuiTi R" pitchFamily="18" charset="-122"/>
                <a:cs typeface="Alibaba PuHuiTi R" pitchFamily="18" charset="-122"/>
              </a:rPr>
              <a:t>:</a:t>
            </a:r>
            <a:r>
              <a:rPr lang="zh-CN" altLang="en-US" sz="1600" b="1" dirty="0">
                <a:solidFill>
                  <a:srgbClr val="C00000"/>
                </a:solidFill>
                <a:latin typeface="Alibaba PuHuiTi R" pitchFamily="18" charset="-122"/>
                <a:ea typeface="Alibaba PuHuiTi R" pitchFamily="18" charset="-122"/>
                <a:cs typeface="Alibaba PuHuiTi R" pitchFamily="18" charset="-122"/>
              </a:rPr>
              <a:t> </a:t>
            </a:r>
            <a:r>
              <a:rPr lang="zh-CN" altLang="en-US" sz="1600" dirty="0">
                <a:latin typeface="Alibaba PuHuiTi R" pitchFamily="18" charset="-122"/>
                <a:ea typeface="Alibaba PuHuiTi R" pitchFamily="18" charset="-122"/>
                <a:cs typeface="Alibaba PuHuiTi R" pitchFamily="18" charset="-122"/>
              </a:rPr>
              <a:t>使用函数，把“选择功能”的相关</a:t>
            </a:r>
            <a:r>
              <a:rPr lang="zh-CN" altLang="en-US" sz="1600" b="1" dirty="0">
                <a:solidFill>
                  <a:srgbClr val="C00000"/>
                </a:solidFill>
                <a:latin typeface="Alibaba PuHuiTi R" pitchFamily="18" charset="-122"/>
                <a:ea typeface="Alibaba PuHuiTi R" pitchFamily="18" charset="-122"/>
                <a:cs typeface="Alibaba PuHuiTi R" pitchFamily="18" charset="-122"/>
              </a:rPr>
              <a:t>代码封装</a:t>
            </a:r>
            <a:r>
              <a:rPr lang="zh-CN" altLang="en-US" sz="1600" dirty="0">
                <a:latin typeface="Alibaba PuHuiTi R" pitchFamily="18" charset="-122"/>
                <a:ea typeface="Alibaba PuHuiTi R" pitchFamily="18" charset="-122"/>
                <a:cs typeface="Alibaba PuHuiTi R" pitchFamily="18" charset="-122"/>
              </a:rPr>
              <a:t>起来</a:t>
            </a:r>
            <a:r>
              <a:rPr lang="en-US" altLang="zh-CN" sz="1600" dirty="0">
                <a:latin typeface="Alibaba PuHuiTi R" pitchFamily="18" charset="-122"/>
                <a:ea typeface="Alibaba PuHuiTi R" pitchFamily="18" charset="-122"/>
                <a:cs typeface="Alibaba PuHuiTi R" pitchFamily="18" charset="-122"/>
              </a:rPr>
              <a:t>,</a:t>
            </a:r>
            <a:r>
              <a:rPr lang="zh-CN" altLang="en-US" sz="1600" dirty="0">
                <a:latin typeface="Alibaba PuHuiTi R" pitchFamily="18" charset="-122"/>
                <a:ea typeface="Alibaba PuHuiTi R" pitchFamily="18" charset="-122"/>
                <a:cs typeface="Alibaba PuHuiTi R" pitchFamily="18" charset="-122"/>
              </a:rPr>
              <a:t> 当需要使用的时候直接调用函数</a:t>
            </a:r>
            <a:r>
              <a:rPr lang="en-US" altLang="zh-CN" sz="1600" dirty="0">
                <a:latin typeface="Alibaba PuHuiTi R" pitchFamily="18" charset="-122"/>
                <a:ea typeface="Alibaba PuHuiTi R" pitchFamily="18" charset="-122"/>
                <a:cs typeface="Alibaba PuHuiTi R" pitchFamily="18" charset="-122"/>
              </a:rPr>
              <a:t>,</a:t>
            </a:r>
            <a:r>
              <a:rPr lang="zh-CN" altLang="en-US" sz="1600" dirty="0">
                <a:latin typeface="Alibaba PuHuiTi R" pitchFamily="18" charset="-122"/>
                <a:ea typeface="Alibaba PuHuiTi R" pitchFamily="18" charset="-122"/>
                <a:cs typeface="Alibaba PuHuiTi R" pitchFamily="18" charset="-122"/>
              </a:rPr>
              <a:t> 这样就可以</a:t>
            </a:r>
            <a:r>
              <a:rPr lang="zh-CN" altLang="en-US" sz="1600" b="1" dirty="0">
                <a:solidFill>
                  <a:srgbClr val="C00000"/>
                </a:solidFill>
                <a:latin typeface="Alibaba PuHuiTi R" pitchFamily="18" charset="-122"/>
                <a:ea typeface="Alibaba PuHuiTi R" pitchFamily="18" charset="-122"/>
                <a:cs typeface="Alibaba PuHuiTi R" pitchFamily="18" charset="-122"/>
              </a:rPr>
              <a:t>实现代码的复用</a:t>
            </a:r>
            <a:r>
              <a:rPr lang="zh-CN" altLang="en-US" sz="1600" dirty="0">
                <a:latin typeface="Alibaba PuHuiTi R" pitchFamily="18" charset="-122"/>
                <a:ea typeface="Alibaba PuHuiTi R" pitchFamily="18" charset="-122"/>
                <a:cs typeface="Alibaba PuHuiTi R" pitchFamily="18" charset="-122"/>
              </a:rPr>
              <a:t>了</a:t>
            </a:r>
            <a:endParaRPr lang="zh-CN" altLang="en-US" sz="1600" b="1" dirty="0">
              <a:solidFill>
                <a:srgbClr val="C00000"/>
              </a:solidFill>
              <a:latin typeface="Alibaba PuHuiTi R" pitchFamily="18" charset="-122"/>
              <a:ea typeface="Alibaba PuHuiTi R" pitchFamily="18" charset="-122"/>
              <a:cs typeface="Alibaba PuHuiTi R" pitchFamily="18" charset="-122"/>
            </a:endParaRPr>
          </a:p>
        </p:txBody>
      </p:sp>
      <p:cxnSp>
        <p:nvCxnSpPr>
          <p:cNvPr id="12" name="直线箭头连接符 8">
            <a:extLst>
              <a:ext uri="{FF2B5EF4-FFF2-40B4-BE49-F238E27FC236}">
                <a16:creationId xmlns:a16="http://schemas.microsoft.com/office/drawing/2014/main" id="{E26F3618-AEA4-43EF-AF86-96994860019B}"/>
              </a:ext>
            </a:extLst>
          </p:cNvPr>
          <p:cNvCxnSpPr>
            <a:endCxn id="10" idx="1"/>
          </p:cNvCxnSpPr>
          <p:nvPr/>
        </p:nvCxnSpPr>
        <p:spPr>
          <a:xfrm>
            <a:off x="3836702" y="2442628"/>
            <a:ext cx="2089397" cy="72493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3" name="直线箭头连接符 9">
            <a:extLst>
              <a:ext uri="{FF2B5EF4-FFF2-40B4-BE49-F238E27FC236}">
                <a16:creationId xmlns:a16="http://schemas.microsoft.com/office/drawing/2014/main" id="{86152E6B-1A5F-41BC-8FF7-3CBAEABF84BB}"/>
              </a:ext>
            </a:extLst>
          </p:cNvPr>
          <p:cNvCxnSpPr>
            <a:cxnSpLocks/>
            <a:endCxn id="10" idx="1"/>
          </p:cNvCxnSpPr>
          <p:nvPr/>
        </p:nvCxnSpPr>
        <p:spPr>
          <a:xfrm flipV="1">
            <a:off x="3932192" y="3167562"/>
            <a:ext cx="1993907" cy="68853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4" name="直线箭头连接符 11">
            <a:extLst>
              <a:ext uri="{FF2B5EF4-FFF2-40B4-BE49-F238E27FC236}">
                <a16:creationId xmlns:a16="http://schemas.microsoft.com/office/drawing/2014/main" id="{1F7DA815-0A36-4FCA-9E7D-CD88CC397870}"/>
              </a:ext>
            </a:extLst>
          </p:cNvPr>
          <p:cNvCxnSpPr>
            <a:cxnSpLocks/>
            <a:endCxn id="10" idx="1"/>
          </p:cNvCxnSpPr>
          <p:nvPr/>
        </p:nvCxnSpPr>
        <p:spPr>
          <a:xfrm flipV="1">
            <a:off x="3836701" y="3167562"/>
            <a:ext cx="2089398" cy="1550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6571987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1"/>
          </p:nvPr>
        </p:nvSpPr>
        <p:spPr/>
        <p:txBody>
          <a:bodyPr/>
          <a:lstStyle/>
          <a:p>
            <a:pPr marL="0" indent="0">
              <a:buNone/>
            </a:pPr>
            <a:r>
              <a:rPr lang="zh-CN" altLang="en-US" dirty="0"/>
              <a:t>函数是一个</a:t>
            </a:r>
            <a:r>
              <a:rPr lang="zh-CN" altLang="en-US" dirty="0">
                <a:solidFill>
                  <a:srgbClr val="B70006"/>
                </a:solidFill>
              </a:rPr>
              <a:t>被命名的</a:t>
            </a:r>
            <a:r>
              <a:rPr lang="zh-CN" altLang="en-US" dirty="0"/>
              <a:t>、</a:t>
            </a:r>
            <a:r>
              <a:rPr lang="zh-CN" altLang="en-US" dirty="0">
                <a:solidFill>
                  <a:schemeClr val="tx1">
                    <a:lumMod val="75000"/>
                    <a:lumOff val="25000"/>
                  </a:schemeClr>
                </a:solidFill>
              </a:rPr>
              <a:t>独立的</a:t>
            </a:r>
            <a:r>
              <a:rPr lang="zh-CN" altLang="en-US" dirty="0"/>
              <a:t>、</a:t>
            </a:r>
            <a:r>
              <a:rPr lang="zh-CN" altLang="en-US" dirty="0">
                <a:solidFill>
                  <a:srgbClr val="B70006"/>
                </a:solidFill>
              </a:rPr>
              <a:t>完成特定功能的代码段</a:t>
            </a:r>
            <a:r>
              <a:rPr lang="zh-CN" altLang="en-US" dirty="0"/>
              <a:t>，其可能给调用它的程序一个</a:t>
            </a:r>
            <a:r>
              <a:rPr lang="zh-CN" altLang="en-US" dirty="0">
                <a:solidFill>
                  <a:srgbClr val="B70006"/>
                </a:solidFill>
              </a:rPr>
              <a:t>返回值</a:t>
            </a:r>
            <a:r>
              <a:rPr lang="zh-CN" altLang="en-US" dirty="0"/>
              <a:t>。</a:t>
            </a:r>
            <a:endParaRPr lang="en-US" altLang="zh-CN" dirty="0"/>
          </a:p>
          <a:p>
            <a:pPr marL="0" indent="0">
              <a:buNone/>
            </a:pPr>
            <a:endParaRPr lang="en-US" altLang="zh-CN" dirty="0"/>
          </a:p>
          <a:p>
            <a:pPr marL="0" indent="0">
              <a:buNone/>
            </a:pPr>
            <a:r>
              <a:rPr lang="zh-CN" altLang="en-US" dirty="0"/>
              <a:t>被命名的：在</a:t>
            </a:r>
            <a:r>
              <a:rPr lang="en-US" altLang="zh-CN" dirty="0"/>
              <a:t>Python</a:t>
            </a:r>
            <a:r>
              <a:rPr lang="zh-CN" altLang="en-US" dirty="0"/>
              <a:t>中，大部分函数都是有名函数</a:t>
            </a:r>
            <a:endParaRPr lang="en-US" altLang="zh-CN" dirty="0"/>
          </a:p>
          <a:p>
            <a:pPr marL="0" indent="0">
              <a:buNone/>
            </a:pPr>
            <a:r>
              <a:rPr lang="zh-CN" altLang="en-US" dirty="0"/>
              <a:t>完成特定功能的代码段：函数的功能要专一，专门为了完成某个功能而定义</a:t>
            </a:r>
            <a:endParaRPr lang="en-US" altLang="zh-CN" dirty="0"/>
          </a:p>
          <a:p>
            <a:pPr marL="0" indent="0">
              <a:buNone/>
            </a:pPr>
            <a:r>
              <a:rPr lang="zh-CN" altLang="en-US" dirty="0"/>
              <a:t>返回值：当函数执行完毕后，其可能会返回一个值给函数的调用处</a:t>
            </a:r>
            <a:endParaRPr lang="en-US" altLang="zh-CN" dirty="0"/>
          </a:p>
          <a:p>
            <a:pPr marL="0" indent="0">
              <a:buNone/>
            </a:pPr>
            <a:endParaRPr lang="en-US" altLang="zh-CN" dirty="0"/>
          </a:p>
          <a:p>
            <a:pPr marL="0" indent="0">
              <a:buNone/>
            </a:pPr>
            <a:endParaRPr lang="en-US" altLang="zh-CN" dirty="0"/>
          </a:p>
          <a:p>
            <a:pPr marL="0" indent="0">
              <a:buNone/>
            </a:pPr>
            <a:r>
              <a:rPr lang="zh-CN" altLang="en-US" dirty="0"/>
              <a:t>函数的主要作用：</a:t>
            </a:r>
            <a:endParaRPr lang="en-US" altLang="zh-CN" dirty="0"/>
          </a:p>
          <a:p>
            <a:pPr marL="0" indent="0">
              <a:buNone/>
            </a:pPr>
            <a:r>
              <a:rPr lang="zh-CN" altLang="en-US" dirty="0"/>
              <a:t>① 模块化编程</a:t>
            </a:r>
            <a:endParaRPr lang="en-US" altLang="zh-CN" dirty="0"/>
          </a:p>
          <a:p>
            <a:pPr marL="0" indent="0">
              <a:buNone/>
            </a:pPr>
            <a:r>
              <a:rPr lang="zh-CN" altLang="en-US" dirty="0"/>
              <a:t>② 代码重用</a:t>
            </a:r>
            <a:endParaRPr lang="en-US" altLang="zh-CN" dirty="0"/>
          </a:p>
        </p:txBody>
      </p:sp>
      <p:sp>
        <p:nvSpPr>
          <p:cNvPr id="3" name="标题 2"/>
          <p:cNvSpPr>
            <a:spLocks noGrp="1"/>
          </p:cNvSpPr>
          <p:nvPr>
            <p:ph type="title"/>
          </p:nvPr>
        </p:nvSpPr>
        <p:spPr/>
        <p:txBody>
          <a:bodyPr/>
          <a:lstStyle/>
          <a:p>
            <a:r>
              <a:rPr lang="zh-CN" altLang="en-US" dirty="0"/>
              <a:t>函数的作用及其使用步骤</a:t>
            </a:r>
          </a:p>
        </p:txBody>
      </p:sp>
      <p:sp>
        <p:nvSpPr>
          <p:cNvPr id="4" name="文本占位符 3"/>
          <p:cNvSpPr>
            <a:spLocks noGrp="1"/>
          </p:cNvSpPr>
          <p:nvPr>
            <p:ph type="body" sz="quarter" idx="10"/>
          </p:nvPr>
        </p:nvSpPr>
        <p:spPr/>
        <p:txBody>
          <a:bodyPr/>
          <a:lstStyle/>
          <a:p>
            <a:r>
              <a:rPr lang="en-US" altLang="zh-CN" dirty="0"/>
              <a:t>2</a:t>
            </a:r>
            <a:r>
              <a:rPr lang="zh-CN" altLang="en-US" dirty="0"/>
              <a:t>、什么是函数</a:t>
            </a:r>
          </a:p>
        </p:txBody>
      </p:sp>
    </p:spTree>
    <p:extLst>
      <p:ext uri="{BB962C8B-B14F-4D97-AF65-F5344CB8AC3E}">
        <p14:creationId xmlns:p14="http://schemas.microsoft.com/office/powerpoint/2010/main" val="18139672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1"/>
          </p:nvPr>
        </p:nvSpPr>
        <p:spPr/>
        <p:txBody>
          <a:bodyPr/>
          <a:lstStyle/>
          <a:p>
            <a:pPr marL="0" indent="0">
              <a:buNone/>
            </a:pPr>
            <a:r>
              <a:rPr lang="zh-CN" altLang="en-US" dirty="0"/>
              <a:t>函数的定义：</a:t>
            </a:r>
            <a:endParaRPr lang="en-US" altLang="zh-CN" dirty="0"/>
          </a:p>
          <a:p>
            <a:pPr marL="0" indent="0">
              <a:buNone/>
            </a:pPr>
            <a:endParaRPr lang="en-US" altLang="zh-CN" dirty="0"/>
          </a:p>
          <a:p>
            <a:pPr marL="0" indent="0">
              <a:buNone/>
            </a:pPr>
            <a:endParaRPr lang="en-US" altLang="zh-CN" dirty="0"/>
          </a:p>
          <a:p>
            <a:pPr marL="0" indent="0">
              <a:buNone/>
            </a:pPr>
            <a:endParaRPr lang="en-US" altLang="zh-CN" dirty="0"/>
          </a:p>
          <a:p>
            <a:pPr marL="0" indent="0">
              <a:buNone/>
            </a:pPr>
            <a:r>
              <a:rPr lang="zh-CN" altLang="en-US" dirty="0"/>
              <a:t>函数的调用：</a:t>
            </a:r>
            <a:endParaRPr lang="en-US" altLang="zh-CN" dirty="0"/>
          </a:p>
          <a:p>
            <a:pPr marL="0" indent="0">
              <a:buNone/>
            </a:pPr>
            <a:endParaRPr lang="en-US" altLang="zh-CN" dirty="0"/>
          </a:p>
        </p:txBody>
      </p:sp>
      <p:sp>
        <p:nvSpPr>
          <p:cNvPr id="3" name="标题 2"/>
          <p:cNvSpPr>
            <a:spLocks noGrp="1"/>
          </p:cNvSpPr>
          <p:nvPr>
            <p:ph type="title"/>
          </p:nvPr>
        </p:nvSpPr>
        <p:spPr/>
        <p:txBody>
          <a:bodyPr/>
          <a:lstStyle/>
          <a:p>
            <a:r>
              <a:rPr lang="zh-CN" altLang="en-US" dirty="0"/>
              <a:t>函数的作用及其使用步骤</a:t>
            </a:r>
          </a:p>
        </p:txBody>
      </p:sp>
      <p:sp>
        <p:nvSpPr>
          <p:cNvPr id="4" name="文本占位符 3"/>
          <p:cNvSpPr>
            <a:spLocks noGrp="1"/>
          </p:cNvSpPr>
          <p:nvPr>
            <p:ph type="body" sz="quarter" idx="10"/>
          </p:nvPr>
        </p:nvSpPr>
        <p:spPr/>
        <p:txBody>
          <a:bodyPr/>
          <a:lstStyle/>
          <a:p>
            <a:r>
              <a:rPr lang="en-US" altLang="zh-CN" dirty="0"/>
              <a:t>3</a:t>
            </a:r>
            <a:r>
              <a:rPr lang="zh-CN" altLang="en-US" dirty="0"/>
              <a:t>、函数的定义</a:t>
            </a:r>
          </a:p>
        </p:txBody>
      </p:sp>
      <p:sp>
        <p:nvSpPr>
          <p:cNvPr id="5" name="TextBox 3">
            <a:extLst>
              <a:ext uri="{FF2B5EF4-FFF2-40B4-BE49-F238E27FC236}">
                <a16:creationId xmlns:a16="http://schemas.microsoft.com/office/drawing/2014/main" id="{0C998B78-AB18-3C47-A1C7-25AE9A3A40B0}"/>
              </a:ext>
            </a:extLst>
          </p:cNvPr>
          <p:cNvSpPr txBox="1"/>
          <p:nvPr/>
        </p:nvSpPr>
        <p:spPr>
          <a:xfrm>
            <a:off x="710879" y="2132502"/>
            <a:ext cx="10666853" cy="954107"/>
          </a:xfrm>
          <a:prstGeom prst="rect">
            <a:avLst/>
          </a:prstGeom>
          <a:solidFill>
            <a:srgbClr val="FFFFE4"/>
          </a:solidFill>
          <a:ln w="3175">
            <a:solidFill>
              <a:srgbClr val="919191"/>
            </a:solidFill>
          </a:ln>
        </p:spPr>
        <p:txBody>
          <a:bodyPr wrap="square">
            <a:spAutoFit/>
          </a:bodyPr>
          <a:lstStyle/>
          <a:p>
            <a:r>
              <a:rPr lang="en-US" altLang="zh-CN" sz="1400" dirty="0" err="1">
                <a:latin typeface="阿里巴巴普惠体" panose="00020600040101010101" pitchFamily="18" charset="-122"/>
                <a:ea typeface="阿里巴巴普惠体" panose="00020600040101010101" pitchFamily="18" charset="-122"/>
                <a:cs typeface="阿里巴巴普惠体" panose="00020600040101010101" pitchFamily="18" charset="-122"/>
              </a:rPr>
              <a:t>def</a:t>
            </a:r>
            <a:r>
              <a:rPr lang="en-US"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 </a:t>
            </a:r>
            <a:r>
              <a:rPr lang="zh-CN" altLang="en-US"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函数名</a:t>
            </a:r>
            <a:r>
              <a:rPr lang="en-US"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a:t>
            </a:r>
            <a:r>
              <a:rPr lang="zh-CN" altLang="en-US"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参数</a:t>
            </a:r>
            <a:r>
              <a:rPr lang="en-US"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a:t>
            </a:r>
          </a:p>
          <a:p>
            <a:r>
              <a:rPr lang="en-US"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    </a:t>
            </a:r>
            <a:r>
              <a:rPr lang="zh-CN" altLang="en-US"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函数体</a:t>
            </a:r>
            <a:endParaRPr lang="en-US"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r>
              <a:rPr lang="en-US"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    ...</a:t>
            </a:r>
          </a:p>
          <a:p>
            <a:r>
              <a:rPr lang="en-US"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    return </a:t>
            </a:r>
            <a:r>
              <a:rPr lang="zh-CN" altLang="en-US"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返回值</a:t>
            </a:r>
            <a:endParaRPr lang="en-US"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6" name="TextBox 3">
            <a:extLst>
              <a:ext uri="{FF2B5EF4-FFF2-40B4-BE49-F238E27FC236}">
                <a16:creationId xmlns:a16="http://schemas.microsoft.com/office/drawing/2014/main" id="{0C998B78-AB18-3C47-A1C7-25AE9A3A40B0}"/>
              </a:ext>
            </a:extLst>
          </p:cNvPr>
          <p:cNvSpPr txBox="1"/>
          <p:nvPr/>
        </p:nvSpPr>
        <p:spPr>
          <a:xfrm>
            <a:off x="710878" y="3759718"/>
            <a:ext cx="10666853" cy="307777"/>
          </a:xfrm>
          <a:prstGeom prst="rect">
            <a:avLst/>
          </a:prstGeom>
          <a:solidFill>
            <a:srgbClr val="FFFFE4"/>
          </a:solidFill>
          <a:ln w="3175">
            <a:solidFill>
              <a:srgbClr val="919191"/>
            </a:solidFill>
          </a:ln>
        </p:spPr>
        <p:txBody>
          <a:bodyPr wrap="square">
            <a:spAutoFit/>
          </a:bodyPr>
          <a:lstStyle/>
          <a:p>
            <a:r>
              <a:rPr lang="zh-CN" altLang="en-US"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函数名</a:t>
            </a:r>
            <a:r>
              <a:rPr lang="en-US"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a:t>
            </a:r>
            <a:r>
              <a:rPr lang="zh-CN" altLang="en-US"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参数</a:t>
            </a:r>
            <a:r>
              <a:rPr lang="en-US"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a:t>
            </a:r>
          </a:p>
        </p:txBody>
      </p:sp>
      <p:sp>
        <p:nvSpPr>
          <p:cNvPr id="7" name="三角形 9">
            <a:extLst>
              <a:ext uri="{FF2B5EF4-FFF2-40B4-BE49-F238E27FC236}">
                <a16:creationId xmlns:a16="http://schemas.microsoft.com/office/drawing/2014/main" id="{23197916-4FF1-4C92-AE7A-4520837F4448}"/>
              </a:ext>
            </a:extLst>
          </p:cNvPr>
          <p:cNvSpPr/>
          <p:nvPr/>
        </p:nvSpPr>
        <p:spPr>
          <a:xfrm rot="2651319">
            <a:off x="717493" y="4824136"/>
            <a:ext cx="145648" cy="78105"/>
          </a:xfrm>
          <a:prstGeom prst="triangl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TextBox 6">
            <a:extLst>
              <a:ext uri="{FF2B5EF4-FFF2-40B4-BE49-F238E27FC236}">
                <a16:creationId xmlns:a16="http://schemas.microsoft.com/office/drawing/2014/main" id="{FC8F3570-2791-42C7-B320-77955401B7FE}"/>
              </a:ext>
            </a:extLst>
          </p:cNvPr>
          <p:cNvSpPr txBox="1"/>
          <p:nvPr/>
        </p:nvSpPr>
        <p:spPr>
          <a:xfrm>
            <a:off x="1085444" y="4848142"/>
            <a:ext cx="9773285" cy="704104"/>
          </a:xfrm>
          <a:prstGeom prst="rect">
            <a:avLst/>
          </a:prstGeom>
          <a:noFill/>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50000"/>
              </a:lnSpc>
            </a:pPr>
            <a:r>
              <a:rPr lang="zh-CN" altLang="en-US" sz="1400" dirty="0">
                <a:solidFill>
                  <a:srgbClr val="AD2B26"/>
                </a:solidFill>
                <a:latin typeface="Alibaba PuHuiTi R" pitchFamily="18" charset="-122"/>
                <a:ea typeface="Alibaba PuHuiTi R" pitchFamily="18" charset="-122"/>
                <a:cs typeface="Alibaba PuHuiTi R" pitchFamily="18" charset="-122"/>
              </a:rPr>
              <a:t>① 不同的需求，参数可有可无。</a:t>
            </a:r>
            <a:endParaRPr lang="en-US" altLang="zh-CN" sz="1400" dirty="0">
              <a:solidFill>
                <a:srgbClr val="AD2B26"/>
              </a:solidFill>
              <a:latin typeface="Alibaba PuHuiTi R" pitchFamily="18" charset="-122"/>
              <a:ea typeface="Alibaba PuHuiTi R" pitchFamily="18" charset="-122"/>
              <a:cs typeface="Alibaba PuHuiTi R" pitchFamily="18" charset="-122"/>
            </a:endParaRPr>
          </a:p>
          <a:p>
            <a:pPr>
              <a:lnSpc>
                <a:spcPct val="150000"/>
              </a:lnSpc>
            </a:pPr>
            <a:r>
              <a:rPr lang="zh-CN" altLang="en-US" sz="1400" dirty="0">
                <a:solidFill>
                  <a:srgbClr val="AD2B26"/>
                </a:solidFill>
                <a:latin typeface="Alibaba PuHuiTi R" pitchFamily="18" charset="-122"/>
                <a:ea typeface="Alibaba PuHuiTi R" pitchFamily="18" charset="-122"/>
                <a:cs typeface="Alibaba PuHuiTi R" pitchFamily="18" charset="-122"/>
              </a:rPr>
              <a:t>② 在</a:t>
            </a:r>
            <a:r>
              <a:rPr lang="en-US" altLang="zh-CN" sz="1400" dirty="0">
                <a:solidFill>
                  <a:srgbClr val="AD2B26"/>
                </a:solidFill>
                <a:latin typeface="Alibaba PuHuiTi R" pitchFamily="18" charset="-122"/>
                <a:ea typeface="Alibaba PuHuiTi R" pitchFamily="18" charset="-122"/>
                <a:cs typeface="Alibaba PuHuiTi R" pitchFamily="18" charset="-122"/>
              </a:rPr>
              <a:t>Python</a:t>
            </a:r>
            <a:r>
              <a:rPr lang="zh-CN" altLang="en-US" sz="1400" dirty="0">
                <a:solidFill>
                  <a:srgbClr val="AD2B26"/>
                </a:solidFill>
                <a:latin typeface="Alibaba PuHuiTi R" pitchFamily="18" charset="-122"/>
                <a:ea typeface="Alibaba PuHuiTi R" pitchFamily="18" charset="-122"/>
                <a:cs typeface="Alibaba PuHuiTi R" pitchFamily="18" charset="-122"/>
              </a:rPr>
              <a:t>中，函数必须先定义后使用。</a:t>
            </a:r>
            <a:endParaRPr lang="en-US" altLang="zh-CN" sz="1400" dirty="0">
              <a:solidFill>
                <a:srgbClr val="262626"/>
              </a:solidFill>
              <a:latin typeface="Alibaba PuHuiTi R" pitchFamily="18" charset="-122"/>
              <a:ea typeface="Alibaba PuHuiTi R" pitchFamily="18" charset="-122"/>
              <a:cs typeface="Alibaba PuHuiTi R" pitchFamily="18" charset="-122"/>
            </a:endParaRPr>
          </a:p>
        </p:txBody>
      </p:sp>
      <p:sp>
        <p:nvSpPr>
          <p:cNvPr id="9" name="矩形 8">
            <a:extLst>
              <a:ext uri="{FF2B5EF4-FFF2-40B4-BE49-F238E27FC236}">
                <a16:creationId xmlns:a16="http://schemas.microsoft.com/office/drawing/2014/main" id="{B561BF17-00D8-44F9-BBE1-DC58174FF365}"/>
              </a:ext>
            </a:extLst>
          </p:cNvPr>
          <p:cNvSpPr/>
          <p:nvPr/>
        </p:nvSpPr>
        <p:spPr>
          <a:xfrm>
            <a:off x="820967" y="4439036"/>
            <a:ext cx="10302240" cy="1380081"/>
          </a:xfrm>
          <a:prstGeom prst="rect">
            <a:avLst/>
          </a:prstGeom>
          <a:noFill/>
          <a:ln w="9525">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0" name="矩形 9">
            <a:extLst>
              <a:ext uri="{FF2B5EF4-FFF2-40B4-BE49-F238E27FC236}">
                <a16:creationId xmlns:a16="http://schemas.microsoft.com/office/drawing/2014/main" id="{7521E208-47E6-4A13-99E1-C9CCCAFAB12C}"/>
              </a:ext>
            </a:extLst>
          </p:cNvPr>
          <p:cNvSpPr/>
          <p:nvPr/>
        </p:nvSpPr>
        <p:spPr>
          <a:xfrm>
            <a:off x="710879" y="4540023"/>
            <a:ext cx="1053296" cy="300942"/>
          </a:xfrm>
          <a:prstGeom prst="rect">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400">
                <a:latin typeface="Alibaba PuHuiTi R" pitchFamily="18" charset="-122"/>
                <a:ea typeface="Alibaba PuHuiTi R" pitchFamily="18" charset="-122"/>
                <a:cs typeface="Alibaba PuHuiTi R" pitchFamily="18" charset="-122"/>
              </a:rPr>
              <a:t>注意事项</a:t>
            </a:r>
          </a:p>
        </p:txBody>
      </p:sp>
    </p:spTree>
    <p:extLst>
      <p:ext uri="{BB962C8B-B14F-4D97-AF65-F5344CB8AC3E}">
        <p14:creationId xmlns:p14="http://schemas.microsoft.com/office/powerpoint/2010/main" val="32713279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1"/>
          </p:nvPr>
        </p:nvSpPr>
        <p:spPr/>
        <p:txBody>
          <a:bodyPr/>
          <a:lstStyle/>
          <a:p>
            <a:pPr marL="0" indent="0">
              <a:buNone/>
            </a:pPr>
            <a:r>
              <a:rPr lang="zh-CN" altLang="en-US" dirty="0"/>
              <a:t>案例一：定义一个打招呼程序，用于实现向同事打招呼的功能</a:t>
            </a:r>
            <a:endParaRPr lang="en-US" altLang="zh-CN" dirty="0"/>
          </a:p>
          <a:p>
            <a:pPr marL="0" indent="0">
              <a:buNone/>
            </a:pPr>
            <a:endParaRPr lang="en-US" altLang="zh-CN" dirty="0"/>
          </a:p>
          <a:p>
            <a:pPr marL="0" indent="0">
              <a:buNone/>
            </a:pPr>
            <a:endParaRPr lang="en-US" altLang="zh-CN" dirty="0"/>
          </a:p>
          <a:p>
            <a:pPr marL="0" indent="0">
              <a:buNone/>
            </a:pPr>
            <a:endParaRPr lang="en-US" altLang="zh-CN" dirty="0"/>
          </a:p>
          <a:p>
            <a:pPr marL="0" indent="0">
              <a:buNone/>
            </a:pPr>
            <a:endParaRPr lang="en-US" altLang="zh-CN" dirty="0"/>
          </a:p>
          <a:p>
            <a:pPr marL="0" indent="0">
              <a:buNone/>
            </a:pPr>
            <a:endParaRPr lang="en-US" altLang="zh-CN" dirty="0"/>
          </a:p>
          <a:p>
            <a:pPr marL="0" indent="0">
              <a:buNone/>
            </a:pPr>
            <a:r>
              <a:rPr lang="zh-CN" altLang="en-US" dirty="0"/>
              <a:t>以上代码虽然可以完成打招呼程序，但是</a:t>
            </a:r>
            <a:r>
              <a:rPr lang="en-US" altLang="zh-CN" dirty="0">
                <a:solidFill>
                  <a:srgbClr val="B60206"/>
                </a:solidFill>
              </a:rPr>
              <a:t>`</a:t>
            </a:r>
            <a:r>
              <a:rPr lang="zh-CN" altLang="en-US" dirty="0">
                <a:solidFill>
                  <a:srgbClr val="B60206"/>
                </a:solidFill>
              </a:rPr>
              <a:t>重复性</a:t>
            </a:r>
            <a:r>
              <a:rPr lang="en-US" altLang="zh-CN" dirty="0">
                <a:solidFill>
                  <a:srgbClr val="B60206"/>
                </a:solidFill>
              </a:rPr>
              <a:t>`</a:t>
            </a:r>
            <a:r>
              <a:rPr lang="zh-CN" altLang="en-US" dirty="0"/>
              <a:t>代码太多。能不能想个办法，将重复性代码分离出来呢？</a:t>
            </a:r>
            <a:endParaRPr lang="en-US" altLang="zh-CN" dirty="0"/>
          </a:p>
          <a:p>
            <a:pPr marL="0" indent="0">
              <a:buNone/>
            </a:pPr>
            <a:r>
              <a:rPr lang="zh-CN" altLang="en-US" dirty="0"/>
              <a:t>答：可以，使用函数</a:t>
            </a:r>
            <a:endParaRPr lang="en-US" altLang="zh-CN" dirty="0"/>
          </a:p>
        </p:txBody>
      </p:sp>
      <p:sp>
        <p:nvSpPr>
          <p:cNvPr id="3" name="标题 2"/>
          <p:cNvSpPr>
            <a:spLocks noGrp="1"/>
          </p:cNvSpPr>
          <p:nvPr>
            <p:ph type="title"/>
          </p:nvPr>
        </p:nvSpPr>
        <p:spPr/>
        <p:txBody>
          <a:bodyPr/>
          <a:lstStyle/>
          <a:p>
            <a:r>
              <a:rPr lang="zh-CN" altLang="en-US" dirty="0"/>
              <a:t>函数的作用及其使用步骤</a:t>
            </a:r>
          </a:p>
        </p:txBody>
      </p:sp>
      <p:sp>
        <p:nvSpPr>
          <p:cNvPr id="4" name="文本占位符 3"/>
          <p:cNvSpPr>
            <a:spLocks noGrp="1"/>
          </p:cNvSpPr>
          <p:nvPr>
            <p:ph type="body" sz="quarter" idx="10"/>
          </p:nvPr>
        </p:nvSpPr>
        <p:spPr/>
        <p:txBody>
          <a:bodyPr/>
          <a:lstStyle/>
          <a:p>
            <a:r>
              <a:rPr lang="en-US" altLang="zh-CN" dirty="0"/>
              <a:t>4</a:t>
            </a:r>
            <a:r>
              <a:rPr lang="zh-CN" altLang="en-US" dirty="0"/>
              <a:t>、引入函数</a:t>
            </a:r>
          </a:p>
        </p:txBody>
      </p:sp>
      <p:sp>
        <p:nvSpPr>
          <p:cNvPr id="5" name="TextBox 3">
            <a:extLst>
              <a:ext uri="{FF2B5EF4-FFF2-40B4-BE49-F238E27FC236}">
                <a16:creationId xmlns:a16="http://schemas.microsoft.com/office/drawing/2014/main" id="{0C998B78-AB18-3C47-A1C7-25AE9A3A40B0}"/>
              </a:ext>
            </a:extLst>
          </p:cNvPr>
          <p:cNvSpPr txBox="1"/>
          <p:nvPr/>
        </p:nvSpPr>
        <p:spPr>
          <a:xfrm>
            <a:off x="710880" y="2219130"/>
            <a:ext cx="10666853" cy="1815882"/>
          </a:xfrm>
          <a:prstGeom prst="rect">
            <a:avLst/>
          </a:prstGeom>
          <a:solidFill>
            <a:srgbClr val="FFFFE4"/>
          </a:solidFill>
          <a:ln w="3175">
            <a:solidFill>
              <a:srgbClr val="919191"/>
            </a:solidFill>
          </a:ln>
        </p:spPr>
        <p:txBody>
          <a:bodyPr wrap="square">
            <a:spAutoFit/>
          </a:bodyPr>
          <a:lstStyle/>
          <a:p>
            <a:r>
              <a:rPr lang="en-US"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 </a:t>
            </a:r>
            <a:r>
              <a:rPr lang="zh-CN" altLang="en-US"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见到同事老张</a:t>
            </a:r>
          </a:p>
          <a:p>
            <a:r>
              <a:rPr lang="en-US" altLang="zh-CN" sz="1400" dirty="0">
                <a:solidFill>
                  <a:srgbClr val="B60206"/>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print('</a:t>
            </a:r>
            <a:r>
              <a:rPr lang="zh-CN" altLang="en-US" sz="1400" dirty="0">
                <a:solidFill>
                  <a:srgbClr val="B60206"/>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您好</a:t>
            </a:r>
            <a:r>
              <a:rPr lang="en-US" altLang="zh-CN" sz="1400" dirty="0">
                <a:solidFill>
                  <a:srgbClr val="B60206"/>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a:t>
            </a:r>
          </a:p>
          <a:p>
            <a:endParaRPr lang="en-US"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r>
              <a:rPr lang="en-US"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 </a:t>
            </a:r>
            <a:r>
              <a:rPr lang="zh-CN" altLang="en-US"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见到同事老李</a:t>
            </a:r>
          </a:p>
          <a:p>
            <a:r>
              <a:rPr lang="en-US" altLang="zh-CN" sz="1400" dirty="0">
                <a:solidFill>
                  <a:srgbClr val="B60206"/>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print('</a:t>
            </a:r>
            <a:r>
              <a:rPr lang="zh-CN" altLang="en-US" sz="1400" dirty="0">
                <a:solidFill>
                  <a:srgbClr val="B60206"/>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您好</a:t>
            </a:r>
            <a:r>
              <a:rPr lang="en-US" altLang="zh-CN" sz="1400" dirty="0">
                <a:solidFill>
                  <a:srgbClr val="B60206"/>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a:t>
            </a:r>
          </a:p>
          <a:p>
            <a:endParaRPr lang="en-US"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r>
              <a:rPr lang="en-US"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 </a:t>
            </a:r>
            <a:r>
              <a:rPr lang="zh-CN" altLang="en-US"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见到同事老王</a:t>
            </a:r>
          </a:p>
          <a:p>
            <a:r>
              <a:rPr lang="en-US" altLang="zh-CN" sz="1400" dirty="0">
                <a:solidFill>
                  <a:srgbClr val="B60206"/>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print('</a:t>
            </a:r>
            <a:r>
              <a:rPr lang="zh-CN" altLang="en-US" sz="1400" dirty="0">
                <a:solidFill>
                  <a:srgbClr val="B60206"/>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您好</a:t>
            </a:r>
            <a:r>
              <a:rPr lang="en-US" altLang="zh-CN" sz="1400" dirty="0">
                <a:solidFill>
                  <a:srgbClr val="B60206"/>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a:t>
            </a:r>
          </a:p>
        </p:txBody>
      </p:sp>
    </p:spTree>
    <p:extLst>
      <p:ext uri="{BB962C8B-B14F-4D97-AF65-F5344CB8AC3E}">
        <p14:creationId xmlns:p14="http://schemas.microsoft.com/office/powerpoint/2010/main" val="584641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1"/>
          </p:nvPr>
        </p:nvSpPr>
        <p:spPr/>
        <p:txBody>
          <a:bodyPr/>
          <a:lstStyle/>
          <a:p>
            <a:pPr marL="0" indent="0">
              <a:buNone/>
            </a:pPr>
            <a:r>
              <a:rPr lang="zh-CN" altLang="en-US" dirty="0"/>
              <a:t>案例二：定义一个打招呼函数，专门用于实现向同事打招呼的功能</a:t>
            </a:r>
            <a:endParaRPr lang="en-US" altLang="zh-CN" dirty="0"/>
          </a:p>
        </p:txBody>
      </p:sp>
      <p:sp>
        <p:nvSpPr>
          <p:cNvPr id="3" name="标题 2"/>
          <p:cNvSpPr>
            <a:spLocks noGrp="1"/>
          </p:cNvSpPr>
          <p:nvPr>
            <p:ph type="title"/>
          </p:nvPr>
        </p:nvSpPr>
        <p:spPr/>
        <p:txBody>
          <a:bodyPr/>
          <a:lstStyle/>
          <a:p>
            <a:r>
              <a:rPr lang="zh-CN" altLang="en-US" dirty="0"/>
              <a:t>函数的作用及其使用步骤</a:t>
            </a:r>
          </a:p>
        </p:txBody>
      </p:sp>
      <p:sp>
        <p:nvSpPr>
          <p:cNvPr id="4" name="文本占位符 3"/>
          <p:cNvSpPr>
            <a:spLocks noGrp="1"/>
          </p:cNvSpPr>
          <p:nvPr>
            <p:ph type="body" sz="quarter" idx="10"/>
          </p:nvPr>
        </p:nvSpPr>
        <p:spPr/>
        <p:txBody>
          <a:bodyPr/>
          <a:lstStyle/>
          <a:p>
            <a:r>
              <a:rPr lang="en-US" altLang="zh-CN" dirty="0"/>
              <a:t>4</a:t>
            </a:r>
            <a:r>
              <a:rPr lang="zh-CN" altLang="en-US" dirty="0"/>
              <a:t>、函数的定义</a:t>
            </a:r>
          </a:p>
        </p:txBody>
      </p:sp>
      <p:sp>
        <p:nvSpPr>
          <p:cNvPr id="5" name="TextBox 3">
            <a:extLst>
              <a:ext uri="{FF2B5EF4-FFF2-40B4-BE49-F238E27FC236}">
                <a16:creationId xmlns:a16="http://schemas.microsoft.com/office/drawing/2014/main" id="{0C998B78-AB18-3C47-A1C7-25AE9A3A40B0}"/>
              </a:ext>
            </a:extLst>
          </p:cNvPr>
          <p:cNvSpPr txBox="1"/>
          <p:nvPr/>
        </p:nvSpPr>
        <p:spPr>
          <a:xfrm>
            <a:off x="710880" y="2219130"/>
            <a:ext cx="10666853" cy="2677656"/>
          </a:xfrm>
          <a:prstGeom prst="rect">
            <a:avLst/>
          </a:prstGeom>
          <a:solidFill>
            <a:srgbClr val="FFFFE4"/>
          </a:solidFill>
          <a:ln w="3175">
            <a:solidFill>
              <a:srgbClr val="919191"/>
            </a:solidFill>
          </a:ln>
        </p:spPr>
        <p:txBody>
          <a:bodyPr wrap="square">
            <a:spAutoFit/>
          </a:bodyPr>
          <a:lstStyle/>
          <a:p>
            <a:r>
              <a:rPr lang="en-US"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 </a:t>
            </a:r>
            <a:r>
              <a:rPr lang="zh-CN" altLang="en-US"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定义函数，用于实现打招呼程序</a:t>
            </a:r>
          </a:p>
          <a:p>
            <a:r>
              <a:rPr lang="en-US" altLang="zh-CN" sz="1400" dirty="0" err="1">
                <a:solidFill>
                  <a:srgbClr val="B60206"/>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def</a:t>
            </a:r>
            <a:r>
              <a:rPr lang="en-US" altLang="zh-CN" sz="1400" dirty="0">
                <a:solidFill>
                  <a:srgbClr val="B60206"/>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 greet():</a:t>
            </a:r>
          </a:p>
          <a:p>
            <a:r>
              <a:rPr lang="en-US" altLang="zh-CN" sz="1400" dirty="0">
                <a:solidFill>
                  <a:srgbClr val="B60206"/>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    print('</a:t>
            </a:r>
            <a:r>
              <a:rPr lang="zh-CN" altLang="en-US" sz="1400" dirty="0">
                <a:solidFill>
                  <a:srgbClr val="B60206"/>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您好</a:t>
            </a:r>
            <a:r>
              <a:rPr lang="en-US" altLang="zh-CN" sz="1400" dirty="0">
                <a:solidFill>
                  <a:srgbClr val="B60206"/>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a:t>
            </a:r>
          </a:p>
          <a:p>
            <a:endParaRPr lang="en-US"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r>
              <a:rPr lang="en-US"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 </a:t>
            </a:r>
            <a:r>
              <a:rPr lang="zh-CN" altLang="en-US"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见到同事老张</a:t>
            </a:r>
          </a:p>
          <a:p>
            <a:r>
              <a:rPr lang="en-US" altLang="zh-CN" sz="1400" dirty="0">
                <a:solidFill>
                  <a:srgbClr val="B60206"/>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greet()</a:t>
            </a:r>
          </a:p>
          <a:p>
            <a:endParaRPr lang="en-US" altLang="zh-CN" sz="1400" dirty="0">
              <a:solidFill>
                <a:srgbClr val="B60206"/>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r>
              <a:rPr lang="en-US"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 </a:t>
            </a:r>
            <a:r>
              <a:rPr lang="zh-CN" altLang="en-US"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见到同事老李</a:t>
            </a:r>
          </a:p>
          <a:p>
            <a:r>
              <a:rPr lang="en-US" altLang="zh-CN" sz="1400" dirty="0">
                <a:solidFill>
                  <a:srgbClr val="B60206"/>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greet()</a:t>
            </a:r>
          </a:p>
          <a:p>
            <a:endParaRPr lang="en-US" altLang="zh-CN" sz="1400" dirty="0">
              <a:solidFill>
                <a:srgbClr val="B60206"/>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r>
              <a:rPr lang="en-US"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 </a:t>
            </a:r>
            <a:r>
              <a:rPr lang="zh-CN" altLang="en-US"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见到同事老王</a:t>
            </a:r>
          </a:p>
          <a:p>
            <a:r>
              <a:rPr lang="en-US" altLang="zh-CN" sz="1400" dirty="0">
                <a:solidFill>
                  <a:srgbClr val="B60206"/>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greet()</a:t>
            </a:r>
          </a:p>
        </p:txBody>
      </p:sp>
    </p:spTree>
    <p:extLst>
      <p:ext uri="{BB962C8B-B14F-4D97-AF65-F5344CB8AC3E}">
        <p14:creationId xmlns:p14="http://schemas.microsoft.com/office/powerpoint/2010/main" val="39661942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1"/>
          </p:nvPr>
        </p:nvSpPr>
        <p:spPr/>
        <p:txBody>
          <a:bodyPr/>
          <a:lstStyle/>
          <a:p>
            <a:pPr marL="0" indent="0">
              <a:buNone/>
            </a:pPr>
            <a:r>
              <a:rPr lang="zh-CN" altLang="en-US" dirty="0"/>
              <a:t>案例三：升级案例二函数，可以实现向不同的人打不同的招呼</a:t>
            </a:r>
            <a:endParaRPr lang="en-US" altLang="zh-CN" dirty="0"/>
          </a:p>
        </p:txBody>
      </p:sp>
      <p:sp>
        <p:nvSpPr>
          <p:cNvPr id="3" name="标题 2"/>
          <p:cNvSpPr>
            <a:spLocks noGrp="1"/>
          </p:cNvSpPr>
          <p:nvPr>
            <p:ph type="title"/>
          </p:nvPr>
        </p:nvSpPr>
        <p:spPr/>
        <p:txBody>
          <a:bodyPr/>
          <a:lstStyle/>
          <a:p>
            <a:r>
              <a:rPr lang="zh-CN" altLang="en-US" dirty="0"/>
              <a:t>函数的作用及其使用步骤</a:t>
            </a:r>
          </a:p>
        </p:txBody>
      </p:sp>
      <p:sp>
        <p:nvSpPr>
          <p:cNvPr id="4" name="文本占位符 3"/>
          <p:cNvSpPr>
            <a:spLocks noGrp="1"/>
          </p:cNvSpPr>
          <p:nvPr>
            <p:ph type="body" sz="quarter" idx="10"/>
          </p:nvPr>
        </p:nvSpPr>
        <p:spPr/>
        <p:txBody>
          <a:bodyPr/>
          <a:lstStyle/>
          <a:p>
            <a:r>
              <a:rPr lang="en-US" altLang="zh-CN" dirty="0"/>
              <a:t>4</a:t>
            </a:r>
            <a:r>
              <a:rPr lang="zh-CN" altLang="en-US" dirty="0"/>
              <a:t>、函数的参数</a:t>
            </a:r>
          </a:p>
        </p:txBody>
      </p:sp>
      <p:sp>
        <p:nvSpPr>
          <p:cNvPr id="5" name="TextBox 3">
            <a:extLst>
              <a:ext uri="{FF2B5EF4-FFF2-40B4-BE49-F238E27FC236}">
                <a16:creationId xmlns:a16="http://schemas.microsoft.com/office/drawing/2014/main" id="{0C998B78-AB18-3C47-A1C7-25AE9A3A40B0}"/>
              </a:ext>
            </a:extLst>
          </p:cNvPr>
          <p:cNvSpPr txBox="1"/>
          <p:nvPr/>
        </p:nvSpPr>
        <p:spPr>
          <a:xfrm>
            <a:off x="710880" y="2219130"/>
            <a:ext cx="10666853" cy="2677656"/>
          </a:xfrm>
          <a:prstGeom prst="rect">
            <a:avLst/>
          </a:prstGeom>
          <a:solidFill>
            <a:srgbClr val="FFFFE4"/>
          </a:solidFill>
          <a:ln w="3175">
            <a:solidFill>
              <a:srgbClr val="919191"/>
            </a:solidFill>
          </a:ln>
        </p:spPr>
        <p:txBody>
          <a:bodyPr wrap="square">
            <a:spAutoFit/>
          </a:bodyPr>
          <a:lstStyle/>
          <a:p>
            <a:r>
              <a:rPr lang="en-US"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 </a:t>
            </a:r>
            <a:r>
              <a:rPr lang="zh-CN" altLang="en-US"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定义函数，添加参数，用于实现向不同的人打不同的招呼</a:t>
            </a:r>
          </a:p>
          <a:p>
            <a:r>
              <a:rPr lang="en-US" altLang="zh-CN" sz="1400" dirty="0">
                <a:solidFill>
                  <a:srgbClr val="B60206"/>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def greet(name):</a:t>
            </a:r>
          </a:p>
          <a:p>
            <a:r>
              <a:rPr lang="en-US" altLang="zh-CN" sz="1400" dirty="0">
                <a:solidFill>
                  <a:srgbClr val="B60206"/>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    print(f'</a:t>
            </a:r>
            <a:r>
              <a:rPr lang="zh-CN" altLang="en-US" sz="1400" dirty="0">
                <a:solidFill>
                  <a:srgbClr val="B60206"/>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您好，</a:t>
            </a:r>
            <a:r>
              <a:rPr lang="en-US" altLang="zh-CN" sz="1400" dirty="0">
                <a:solidFill>
                  <a:srgbClr val="B60206"/>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{name}')</a:t>
            </a:r>
          </a:p>
          <a:p>
            <a:endParaRPr lang="en-US"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r>
              <a:rPr lang="en-US"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 </a:t>
            </a:r>
            <a:r>
              <a:rPr lang="zh-CN" altLang="en-US"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见到同事老张</a:t>
            </a:r>
          </a:p>
          <a:p>
            <a:r>
              <a:rPr lang="en-US" altLang="zh-CN" sz="1400" dirty="0">
                <a:solidFill>
                  <a:srgbClr val="B60206"/>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greet('</a:t>
            </a:r>
            <a:r>
              <a:rPr lang="zh-CN" altLang="en-US" sz="1400" dirty="0">
                <a:solidFill>
                  <a:srgbClr val="B60206"/>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老张</a:t>
            </a:r>
            <a:r>
              <a:rPr lang="en-US" altLang="zh-CN" sz="1400" dirty="0">
                <a:solidFill>
                  <a:srgbClr val="B60206"/>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a:t>
            </a:r>
          </a:p>
          <a:p>
            <a:endParaRPr lang="en-US" altLang="zh-CN" sz="1400" dirty="0">
              <a:solidFill>
                <a:srgbClr val="B60206"/>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r>
              <a:rPr lang="en-US"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 </a:t>
            </a:r>
            <a:r>
              <a:rPr lang="zh-CN" altLang="en-US"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见到同事老李</a:t>
            </a:r>
          </a:p>
          <a:p>
            <a:r>
              <a:rPr lang="en-US" altLang="zh-CN" sz="1400" dirty="0">
                <a:solidFill>
                  <a:srgbClr val="B60206"/>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greet('</a:t>
            </a:r>
            <a:r>
              <a:rPr lang="zh-CN" altLang="en-US" sz="1400" dirty="0">
                <a:solidFill>
                  <a:srgbClr val="B60206"/>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老李</a:t>
            </a:r>
            <a:r>
              <a:rPr lang="en-US" altLang="zh-CN" sz="1400" dirty="0">
                <a:solidFill>
                  <a:srgbClr val="B60206"/>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a:t>
            </a:r>
          </a:p>
          <a:p>
            <a:endParaRPr lang="en-US" altLang="zh-CN" sz="1400" dirty="0">
              <a:solidFill>
                <a:srgbClr val="B60206"/>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r>
              <a:rPr lang="en-US"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 </a:t>
            </a:r>
            <a:r>
              <a:rPr lang="zh-CN" altLang="en-US"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见到同事老王</a:t>
            </a:r>
          </a:p>
          <a:p>
            <a:r>
              <a:rPr lang="en-US" altLang="zh-CN" sz="1400" dirty="0">
                <a:solidFill>
                  <a:srgbClr val="B60206"/>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greet('</a:t>
            </a:r>
            <a:r>
              <a:rPr lang="zh-CN" altLang="en-US" sz="1400" dirty="0">
                <a:solidFill>
                  <a:srgbClr val="B60206"/>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老王</a:t>
            </a:r>
            <a:r>
              <a:rPr lang="en-US" altLang="zh-CN" sz="1400" dirty="0">
                <a:solidFill>
                  <a:srgbClr val="B60206"/>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a:t>
            </a:r>
          </a:p>
        </p:txBody>
      </p:sp>
    </p:spTree>
    <p:extLst>
      <p:ext uri="{BB962C8B-B14F-4D97-AF65-F5344CB8AC3E}">
        <p14:creationId xmlns:p14="http://schemas.microsoft.com/office/powerpoint/2010/main" val="38890154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1"/>
          </p:nvPr>
        </p:nvSpPr>
        <p:spPr/>
        <p:txBody>
          <a:bodyPr/>
          <a:lstStyle/>
          <a:p>
            <a:pPr marL="0" indent="0">
              <a:buNone/>
            </a:pPr>
            <a:r>
              <a:rPr lang="zh-CN" altLang="en-US" dirty="0"/>
              <a:t>案例四：函数的设计原则“高内聚、低耦合”，函数执行完毕后，应该主动把数返回给调用处，而不应该都交由</a:t>
            </a:r>
            <a:r>
              <a:rPr lang="en-US" altLang="zh-CN" dirty="0"/>
              <a:t>print()</a:t>
            </a:r>
            <a:r>
              <a:rPr lang="zh-CN" altLang="en-US" dirty="0"/>
              <a:t>等函数直接输出。</a:t>
            </a:r>
            <a:endParaRPr lang="en-US" altLang="zh-CN" dirty="0"/>
          </a:p>
        </p:txBody>
      </p:sp>
      <p:sp>
        <p:nvSpPr>
          <p:cNvPr id="3" name="标题 2"/>
          <p:cNvSpPr>
            <a:spLocks noGrp="1"/>
          </p:cNvSpPr>
          <p:nvPr>
            <p:ph type="title"/>
          </p:nvPr>
        </p:nvSpPr>
        <p:spPr/>
        <p:txBody>
          <a:bodyPr/>
          <a:lstStyle/>
          <a:p>
            <a:r>
              <a:rPr lang="zh-CN" altLang="en-US" dirty="0"/>
              <a:t>函数的作用及其使用步骤</a:t>
            </a:r>
          </a:p>
        </p:txBody>
      </p:sp>
      <p:sp>
        <p:nvSpPr>
          <p:cNvPr id="4" name="文本占位符 3"/>
          <p:cNvSpPr>
            <a:spLocks noGrp="1"/>
          </p:cNvSpPr>
          <p:nvPr>
            <p:ph type="body" sz="quarter" idx="10"/>
          </p:nvPr>
        </p:nvSpPr>
        <p:spPr/>
        <p:txBody>
          <a:bodyPr/>
          <a:lstStyle/>
          <a:p>
            <a:r>
              <a:rPr lang="en-US" altLang="zh-CN" dirty="0"/>
              <a:t>5</a:t>
            </a:r>
            <a:r>
              <a:rPr lang="zh-CN" altLang="en-US" dirty="0"/>
              <a:t>、函数的返回值</a:t>
            </a:r>
          </a:p>
        </p:txBody>
      </p:sp>
      <p:sp>
        <p:nvSpPr>
          <p:cNvPr id="5" name="TextBox 3">
            <a:extLst>
              <a:ext uri="{FF2B5EF4-FFF2-40B4-BE49-F238E27FC236}">
                <a16:creationId xmlns:a16="http://schemas.microsoft.com/office/drawing/2014/main" id="{0C998B78-AB18-3C47-A1C7-25AE9A3A40B0}"/>
              </a:ext>
            </a:extLst>
          </p:cNvPr>
          <p:cNvSpPr txBox="1"/>
          <p:nvPr/>
        </p:nvSpPr>
        <p:spPr>
          <a:xfrm>
            <a:off x="752252" y="2575265"/>
            <a:ext cx="10666853" cy="3108543"/>
          </a:xfrm>
          <a:prstGeom prst="rect">
            <a:avLst/>
          </a:prstGeom>
          <a:solidFill>
            <a:srgbClr val="FFFFE4"/>
          </a:solidFill>
          <a:ln w="3175">
            <a:solidFill>
              <a:srgbClr val="919191"/>
            </a:solidFill>
          </a:ln>
        </p:spPr>
        <p:txBody>
          <a:bodyPr wrap="square">
            <a:spAutoFit/>
          </a:bodyPr>
          <a:lstStyle/>
          <a:p>
            <a:r>
              <a:rPr lang="en-US"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 </a:t>
            </a:r>
            <a:r>
              <a:rPr lang="zh-CN" altLang="en-US"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定义一个函数，拥有</a:t>
            </a:r>
            <a:r>
              <a:rPr lang="en-US"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name</a:t>
            </a:r>
            <a:r>
              <a:rPr lang="zh-CN" altLang="en-US"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参数，同时函数执行完毕后，拥有一个</a:t>
            </a:r>
            <a:r>
              <a:rPr lang="en-US"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return</a:t>
            </a:r>
            <a:r>
              <a:rPr lang="zh-CN" altLang="en-US"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返回值</a:t>
            </a:r>
          </a:p>
          <a:p>
            <a:r>
              <a:rPr lang="en-US"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def greet(name):</a:t>
            </a:r>
          </a:p>
          <a:p>
            <a:r>
              <a:rPr lang="en-US"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    # </a:t>
            </a:r>
            <a:r>
              <a:rPr lang="zh-CN" altLang="en-US"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执行一系列相关操作</a:t>
            </a:r>
          </a:p>
          <a:p>
            <a:r>
              <a:rPr lang="zh-CN" altLang="en-US"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   </a:t>
            </a:r>
            <a:r>
              <a:rPr lang="zh-CN" altLang="en-US" sz="1400" dirty="0">
                <a:solidFill>
                  <a:srgbClr val="FF0000"/>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 </a:t>
            </a:r>
            <a:r>
              <a:rPr lang="en-US" altLang="zh-CN" sz="1400" dirty="0">
                <a:solidFill>
                  <a:srgbClr val="B70006"/>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return name + '</a:t>
            </a:r>
            <a:r>
              <a:rPr lang="zh-CN" altLang="en-US" sz="1400" dirty="0">
                <a:solidFill>
                  <a:srgbClr val="B70006"/>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，您好</a:t>
            </a:r>
            <a:r>
              <a:rPr lang="en-US" altLang="zh-CN" sz="1400" dirty="0">
                <a:solidFill>
                  <a:srgbClr val="B70006"/>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a:t>
            </a:r>
          </a:p>
          <a:p>
            <a:endParaRPr lang="en-US"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r>
              <a:rPr lang="en-US"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 </a:t>
            </a:r>
            <a:r>
              <a:rPr lang="zh-CN" altLang="en-US"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调用函数</a:t>
            </a:r>
          </a:p>
          <a:p>
            <a:r>
              <a:rPr lang="en-US"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 </a:t>
            </a:r>
            <a:r>
              <a:rPr lang="zh-CN" altLang="en-US"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见到了张老师，打一声招呼</a:t>
            </a:r>
          </a:p>
          <a:p>
            <a:r>
              <a:rPr lang="en-US" altLang="zh-CN" sz="1400" dirty="0">
                <a:solidFill>
                  <a:srgbClr val="B70006"/>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print(greet('</a:t>
            </a:r>
            <a:r>
              <a:rPr lang="zh-CN" altLang="en-US" sz="1400" dirty="0">
                <a:solidFill>
                  <a:srgbClr val="B70006"/>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老张</a:t>
            </a:r>
            <a:r>
              <a:rPr lang="en-US" altLang="zh-CN" sz="1400" dirty="0">
                <a:solidFill>
                  <a:srgbClr val="B70006"/>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a:t>
            </a:r>
          </a:p>
          <a:p>
            <a:endParaRPr lang="en-US" altLang="zh-CN" sz="1400" dirty="0">
              <a:solidFill>
                <a:srgbClr val="B70006"/>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r>
              <a:rPr lang="en-US"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 </a:t>
            </a:r>
            <a:r>
              <a:rPr lang="zh-CN" altLang="en-US"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见到了李老师，打一声招呼</a:t>
            </a:r>
          </a:p>
          <a:p>
            <a:r>
              <a:rPr lang="en-US" altLang="zh-CN" sz="1400" dirty="0">
                <a:solidFill>
                  <a:srgbClr val="B70006"/>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print(greet('</a:t>
            </a:r>
            <a:r>
              <a:rPr lang="zh-CN" altLang="en-US" sz="1400" dirty="0">
                <a:solidFill>
                  <a:srgbClr val="B70006"/>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老李</a:t>
            </a:r>
            <a:r>
              <a:rPr lang="en-US" altLang="zh-CN" sz="1400" dirty="0">
                <a:solidFill>
                  <a:srgbClr val="B70006"/>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a:t>
            </a:r>
          </a:p>
          <a:p>
            <a:endParaRPr lang="en-US" altLang="zh-CN" sz="1400" dirty="0">
              <a:solidFill>
                <a:srgbClr val="B70006"/>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r>
              <a:rPr lang="en-US"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 </a:t>
            </a:r>
            <a:r>
              <a:rPr lang="zh-CN" altLang="en-US"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见到了王老师，打一声招呼</a:t>
            </a:r>
          </a:p>
          <a:p>
            <a:r>
              <a:rPr lang="en-US" altLang="zh-CN" sz="1400" dirty="0">
                <a:solidFill>
                  <a:srgbClr val="B70006"/>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print(greet('</a:t>
            </a:r>
            <a:r>
              <a:rPr lang="zh-CN" altLang="en-US" sz="1400" dirty="0">
                <a:solidFill>
                  <a:srgbClr val="B70006"/>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老王</a:t>
            </a:r>
            <a:r>
              <a:rPr lang="en-US" altLang="zh-CN" sz="1400" dirty="0">
                <a:solidFill>
                  <a:srgbClr val="B70006"/>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a:t>
            </a:r>
          </a:p>
        </p:txBody>
      </p:sp>
    </p:spTree>
    <p:extLst>
      <p:ext uri="{BB962C8B-B14F-4D97-AF65-F5344CB8AC3E}">
        <p14:creationId xmlns:p14="http://schemas.microsoft.com/office/powerpoint/2010/main" val="26350586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1"/>
          </p:nvPr>
        </p:nvSpPr>
        <p:spPr/>
        <p:txBody>
          <a:bodyPr/>
          <a:lstStyle/>
          <a:p>
            <a:pPr marL="0" indent="0">
              <a:buNone/>
            </a:pPr>
            <a:r>
              <a:rPr lang="zh-CN" altLang="en-US" dirty="0"/>
              <a:t>思考：如果一个函数如些两个</a:t>
            </a:r>
            <a:r>
              <a:rPr lang="en-US" altLang="zh-CN" dirty="0"/>
              <a:t>return (</a:t>
            </a:r>
            <a:r>
              <a:rPr lang="zh-CN" altLang="en-US" dirty="0"/>
              <a:t>如下所示</a:t>
            </a:r>
            <a:r>
              <a:rPr lang="en-US" altLang="zh-CN" dirty="0"/>
              <a:t>)</a:t>
            </a:r>
            <a:r>
              <a:rPr lang="zh-CN" altLang="en-US" dirty="0"/>
              <a:t>，程序如何执行？</a:t>
            </a:r>
            <a:endParaRPr lang="en-US" altLang="zh-CN" dirty="0"/>
          </a:p>
          <a:p>
            <a:pPr marL="0" indent="0">
              <a:buNone/>
            </a:pPr>
            <a:endParaRPr lang="en-US" altLang="zh-CN" dirty="0"/>
          </a:p>
          <a:p>
            <a:pPr marL="0" indent="0">
              <a:buNone/>
            </a:pPr>
            <a:endParaRPr lang="en-US" altLang="zh-CN" dirty="0"/>
          </a:p>
          <a:p>
            <a:pPr marL="0" indent="0">
              <a:buNone/>
            </a:pPr>
            <a:endParaRPr lang="en-US" altLang="zh-CN" dirty="0"/>
          </a:p>
          <a:p>
            <a:pPr marL="0" indent="0">
              <a:buNone/>
            </a:pPr>
            <a:endParaRPr lang="en-US" altLang="zh-CN" dirty="0"/>
          </a:p>
          <a:p>
            <a:pPr marL="0" indent="0">
              <a:buNone/>
            </a:pPr>
            <a:r>
              <a:rPr lang="zh-CN" altLang="en-US" dirty="0">
                <a:solidFill>
                  <a:srgbClr val="B60206"/>
                </a:solidFill>
              </a:rPr>
              <a:t>答：只执行了第一个</a:t>
            </a:r>
            <a:r>
              <a:rPr lang="en-US" altLang="zh-CN" dirty="0">
                <a:solidFill>
                  <a:srgbClr val="B60206"/>
                </a:solidFill>
              </a:rPr>
              <a:t>return</a:t>
            </a:r>
            <a:r>
              <a:rPr lang="zh-CN" altLang="en-US" dirty="0">
                <a:solidFill>
                  <a:srgbClr val="B60206"/>
                </a:solidFill>
              </a:rPr>
              <a:t>，原因是因为</a:t>
            </a:r>
            <a:r>
              <a:rPr lang="en-US" altLang="zh-CN" dirty="0">
                <a:solidFill>
                  <a:srgbClr val="B60206"/>
                </a:solidFill>
              </a:rPr>
              <a:t>return</a:t>
            </a:r>
            <a:r>
              <a:rPr lang="zh-CN" altLang="en-US" dirty="0">
                <a:solidFill>
                  <a:srgbClr val="B60206"/>
                </a:solidFill>
              </a:rPr>
              <a:t>可以退出当前函数，导致</a:t>
            </a:r>
            <a:r>
              <a:rPr lang="en-US" altLang="zh-CN" dirty="0">
                <a:solidFill>
                  <a:srgbClr val="B60206"/>
                </a:solidFill>
              </a:rPr>
              <a:t>return</a:t>
            </a:r>
            <a:r>
              <a:rPr lang="zh-CN" altLang="en-US" dirty="0">
                <a:solidFill>
                  <a:srgbClr val="B60206"/>
                </a:solidFill>
              </a:rPr>
              <a:t>下方的代码不执行。</a:t>
            </a:r>
            <a:endParaRPr lang="en-US" altLang="zh-CN" dirty="0">
              <a:solidFill>
                <a:srgbClr val="B60206"/>
              </a:solidFill>
            </a:endParaRPr>
          </a:p>
          <a:p>
            <a:pPr marL="0" indent="0">
              <a:buNone/>
            </a:pPr>
            <a:r>
              <a:rPr lang="zh-CN" altLang="en-US" dirty="0">
                <a:solidFill>
                  <a:srgbClr val="49504F"/>
                </a:solidFill>
              </a:rPr>
              <a:t>思考：如果一个函数要有多个返回值，该如何书写代码？</a:t>
            </a:r>
            <a:endParaRPr lang="en-US" altLang="zh-CN" dirty="0">
              <a:solidFill>
                <a:srgbClr val="49504F"/>
              </a:solidFill>
            </a:endParaRPr>
          </a:p>
        </p:txBody>
      </p:sp>
      <p:sp>
        <p:nvSpPr>
          <p:cNvPr id="3" name="标题 2"/>
          <p:cNvSpPr>
            <a:spLocks noGrp="1"/>
          </p:cNvSpPr>
          <p:nvPr>
            <p:ph type="title"/>
          </p:nvPr>
        </p:nvSpPr>
        <p:spPr/>
        <p:txBody>
          <a:bodyPr/>
          <a:lstStyle/>
          <a:p>
            <a:r>
              <a:rPr lang="zh-CN" altLang="en-US" dirty="0"/>
              <a:t>函数的作用及其使用步骤</a:t>
            </a:r>
          </a:p>
        </p:txBody>
      </p:sp>
      <p:sp>
        <p:nvSpPr>
          <p:cNvPr id="4" name="文本占位符 3"/>
          <p:cNvSpPr>
            <a:spLocks noGrp="1"/>
          </p:cNvSpPr>
          <p:nvPr>
            <p:ph type="body" sz="quarter" idx="10"/>
          </p:nvPr>
        </p:nvSpPr>
        <p:spPr/>
        <p:txBody>
          <a:bodyPr/>
          <a:lstStyle/>
          <a:p>
            <a:r>
              <a:rPr lang="en-US" altLang="zh-CN" dirty="0"/>
              <a:t>6</a:t>
            </a:r>
            <a:r>
              <a:rPr lang="zh-CN" altLang="en-US" dirty="0"/>
              <a:t>、聊聊</a:t>
            </a:r>
            <a:r>
              <a:rPr lang="en-US" altLang="zh-CN" dirty="0"/>
              <a:t>return</a:t>
            </a:r>
          </a:p>
        </p:txBody>
      </p:sp>
      <p:sp>
        <p:nvSpPr>
          <p:cNvPr id="5" name="TextBox 3">
            <a:extLst>
              <a:ext uri="{FF2B5EF4-FFF2-40B4-BE49-F238E27FC236}">
                <a16:creationId xmlns:a16="http://schemas.microsoft.com/office/drawing/2014/main" id="{0C998B78-AB18-3C47-A1C7-25AE9A3A40B0}"/>
              </a:ext>
            </a:extLst>
          </p:cNvPr>
          <p:cNvSpPr txBox="1"/>
          <p:nvPr/>
        </p:nvSpPr>
        <p:spPr>
          <a:xfrm>
            <a:off x="752252" y="2155482"/>
            <a:ext cx="10666853" cy="1600438"/>
          </a:xfrm>
          <a:prstGeom prst="rect">
            <a:avLst/>
          </a:prstGeom>
          <a:solidFill>
            <a:srgbClr val="FFFFE4"/>
          </a:solidFill>
          <a:ln w="3175">
            <a:solidFill>
              <a:srgbClr val="919191"/>
            </a:solidFill>
          </a:ln>
        </p:spPr>
        <p:txBody>
          <a:bodyPr wrap="square">
            <a:spAutoFit/>
          </a:bodyPr>
          <a:lstStyle/>
          <a:p>
            <a:r>
              <a:rPr lang="en-US" altLang="zh-CN" sz="1400" dirty="0" err="1">
                <a:latin typeface="阿里巴巴普惠体" panose="00020600040101010101" pitchFamily="18" charset="-122"/>
                <a:ea typeface="阿里巴巴普惠体" panose="00020600040101010101" pitchFamily="18" charset="-122"/>
                <a:cs typeface="阿里巴巴普惠体" panose="00020600040101010101" pitchFamily="18" charset="-122"/>
              </a:rPr>
              <a:t>def</a:t>
            </a:r>
            <a:r>
              <a:rPr lang="en-US"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 </a:t>
            </a:r>
            <a:r>
              <a:rPr lang="en-US" altLang="zh-CN" sz="1400" dirty="0" err="1">
                <a:latin typeface="阿里巴巴普惠体" panose="00020600040101010101" pitchFamily="18" charset="-122"/>
                <a:ea typeface="阿里巴巴普惠体" panose="00020600040101010101" pitchFamily="18" charset="-122"/>
                <a:cs typeface="阿里巴巴普惠体" panose="00020600040101010101" pitchFamily="18" charset="-122"/>
              </a:rPr>
              <a:t>return_num</a:t>
            </a:r>
            <a:r>
              <a:rPr lang="en-US"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a:t>
            </a:r>
          </a:p>
          <a:p>
            <a:r>
              <a:rPr lang="en-US"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    return 1</a:t>
            </a:r>
          </a:p>
          <a:p>
            <a:r>
              <a:rPr lang="en-US"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    return 2</a:t>
            </a:r>
          </a:p>
          <a:p>
            <a:endParaRPr lang="en-US"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endParaRPr lang="en-US"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r>
              <a:rPr lang="en-US"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result = </a:t>
            </a:r>
            <a:r>
              <a:rPr lang="en-US" altLang="zh-CN" sz="1400" dirty="0" err="1">
                <a:latin typeface="阿里巴巴普惠体" panose="00020600040101010101" pitchFamily="18" charset="-122"/>
                <a:ea typeface="阿里巴巴普惠体" panose="00020600040101010101" pitchFamily="18" charset="-122"/>
                <a:cs typeface="阿里巴巴普惠体" panose="00020600040101010101" pitchFamily="18" charset="-122"/>
              </a:rPr>
              <a:t>return_num</a:t>
            </a:r>
            <a:r>
              <a:rPr lang="en-US"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a:t>
            </a:r>
          </a:p>
          <a:p>
            <a:r>
              <a:rPr lang="en-US"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print(result)  # 1</a:t>
            </a:r>
            <a:endParaRPr lang="en-US" altLang="zh-CN" sz="1400" dirty="0">
              <a:solidFill>
                <a:srgbClr val="B60206"/>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Tree>
    <p:extLst>
      <p:ext uri="{BB962C8B-B14F-4D97-AF65-F5344CB8AC3E}">
        <p14:creationId xmlns:p14="http://schemas.microsoft.com/office/powerpoint/2010/main" val="2052565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1"/>
          </p:nvPr>
        </p:nvSpPr>
        <p:spPr/>
        <p:txBody>
          <a:bodyPr/>
          <a:lstStyle/>
          <a:p>
            <a:pPr marL="0" indent="0">
              <a:buNone/>
            </a:pPr>
            <a:r>
              <a:rPr lang="zh-CN" altLang="en-US" dirty="0"/>
              <a:t>案例：一个函数同时返回多个值</a:t>
            </a:r>
            <a:endParaRPr lang="en-US" altLang="zh-CN" dirty="0"/>
          </a:p>
          <a:p>
            <a:pPr marL="0" indent="0">
              <a:buNone/>
            </a:pPr>
            <a:endParaRPr lang="en-US" altLang="zh-CN" dirty="0"/>
          </a:p>
          <a:p>
            <a:pPr marL="0" indent="0">
              <a:buNone/>
            </a:pPr>
            <a:endParaRPr lang="en-US" altLang="zh-CN" dirty="0"/>
          </a:p>
          <a:p>
            <a:pPr marL="0" indent="0">
              <a:buNone/>
            </a:pPr>
            <a:endParaRPr lang="en-US" altLang="zh-CN" dirty="0"/>
          </a:p>
          <a:p>
            <a:pPr marL="0" indent="0">
              <a:buNone/>
            </a:pPr>
            <a:endParaRPr lang="en-US" altLang="zh-CN" dirty="0"/>
          </a:p>
        </p:txBody>
      </p:sp>
      <p:sp>
        <p:nvSpPr>
          <p:cNvPr id="3" name="标题 2"/>
          <p:cNvSpPr>
            <a:spLocks noGrp="1"/>
          </p:cNvSpPr>
          <p:nvPr>
            <p:ph type="title"/>
          </p:nvPr>
        </p:nvSpPr>
        <p:spPr/>
        <p:txBody>
          <a:bodyPr/>
          <a:lstStyle/>
          <a:p>
            <a:r>
              <a:rPr lang="zh-CN" altLang="en-US" dirty="0"/>
              <a:t>函数的作用及其使用步骤</a:t>
            </a:r>
          </a:p>
        </p:txBody>
      </p:sp>
      <p:sp>
        <p:nvSpPr>
          <p:cNvPr id="4" name="文本占位符 3"/>
          <p:cNvSpPr>
            <a:spLocks noGrp="1"/>
          </p:cNvSpPr>
          <p:nvPr>
            <p:ph type="body" sz="quarter" idx="10"/>
          </p:nvPr>
        </p:nvSpPr>
        <p:spPr/>
        <p:txBody>
          <a:bodyPr/>
          <a:lstStyle/>
          <a:p>
            <a:r>
              <a:rPr lang="en-US" altLang="zh-CN" dirty="0"/>
              <a:t>6</a:t>
            </a:r>
            <a:r>
              <a:rPr lang="zh-CN" altLang="en-US" dirty="0"/>
              <a:t>、聊聊</a:t>
            </a:r>
            <a:r>
              <a:rPr lang="en-US" altLang="zh-CN" dirty="0"/>
              <a:t>return</a:t>
            </a:r>
          </a:p>
        </p:txBody>
      </p:sp>
      <p:sp>
        <p:nvSpPr>
          <p:cNvPr id="5" name="TextBox 3">
            <a:extLst>
              <a:ext uri="{FF2B5EF4-FFF2-40B4-BE49-F238E27FC236}">
                <a16:creationId xmlns:a16="http://schemas.microsoft.com/office/drawing/2014/main" id="{0C998B78-AB18-3C47-A1C7-25AE9A3A40B0}"/>
              </a:ext>
            </a:extLst>
          </p:cNvPr>
          <p:cNvSpPr txBox="1"/>
          <p:nvPr/>
        </p:nvSpPr>
        <p:spPr>
          <a:xfrm>
            <a:off x="752252" y="2155482"/>
            <a:ext cx="10666853" cy="1384995"/>
          </a:xfrm>
          <a:prstGeom prst="rect">
            <a:avLst/>
          </a:prstGeom>
          <a:solidFill>
            <a:srgbClr val="FFFFE4"/>
          </a:solidFill>
          <a:ln w="3175">
            <a:solidFill>
              <a:srgbClr val="919191"/>
            </a:solidFill>
          </a:ln>
        </p:spPr>
        <p:txBody>
          <a:bodyPr wrap="square">
            <a:spAutoFit/>
          </a:bodyPr>
          <a:lstStyle/>
          <a:p>
            <a:r>
              <a:rPr lang="en-US" altLang="zh-CN" sz="1400" dirty="0" err="1">
                <a:latin typeface="阿里巴巴普惠体" panose="00020600040101010101" pitchFamily="18" charset="-122"/>
                <a:ea typeface="阿里巴巴普惠体" panose="00020600040101010101" pitchFamily="18" charset="-122"/>
                <a:cs typeface="阿里巴巴普惠体" panose="00020600040101010101" pitchFamily="18" charset="-122"/>
              </a:rPr>
              <a:t>def</a:t>
            </a:r>
            <a:r>
              <a:rPr lang="en-US"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 </a:t>
            </a:r>
            <a:r>
              <a:rPr lang="en-US" altLang="zh-CN" sz="1400" dirty="0" err="1">
                <a:latin typeface="阿里巴巴普惠体" panose="00020600040101010101" pitchFamily="18" charset="-122"/>
                <a:ea typeface="阿里巴巴普惠体" panose="00020600040101010101" pitchFamily="18" charset="-122"/>
                <a:cs typeface="阿里巴巴普惠体" panose="00020600040101010101" pitchFamily="18" charset="-122"/>
              </a:rPr>
              <a:t>return_num</a:t>
            </a:r>
            <a:r>
              <a:rPr lang="en-US"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a:t>
            </a:r>
          </a:p>
          <a:p>
            <a:r>
              <a:rPr lang="en-US"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    </a:t>
            </a:r>
            <a:r>
              <a:rPr lang="en-US" altLang="zh-CN" sz="1400" dirty="0">
                <a:solidFill>
                  <a:srgbClr val="B60206"/>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return 1, 2</a:t>
            </a:r>
          </a:p>
          <a:p>
            <a:endParaRPr lang="en-US"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endParaRPr lang="en-US"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r>
              <a:rPr lang="en-US"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result = </a:t>
            </a:r>
            <a:r>
              <a:rPr lang="en-US" altLang="zh-CN" sz="1400" dirty="0" err="1">
                <a:latin typeface="阿里巴巴普惠体" panose="00020600040101010101" pitchFamily="18" charset="-122"/>
                <a:ea typeface="阿里巴巴普惠体" panose="00020600040101010101" pitchFamily="18" charset="-122"/>
                <a:cs typeface="阿里巴巴普惠体" panose="00020600040101010101" pitchFamily="18" charset="-122"/>
              </a:rPr>
              <a:t>return_num</a:t>
            </a:r>
            <a:r>
              <a:rPr lang="en-US"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a:t>
            </a:r>
          </a:p>
          <a:p>
            <a:r>
              <a:rPr lang="en-US"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print(result)  # (1, 2)</a:t>
            </a:r>
            <a:endParaRPr lang="en-US" altLang="zh-CN" sz="1400" dirty="0">
              <a:solidFill>
                <a:srgbClr val="B60206"/>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7" name="三角形 9">
            <a:extLst>
              <a:ext uri="{FF2B5EF4-FFF2-40B4-BE49-F238E27FC236}">
                <a16:creationId xmlns:a16="http://schemas.microsoft.com/office/drawing/2014/main" id="{23197916-4FF1-4C92-AE7A-4520837F4448}"/>
              </a:ext>
            </a:extLst>
          </p:cNvPr>
          <p:cNvSpPr/>
          <p:nvPr/>
        </p:nvSpPr>
        <p:spPr>
          <a:xfrm rot="2651319">
            <a:off x="717495" y="4225813"/>
            <a:ext cx="145648" cy="78105"/>
          </a:xfrm>
          <a:prstGeom prst="triangl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TextBox 6">
            <a:extLst>
              <a:ext uri="{FF2B5EF4-FFF2-40B4-BE49-F238E27FC236}">
                <a16:creationId xmlns:a16="http://schemas.microsoft.com/office/drawing/2014/main" id="{FC8F3570-2791-42C7-B320-77955401B7FE}"/>
              </a:ext>
            </a:extLst>
          </p:cNvPr>
          <p:cNvSpPr txBox="1"/>
          <p:nvPr/>
        </p:nvSpPr>
        <p:spPr>
          <a:xfrm>
            <a:off x="953207" y="4431504"/>
            <a:ext cx="10037763" cy="415498"/>
          </a:xfrm>
          <a:prstGeom prst="rect">
            <a:avLst/>
          </a:prstGeom>
          <a:noFill/>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50000"/>
              </a:lnSpc>
            </a:pPr>
            <a:r>
              <a:rPr lang="zh-CN" altLang="en-US" sz="1400" dirty="0">
                <a:solidFill>
                  <a:srgbClr val="AD2B26"/>
                </a:solidFill>
                <a:latin typeface="Alibaba PuHuiTi R" pitchFamily="18" charset="-122"/>
                <a:ea typeface="Alibaba PuHuiTi R" pitchFamily="18" charset="-122"/>
                <a:cs typeface="Alibaba PuHuiTi R" pitchFamily="18" charset="-122"/>
              </a:rPr>
              <a:t>注意：① </a:t>
            </a:r>
            <a:r>
              <a:rPr lang="en-US" altLang="zh-CN" sz="1400" dirty="0">
                <a:solidFill>
                  <a:srgbClr val="AD2B26"/>
                </a:solidFill>
                <a:latin typeface="Alibaba PuHuiTi R" pitchFamily="18" charset="-122"/>
                <a:ea typeface="Alibaba PuHuiTi R" pitchFamily="18" charset="-122"/>
                <a:cs typeface="Alibaba PuHuiTi R" pitchFamily="18" charset="-122"/>
              </a:rPr>
              <a:t>`return a, b`</a:t>
            </a:r>
            <a:r>
              <a:rPr lang="zh-CN" altLang="en-US" sz="1400" dirty="0">
                <a:solidFill>
                  <a:srgbClr val="AD2B26"/>
                </a:solidFill>
                <a:latin typeface="Alibaba PuHuiTi R" pitchFamily="18" charset="-122"/>
                <a:ea typeface="Alibaba PuHuiTi R" pitchFamily="18" charset="-122"/>
                <a:cs typeface="Alibaba PuHuiTi R" pitchFamily="18" charset="-122"/>
              </a:rPr>
              <a:t>写法，返回多个数据的时候，默认是元组类型。② </a:t>
            </a:r>
            <a:r>
              <a:rPr lang="en-US" altLang="zh-CN" sz="1400" dirty="0">
                <a:solidFill>
                  <a:srgbClr val="AD2B26"/>
                </a:solidFill>
                <a:latin typeface="Alibaba PuHuiTi R" pitchFamily="18" charset="-122"/>
                <a:ea typeface="Alibaba PuHuiTi R" pitchFamily="18" charset="-122"/>
                <a:cs typeface="Alibaba PuHuiTi R" pitchFamily="18" charset="-122"/>
              </a:rPr>
              <a:t>return</a:t>
            </a:r>
            <a:r>
              <a:rPr lang="zh-CN" altLang="en-US" sz="1400" dirty="0">
                <a:solidFill>
                  <a:srgbClr val="AD2B26"/>
                </a:solidFill>
                <a:latin typeface="Alibaba PuHuiTi R" pitchFamily="18" charset="-122"/>
                <a:ea typeface="Alibaba PuHuiTi R" pitchFamily="18" charset="-122"/>
                <a:cs typeface="Alibaba PuHuiTi R" pitchFamily="18" charset="-122"/>
              </a:rPr>
              <a:t>后面可以连接列表、元组或字典，以返回多个值。</a:t>
            </a:r>
            <a:endParaRPr lang="en-US" altLang="zh-CN" sz="1400" dirty="0">
              <a:solidFill>
                <a:srgbClr val="262626"/>
              </a:solidFill>
              <a:latin typeface="Alibaba PuHuiTi R" pitchFamily="18" charset="-122"/>
              <a:ea typeface="Alibaba PuHuiTi R" pitchFamily="18" charset="-122"/>
              <a:cs typeface="Alibaba PuHuiTi R" pitchFamily="18" charset="-122"/>
            </a:endParaRPr>
          </a:p>
        </p:txBody>
      </p:sp>
      <p:sp>
        <p:nvSpPr>
          <p:cNvPr id="9" name="矩形 8">
            <a:extLst>
              <a:ext uri="{FF2B5EF4-FFF2-40B4-BE49-F238E27FC236}">
                <a16:creationId xmlns:a16="http://schemas.microsoft.com/office/drawing/2014/main" id="{B561BF17-00D8-44F9-BBE1-DC58174FF365}"/>
              </a:ext>
            </a:extLst>
          </p:cNvPr>
          <p:cNvSpPr/>
          <p:nvPr/>
        </p:nvSpPr>
        <p:spPr>
          <a:xfrm>
            <a:off x="820969" y="3840713"/>
            <a:ext cx="10302240" cy="1380081"/>
          </a:xfrm>
          <a:prstGeom prst="rect">
            <a:avLst/>
          </a:prstGeom>
          <a:noFill/>
          <a:ln w="9525">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0" name="矩形 9">
            <a:extLst>
              <a:ext uri="{FF2B5EF4-FFF2-40B4-BE49-F238E27FC236}">
                <a16:creationId xmlns:a16="http://schemas.microsoft.com/office/drawing/2014/main" id="{7521E208-47E6-4A13-99E1-C9CCCAFAB12C}"/>
              </a:ext>
            </a:extLst>
          </p:cNvPr>
          <p:cNvSpPr/>
          <p:nvPr/>
        </p:nvSpPr>
        <p:spPr>
          <a:xfrm>
            <a:off x="710881" y="3941700"/>
            <a:ext cx="1053296" cy="300942"/>
          </a:xfrm>
          <a:prstGeom prst="rect">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400">
                <a:latin typeface="Alibaba PuHuiTi R" pitchFamily="18" charset="-122"/>
                <a:ea typeface="Alibaba PuHuiTi R" pitchFamily="18" charset="-122"/>
                <a:cs typeface="Alibaba PuHuiTi R" pitchFamily="18" charset="-122"/>
              </a:rPr>
              <a:t>注意事项</a:t>
            </a:r>
          </a:p>
        </p:txBody>
      </p:sp>
    </p:spTree>
    <p:extLst>
      <p:ext uri="{BB962C8B-B14F-4D97-AF65-F5344CB8AC3E}">
        <p14:creationId xmlns:p14="http://schemas.microsoft.com/office/powerpoint/2010/main" val="103163988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1"/>
          </p:nvPr>
        </p:nvSpPr>
        <p:spPr/>
        <p:txBody>
          <a:bodyPr/>
          <a:lstStyle/>
          <a:p>
            <a:pPr marL="0" indent="0">
              <a:buNone/>
            </a:pPr>
            <a:r>
              <a:rPr lang="zh-CN" altLang="en-US" dirty="0"/>
              <a:t>案例：制作一个计算器，计算任意两数字之和，并保存结果。</a:t>
            </a:r>
            <a:endParaRPr lang="en-US" altLang="zh-CN" dirty="0"/>
          </a:p>
          <a:p>
            <a:pPr marL="0" indent="0">
              <a:buNone/>
            </a:pPr>
            <a:endParaRPr lang="en-US" altLang="zh-CN" dirty="0"/>
          </a:p>
          <a:p>
            <a:pPr marL="0" indent="0">
              <a:buNone/>
            </a:pPr>
            <a:endParaRPr lang="en-US" altLang="zh-CN" dirty="0"/>
          </a:p>
          <a:p>
            <a:pPr marL="0" indent="0">
              <a:buNone/>
            </a:pPr>
            <a:endParaRPr lang="en-US" altLang="zh-CN" dirty="0"/>
          </a:p>
          <a:p>
            <a:pPr marL="0" indent="0">
              <a:buNone/>
            </a:pPr>
            <a:r>
              <a:rPr lang="zh-CN" altLang="en-US" dirty="0"/>
              <a:t>运行结果：</a:t>
            </a:r>
            <a:endParaRPr lang="en-US" altLang="zh-CN" dirty="0"/>
          </a:p>
          <a:p>
            <a:pPr marL="0" indent="0">
              <a:buNone/>
            </a:pPr>
            <a:endParaRPr lang="en-US" altLang="zh-CN" dirty="0"/>
          </a:p>
          <a:p>
            <a:pPr marL="0" indent="0">
              <a:buNone/>
            </a:pPr>
            <a:endParaRPr lang="en-US" altLang="zh-CN" dirty="0"/>
          </a:p>
          <a:p>
            <a:pPr marL="0" indent="0">
              <a:buNone/>
            </a:pPr>
            <a:endParaRPr lang="en-US" altLang="zh-CN" dirty="0"/>
          </a:p>
          <a:p>
            <a:pPr marL="0" indent="0">
              <a:buNone/>
            </a:pPr>
            <a:endParaRPr lang="en-US" altLang="zh-CN" dirty="0"/>
          </a:p>
        </p:txBody>
      </p:sp>
      <p:sp>
        <p:nvSpPr>
          <p:cNvPr id="3" name="标题 2"/>
          <p:cNvSpPr>
            <a:spLocks noGrp="1"/>
          </p:cNvSpPr>
          <p:nvPr>
            <p:ph type="title"/>
          </p:nvPr>
        </p:nvSpPr>
        <p:spPr/>
        <p:txBody>
          <a:bodyPr/>
          <a:lstStyle/>
          <a:p>
            <a:r>
              <a:rPr lang="zh-CN" altLang="en-US" dirty="0"/>
              <a:t>函数的作用及其使用步骤</a:t>
            </a:r>
          </a:p>
        </p:txBody>
      </p:sp>
      <p:sp>
        <p:nvSpPr>
          <p:cNvPr id="4" name="文本占位符 3"/>
          <p:cNvSpPr>
            <a:spLocks noGrp="1"/>
          </p:cNvSpPr>
          <p:nvPr>
            <p:ph type="body" sz="quarter" idx="10"/>
          </p:nvPr>
        </p:nvSpPr>
        <p:spPr/>
        <p:txBody>
          <a:bodyPr/>
          <a:lstStyle/>
          <a:p>
            <a:r>
              <a:rPr lang="en-US" altLang="zh-CN" dirty="0"/>
              <a:t>7</a:t>
            </a:r>
            <a:r>
              <a:rPr lang="zh-CN" altLang="en-US" dirty="0"/>
              <a:t>、计算器函数</a:t>
            </a:r>
            <a:endParaRPr lang="en-US" altLang="zh-CN" dirty="0"/>
          </a:p>
        </p:txBody>
      </p:sp>
      <p:sp>
        <p:nvSpPr>
          <p:cNvPr id="5" name="TextBox 3">
            <a:extLst>
              <a:ext uri="{FF2B5EF4-FFF2-40B4-BE49-F238E27FC236}">
                <a16:creationId xmlns:a16="http://schemas.microsoft.com/office/drawing/2014/main" id="{0C998B78-AB18-3C47-A1C7-25AE9A3A40B0}"/>
              </a:ext>
            </a:extLst>
          </p:cNvPr>
          <p:cNvSpPr txBox="1"/>
          <p:nvPr/>
        </p:nvSpPr>
        <p:spPr>
          <a:xfrm>
            <a:off x="752252" y="2155482"/>
            <a:ext cx="10666853" cy="1169551"/>
          </a:xfrm>
          <a:prstGeom prst="rect">
            <a:avLst/>
          </a:prstGeom>
          <a:solidFill>
            <a:srgbClr val="FFFFE4"/>
          </a:solidFill>
          <a:ln w="3175">
            <a:solidFill>
              <a:srgbClr val="919191"/>
            </a:solidFill>
          </a:ln>
        </p:spPr>
        <p:txBody>
          <a:bodyPr wrap="square">
            <a:spAutoFit/>
          </a:bodyPr>
          <a:lstStyle/>
          <a:p>
            <a:r>
              <a:rPr lang="pt-BR"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def sum_num(a, b):</a:t>
            </a:r>
          </a:p>
          <a:p>
            <a:r>
              <a:rPr lang="pt-BR"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    return a + b</a:t>
            </a:r>
          </a:p>
          <a:p>
            <a:endParaRPr lang="pt-BR"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r>
              <a:rPr lang="pt-BR"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result = sum_num(10, 20)</a:t>
            </a:r>
          </a:p>
          <a:p>
            <a:r>
              <a:rPr lang="pt-BR"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print(result)</a:t>
            </a:r>
            <a:endParaRPr lang="en-US" altLang="zh-CN" sz="1400" dirty="0">
              <a:solidFill>
                <a:srgbClr val="B60206"/>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pic>
        <p:nvPicPr>
          <p:cNvPr id="6" name="图片 5"/>
          <p:cNvPicPr>
            <a:picLocks noChangeAspect="1"/>
          </p:cNvPicPr>
          <p:nvPr/>
        </p:nvPicPr>
        <p:blipFill>
          <a:blip r:embed="rId3"/>
          <a:stretch>
            <a:fillRect/>
          </a:stretch>
        </p:blipFill>
        <p:spPr>
          <a:xfrm>
            <a:off x="752252" y="3755920"/>
            <a:ext cx="10696002" cy="2202118"/>
          </a:xfrm>
          <a:prstGeom prst="rect">
            <a:avLst/>
          </a:prstGeom>
        </p:spPr>
      </p:pic>
    </p:spTree>
    <p:extLst>
      <p:ext uri="{BB962C8B-B14F-4D97-AF65-F5344CB8AC3E}">
        <p14:creationId xmlns:p14="http://schemas.microsoft.com/office/powerpoint/2010/main" val="3111897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6DC7A42-DEB9-4846-9885-EF1F65B29AB4}"/>
              </a:ext>
            </a:extLst>
          </p:cNvPr>
          <p:cNvSpPr>
            <a:spLocks noGrp="1"/>
          </p:cNvSpPr>
          <p:nvPr>
            <p:ph type="title"/>
          </p:nvPr>
        </p:nvSpPr>
        <p:spPr/>
        <p:txBody>
          <a:bodyPr/>
          <a:lstStyle/>
          <a:p>
            <a:r>
              <a:rPr lang="zh-CN" altLang="en-US" dirty="0">
                <a:solidFill>
                  <a:schemeClr val="tx1">
                    <a:lumMod val="65000"/>
                    <a:lumOff val="35000"/>
                  </a:schemeClr>
                </a:solidFill>
              </a:rPr>
              <a:t>函数的说明文档</a:t>
            </a:r>
            <a:endParaRPr lang="en-US" altLang="zh-CN" dirty="0">
              <a:solidFill>
                <a:schemeClr val="tx1">
                  <a:lumMod val="65000"/>
                  <a:lumOff val="35000"/>
                </a:schemeClr>
              </a:solidFill>
            </a:endParaRPr>
          </a:p>
        </p:txBody>
      </p:sp>
      <p:sp>
        <p:nvSpPr>
          <p:cNvPr id="3" name="文本占位符 2">
            <a:extLst>
              <a:ext uri="{FF2B5EF4-FFF2-40B4-BE49-F238E27FC236}">
                <a16:creationId xmlns:a16="http://schemas.microsoft.com/office/drawing/2014/main" id="{DC0D98B5-82FB-804B-8565-7E31DD4B40B6}"/>
              </a:ext>
            </a:extLst>
          </p:cNvPr>
          <p:cNvSpPr>
            <a:spLocks noGrp="1"/>
          </p:cNvSpPr>
          <p:nvPr>
            <p:ph type="body" sz="quarter" idx="10"/>
          </p:nvPr>
        </p:nvSpPr>
        <p:spPr/>
        <p:txBody>
          <a:bodyPr/>
          <a:lstStyle/>
          <a:p>
            <a:r>
              <a:rPr kumimoji="1" lang="en-US" altLang="zh-CN" dirty="0"/>
              <a:t>02</a:t>
            </a:r>
            <a:endParaRPr kumimoji="1" lang="zh-CN" altLang="en-US" dirty="0"/>
          </a:p>
        </p:txBody>
      </p:sp>
    </p:spTree>
    <p:extLst>
      <p:ext uri="{BB962C8B-B14F-4D97-AF65-F5344CB8AC3E}">
        <p14:creationId xmlns:p14="http://schemas.microsoft.com/office/powerpoint/2010/main" val="45654054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1"/>
          </p:nvPr>
        </p:nvSpPr>
        <p:spPr/>
        <p:txBody>
          <a:bodyPr/>
          <a:lstStyle/>
          <a:p>
            <a:pPr marL="0" indent="0">
              <a:buNone/>
            </a:pPr>
            <a:r>
              <a:rPr lang="zh-CN" altLang="en-US" dirty="0"/>
              <a:t>思考：定义一个函数后，程序员如何书写程序能够快速提示这个函数的作用？</a:t>
            </a:r>
            <a:endParaRPr lang="en-US" altLang="zh-CN" dirty="0"/>
          </a:p>
          <a:p>
            <a:pPr marL="0" indent="0">
              <a:buNone/>
            </a:pPr>
            <a:r>
              <a:rPr lang="zh-CN" altLang="en-US" dirty="0">
                <a:solidFill>
                  <a:srgbClr val="B60206"/>
                </a:solidFill>
              </a:rPr>
              <a:t>答：注释</a:t>
            </a:r>
            <a:endParaRPr lang="en-US" altLang="zh-CN" dirty="0">
              <a:solidFill>
                <a:srgbClr val="B60206"/>
              </a:solidFill>
            </a:endParaRPr>
          </a:p>
          <a:p>
            <a:pPr marL="0" indent="0">
              <a:buNone/>
            </a:pPr>
            <a:endParaRPr lang="en-US" altLang="zh-CN" dirty="0"/>
          </a:p>
          <a:p>
            <a:pPr marL="0" indent="0">
              <a:buNone/>
            </a:pPr>
            <a:r>
              <a:rPr lang="zh-CN" altLang="en-US" dirty="0"/>
              <a:t>思考：如果代码多，我们是不是需要在很多代码中找到这个函数定义的位置才能看到注释？如果想更方便的查看函数的作用怎么办？</a:t>
            </a:r>
            <a:endParaRPr lang="en-US" altLang="zh-CN" dirty="0"/>
          </a:p>
          <a:p>
            <a:pPr marL="0" indent="0">
              <a:buNone/>
            </a:pPr>
            <a:r>
              <a:rPr lang="zh-CN" altLang="en-US" dirty="0">
                <a:solidFill>
                  <a:srgbClr val="B60206"/>
                </a:solidFill>
              </a:rPr>
              <a:t>答：函数的说明文档（函数的说明文档也叫函数的文档说明）。</a:t>
            </a:r>
            <a:endParaRPr lang="en-US" altLang="zh-CN" dirty="0">
              <a:solidFill>
                <a:srgbClr val="B60206"/>
              </a:solidFill>
            </a:endParaRPr>
          </a:p>
        </p:txBody>
      </p:sp>
      <p:sp>
        <p:nvSpPr>
          <p:cNvPr id="3" name="标题 2"/>
          <p:cNvSpPr>
            <a:spLocks noGrp="1"/>
          </p:cNvSpPr>
          <p:nvPr>
            <p:ph type="title"/>
          </p:nvPr>
        </p:nvSpPr>
        <p:spPr/>
        <p:txBody>
          <a:bodyPr/>
          <a:lstStyle/>
          <a:p>
            <a:r>
              <a:rPr lang="zh-CN" altLang="en-US" dirty="0"/>
              <a:t>函数的说明文档</a:t>
            </a:r>
          </a:p>
        </p:txBody>
      </p:sp>
      <p:sp>
        <p:nvSpPr>
          <p:cNvPr id="4" name="文本占位符 3"/>
          <p:cNvSpPr>
            <a:spLocks noGrp="1"/>
          </p:cNvSpPr>
          <p:nvPr>
            <p:ph type="body" sz="quarter" idx="10"/>
          </p:nvPr>
        </p:nvSpPr>
        <p:spPr/>
        <p:txBody>
          <a:bodyPr/>
          <a:lstStyle/>
          <a:p>
            <a:r>
              <a:rPr lang="en-US" altLang="zh-CN" dirty="0"/>
              <a:t>1</a:t>
            </a:r>
            <a:r>
              <a:rPr lang="zh-CN" altLang="en-US" dirty="0"/>
              <a:t>、什么是函数的说明文档</a:t>
            </a:r>
            <a:endParaRPr lang="en-US" altLang="zh-CN" dirty="0"/>
          </a:p>
        </p:txBody>
      </p:sp>
    </p:spTree>
    <p:extLst>
      <p:ext uri="{BB962C8B-B14F-4D97-AF65-F5344CB8AC3E}">
        <p14:creationId xmlns:p14="http://schemas.microsoft.com/office/powerpoint/2010/main" val="3471006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1"/>
          </p:nvPr>
        </p:nvSpPr>
        <p:spPr/>
        <p:txBody>
          <a:bodyPr/>
          <a:lstStyle/>
          <a:p>
            <a:pPr marL="0" indent="0">
              <a:buNone/>
            </a:pPr>
            <a:r>
              <a:rPr lang="zh-CN" altLang="en-US" dirty="0"/>
              <a:t>☆ 定义函数的说明文档</a:t>
            </a:r>
            <a:endParaRPr lang="en-US" altLang="zh-CN" dirty="0"/>
          </a:p>
          <a:p>
            <a:pPr marL="0" indent="0">
              <a:buNone/>
            </a:pPr>
            <a:endParaRPr lang="en-US" altLang="zh-CN" dirty="0"/>
          </a:p>
          <a:p>
            <a:pPr marL="0" indent="0">
              <a:buNone/>
            </a:pPr>
            <a:endParaRPr lang="en-US" altLang="zh-CN" dirty="0">
              <a:solidFill>
                <a:srgbClr val="B60206"/>
              </a:solidFill>
            </a:endParaRPr>
          </a:p>
          <a:p>
            <a:pPr marL="0" indent="0">
              <a:buNone/>
            </a:pPr>
            <a:endParaRPr lang="en-US" altLang="zh-CN" dirty="0">
              <a:solidFill>
                <a:srgbClr val="B60206"/>
              </a:solidFill>
            </a:endParaRPr>
          </a:p>
          <a:p>
            <a:pPr marL="0" indent="0">
              <a:buNone/>
            </a:pPr>
            <a:r>
              <a:rPr lang="zh-CN" altLang="en-US" dirty="0">
                <a:solidFill>
                  <a:schemeClr val="tx1">
                    <a:lumMod val="75000"/>
                    <a:lumOff val="25000"/>
                  </a:schemeClr>
                </a:solidFill>
              </a:rPr>
              <a:t>☆ 查看函数的说明文档</a:t>
            </a:r>
            <a:endParaRPr lang="en-US" altLang="zh-CN" dirty="0">
              <a:solidFill>
                <a:schemeClr val="tx1">
                  <a:lumMod val="75000"/>
                  <a:lumOff val="25000"/>
                </a:schemeClr>
              </a:solidFill>
            </a:endParaRPr>
          </a:p>
          <a:p>
            <a:pPr marL="0" indent="0">
              <a:buNone/>
            </a:pPr>
            <a:endParaRPr lang="en-US" altLang="zh-CN" dirty="0">
              <a:solidFill>
                <a:schemeClr val="tx1">
                  <a:lumMod val="75000"/>
                  <a:lumOff val="25000"/>
                </a:schemeClr>
              </a:solidFill>
            </a:endParaRPr>
          </a:p>
          <a:p>
            <a:pPr marL="0" indent="0">
              <a:buNone/>
            </a:pPr>
            <a:r>
              <a:rPr lang="zh-CN" altLang="en-US" dirty="0">
                <a:solidFill>
                  <a:schemeClr val="tx1">
                    <a:lumMod val="75000"/>
                    <a:lumOff val="25000"/>
                  </a:schemeClr>
                </a:solidFill>
              </a:rPr>
              <a:t>案例演示：</a:t>
            </a:r>
            <a:endParaRPr lang="en-US" altLang="zh-CN" dirty="0">
              <a:solidFill>
                <a:schemeClr val="tx1">
                  <a:lumMod val="75000"/>
                  <a:lumOff val="25000"/>
                </a:schemeClr>
              </a:solidFill>
            </a:endParaRPr>
          </a:p>
        </p:txBody>
      </p:sp>
      <p:sp>
        <p:nvSpPr>
          <p:cNvPr id="3" name="标题 2"/>
          <p:cNvSpPr>
            <a:spLocks noGrp="1"/>
          </p:cNvSpPr>
          <p:nvPr>
            <p:ph type="title"/>
          </p:nvPr>
        </p:nvSpPr>
        <p:spPr/>
        <p:txBody>
          <a:bodyPr/>
          <a:lstStyle/>
          <a:p>
            <a:r>
              <a:rPr lang="zh-CN" altLang="en-US" dirty="0"/>
              <a:t>函数的说明文档</a:t>
            </a:r>
          </a:p>
        </p:txBody>
      </p:sp>
      <p:sp>
        <p:nvSpPr>
          <p:cNvPr id="4" name="文本占位符 3"/>
          <p:cNvSpPr>
            <a:spLocks noGrp="1"/>
          </p:cNvSpPr>
          <p:nvPr>
            <p:ph type="body" sz="quarter" idx="10"/>
          </p:nvPr>
        </p:nvSpPr>
        <p:spPr/>
        <p:txBody>
          <a:bodyPr/>
          <a:lstStyle/>
          <a:p>
            <a:r>
              <a:rPr lang="en-US" altLang="zh-CN" dirty="0"/>
              <a:t>2</a:t>
            </a:r>
            <a:r>
              <a:rPr lang="zh-CN" altLang="en-US" dirty="0"/>
              <a:t>、函数的说明文档的定义</a:t>
            </a:r>
            <a:endParaRPr lang="en-US" altLang="zh-CN" dirty="0"/>
          </a:p>
        </p:txBody>
      </p:sp>
      <p:sp>
        <p:nvSpPr>
          <p:cNvPr id="5" name="TextBox 3">
            <a:extLst>
              <a:ext uri="{FF2B5EF4-FFF2-40B4-BE49-F238E27FC236}">
                <a16:creationId xmlns:a16="http://schemas.microsoft.com/office/drawing/2014/main" id="{0C998B78-AB18-3C47-A1C7-25AE9A3A40B0}"/>
              </a:ext>
            </a:extLst>
          </p:cNvPr>
          <p:cNvSpPr txBox="1"/>
          <p:nvPr/>
        </p:nvSpPr>
        <p:spPr>
          <a:xfrm>
            <a:off x="752252" y="2232484"/>
            <a:ext cx="10666853" cy="954107"/>
          </a:xfrm>
          <a:prstGeom prst="rect">
            <a:avLst/>
          </a:prstGeom>
          <a:solidFill>
            <a:srgbClr val="FFFFE4"/>
          </a:solidFill>
          <a:ln w="3175">
            <a:solidFill>
              <a:srgbClr val="919191"/>
            </a:solidFill>
          </a:ln>
        </p:spPr>
        <p:txBody>
          <a:bodyPr wrap="square">
            <a:spAutoFit/>
          </a:bodyPr>
          <a:lstStyle/>
          <a:p>
            <a:r>
              <a:rPr lang="en-US" altLang="zh-CN" sz="1400" dirty="0" err="1">
                <a:latin typeface="阿里巴巴普惠体" panose="00020600040101010101" pitchFamily="18" charset="-122"/>
                <a:ea typeface="阿里巴巴普惠体" panose="00020600040101010101" pitchFamily="18" charset="-122"/>
                <a:cs typeface="阿里巴巴普惠体" panose="00020600040101010101" pitchFamily="18" charset="-122"/>
              </a:rPr>
              <a:t>def</a:t>
            </a:r>
            <a:r>
              <a:rPr lang="en-US"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 </a:t>
            </a:r>
            <a:r>
              <a:rPr lang="zh-CN" altLang="en-US"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函数名</a:t>
            </a:r>
            <a:r>
              <a:rPr lang="en-US"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a:t>
            </a:r>
            <a:r>
              <a:rPr lang="zh-CN" altLang="en-US"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参数</a:t>
            </a:r>
            <a:r>
              <a:rPr lang="en-US"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a:t>
            </a:r>
          </a:p>
          <a:p>
            <a:r>
              <a:rPr lang="en-US"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    """ </a:t>
            </a:r>
            <a:r>
              <a:rPr lang="zh-CN" altLang="en-US"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说明文档的位置 </a:t>
            </a:r>
            <a:r>
              <a:rPr lang="en-US"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a:t>
            </a:r>
          </a:p>
          <a:p>
            <a:r>
              <a:rPr lang="en-US"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    </a:t>
            </a:r>
            <a:r>
              <a:rPr lang="zh-CN" altLang="en-US"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代码</a:t>
            </a:r>
          </a:p>
          <a:p>
            <a:r>
              <a:rPr lang="zh-CN" altLang="en-US"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    </a:t>
            </a:r>
            <a:r>
              <a:rPr lang="en-US"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a:t>
            </a:r>
            <a:endParaRPr lang="en-US" altLang="zh-CN" sz="1400" dirty="0">
              <a:solidFill>
                <a:srgbClr val="B60206"/>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6" name="TextBox 3">
            <a:extLst>
              <a:ext uri="{FF2B5EF4-FFF2-40B4-BE49-F238E27FC236}">
                <a16:creationId xmlns:a16="http://schemas.microsoft.com/office/drawing/2014/main" id="{0C998B78-AB18-3C47-A1C7-25AE9A3A40B0}"/>
              </a:ext>
            </a:extLst>
          </p:cNvPr>
          <p:cNvSpPr txBox="1"/>
          <p:nvPr/>
        </p:nvSpPr>
        <p:spPr>
          <a:xfrm>
            <a:off x="752251" y="3772942"/>
            <a:ext cx="10666853" cy="307777"/>
          </a:xfrm>
          <a:prstGeom prst="rect">
            <a:avLst/>
          </a:prstGeom>
          <a:solidFill>
            <a:srgbClr val="FFFFE4"/>
          </a:solidFill>
          <a:ln w="3175">
            <a:solidFill>
              <a:srgbClr val="919191"/>
            </a:solidFill>
          </a:ln>
        </p:spPr>
        <p:txBody>
          <a:bodyPr wrap="square">
            <a:spAutoFit/>
          </a:bodyPr>
          <a:lstStyle/>
          <a:p>
            <a:r>
              <a:rPr lang="en-US"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help(</a:t>
            </a:r>
            <a:r>
              <a:rPr lang="zh-CN" altLang="en-US"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函数名</a:t>
            </a:r>
            <a:r>
              <a:rPr lang="en-US"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a:t>
            </a:r>
            <a:endParaRPr lang="en-US" altLang="zh-CN" sz="1400" dirty="0">
              <a:solidFill>
                <a:srgbClr val="B60206"/>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7" name="TextBox 3">
            <a:extLst>
              <a:ext uri="{FF2B5EF4-FFF2-40B4-BE49-F238E27FC236}">
                <a16:creationId xmlns:a16="http://schemas.microsoft.com/office/drawing/2014/main" id="{0C998B78-AB18-3C47-A1C7-25AE9A3A40B0}"/>
              </a:ext>
            </a:extLst>
          </p:cNvPr>
          <p:cNvSpPr txBox="1"/>
          <p:nvPr/>
        </p:nvSpPr>
        <p:spPr>
          <a:xfrm>
            <a:off x="710880" y="4727723"/>
            <a:ext cx="10666853" cy="1384995"/>
          </a:xfrm>
          <a:prstGeom prst="rect">
            <a:avLst/>
          </a:prstGeom>
          <a:solidFill>
            <a:srgbClr val="FFFFE4"/>
          </a:solidFill>
          <a:ln w="3175">
            <a:solidFill>
              <a:srgbClr val="919191"/>
            </a:solidFill>
          </a:ln>
        </p:spPr>
        <p:txBody>
          <a:bodyPr wrap="square">
            <a:spAutoFit/>
          </a:bodyPr>
          <a:lstStyle/>
          <a:p>
            <a:r>
              <a:rPr lang="en-US" altLang="zh-CN" sz="1400" dirty="0" err="1">
                <a:latin typeface="阿里巴巴普惠体" panose="00020600040101010101" pitchFamily="18" charset="-122"/>
                <a:ea typeface="阿里巴巴普惠体" panose="00020600040101010101" pitchFamily="18" charset="-122"/>
                <a:cs typeface="阿里巴巴普惠体" panose="00020600040101010101" pitchFamily="18" charset="-122"/>
              </a:rPr>
              <a:t>def</a:t>
            </a:r>
            <a:r>
              <a:rPr lang="en-US"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 </a:t>
            </a:r>
            <a:r>
              <a:rPr lang="en-US" altLang="zh-CN" sz="1400" dirty="0" err="1">
                <a:latin typeface="阿里巴巴普惠体" panose="00020600040101010101" pitchFamily="18" charset="-122"/>
                <a:ea typeface="阿里巴巴普惠体" panose="00020600040101010101" pitchFamily="18" charset="-122"/>
                <a:cs typeface="阿里巴巴普惠体" panose="00020600040101010101" pitchFamily="18" charset="-122"/>
              </a:rPr>
              <a:t>sum_num</a:t>
            </a:r>
            <a:r>
              <a:rPr lang="en-US"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(a, b):</a:t>
            </a:r>
          </a:p>
          <a:p>
            <a:r>
              <a:rPr lang="en-US"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    </a:t>
            </a:r>
            <a:r>
              <a:rPr lang="en-US" altLang="zh-CN" sz="1400" dirty="0">
                <a:solidFill>
                  <a:srgbClr val="B60206"/>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 </a:t>
            </a:r>
            <a:r>
              <a:rPr lang="zh-CN" altLang="en-US" sz="1400" dirty="0">
                <a:solidFill>
                  <a:srgbClr val="B60206"/>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求和函数 </a:t>
            </a:r>
            <a:r>
              <a:rPr lang="en-US" altLang="zh-CN" sz="1400" dirty="0">
                <a:solidFill>
                  <a:srgbClr val="B60206"/>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a:t>
            </a:r>
          </a:p>
          <a:p>
            <a:r>
              <a:rPr lang="en-US"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    return a + b</a:t>
            </a:r>
          </a:p>
          <a:p>
            <a:endParaRPr lang="en-US"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endParaRPr lang="en-US"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r>
              <a:rPr lang="en-US"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help(</a:t>
            </a:r>
            <a:r>
              <a:rPr lang="en-US" altLang="zh-CN" sz="1400" dirty="0" err="1">
                <a:latin typeface="阿里巴巴普惠体" panose="00020600040101010101" pitchFamily="18" charset="-122"/>
                <a:ea typeface="阿里巴巴普惠体" panose="00020600040101010101" pitchFamily="18" charset="-122"/>
                <a:cs typeface="阿里巴巴普惠体" panose="00020600040101010101" pitchFamily="18" charset="-122"/>
              </a:rPr>
              <a:t>sum_num</a:t>
            </a:r>
            <a:r>
              <a:rPr lang="en-US"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a:t>
            </a:r>
            <a:endParaRPr lang="en-US" altLang="zh-CN" sz="1400" dirty="0">
              <a:solidFill>
                <a:srgbClr val="B60206"/>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Tree>
    <p:extLst>
      <p:ext uri="{BB962C8B-B14F-4D97-AF65-F5344CB8AC3E}">
        <p14:creationId xmlns:p14="http://schemas.microsoft.com/office/powerpoint/2010/main" val="415545712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6DC7A42-DEB9-4846-9885-EF1F65B29AB4}"/>
              </a:ext>
            </a:extLst>
          </p:cNvPr>
          <p:cNvSpPr>
            <a:spLocks noGrp="1"/>
          </p:cNvSpPr>
          <p:nvPr>
            <p:ph type="title"/>
          </p:nvPr>
        </p:nvSpPr>
        <p:spPr/>
        <p:txBody>
          <a:bodyPr/>
          <a:lstStyle/>
          <a:p>
            <a:r>
              <a:rPr lang="zh-CN" altLang="en-US">
                <a:solidFill>
                  <a:schemeClr val="tx1">
                    <a:lumMod val="65000"/>
                    <a:lumOff val="35000"/>
                  </a:schemeClr>
                </a:solidFill>
              </a:rPr>
              <a:t>函数的嵌套</a:t>
            </a:r>
            <a:endParaRPr lang="en-US" altLang="zh-CN" dirty="0">
              <a:solidFill>
                <a:schemeClr val="tx1">
                  <a:lumMod val="65000"/>
                  <a:lumOff val="35000"/>
                </a:schemeClr>
              </a:solidFill>
            </a:endParaRPr>
          </a:p>
        </p:txBody>
      </p:sp>
      <p:sp>
        <p:nvSpPr>
          <p:cNvPr id="3" name="文本占位符 2">
            <a:extLst>
              <a:ext uri="{FF2B5EF4-FFF2-40B4-BE49-F238E27FC236}">
                <a16:creationId xmlns:a16="http://schemas.microsoft.com/office/drawing/2014/main" id="{DC0D98B5-82FB-804B-8565-7E31DD4B40B6}"/>
              </a:ext>
            </a:extLst>
          </p:cNvPr>
          <p:cNvSpPr>
            <a:spLocks noGrp="1"/>
          </p:cNvSpPr>
          <p:nvPr>
            <p:ph type="body" sz="quarter" idx="10"/>
          </p:nvPr>
        </p:nvSpPr>
        <p:spPr/>
        <p:txBody>
          <a:bodyPr/>
          <a:lstStyle/>
          <a:p>
            <a:r>
              <a:rPr kumimoji="1" lang="en-US" altLang="zh-CN" dirty="0"/>
              <a:t>03</a:t>
            </a:r>
            <a:endParaRPr kumimoji="1" lang="zh-CN" altLang="en-US" dirty="0"/>
          </a:p>
        </p:txBody>
      </p:sp>
    </p:spTree>
    <p:extLst>
      <p:ext uri="{BB962C8B-B14F-4D97-AF65-F5344CB8AC3E}">
        <p14:creationId xmlns:p14="http://schemas.microsoft.com/office/powerpoint/2010/main" val="362803031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1"/>
          </p:nvPr>
        </p:nvSpPr>
        <p:spPr/>
        <p:txBody>
          <a:bodyPr/>
          <a:lstStyle/>
          <a:p>
            <a:pPr marL="0" indent="0">
              <a:buNone/>
            </a:pPr>
            <a:r>
              <a:rPr lang="zh-CN" altLang="en-US" dirty="0"/>
              <a:t>所谓函数嵌套调用指的是</a:t>
            </a:r>
            <a:r>
              <a:rPr lang="zh-CN" altLang="en-US" dirty="0">
                <a:solidFill>
                  <a:srgbClr val="B60206"/>
                </a:solidFill>
              </a:rPr>
              <a:t>一个函数里面又调用了另外一个函数。</a:t>
            </a:r>
            <a:endParaRPr lang="en-US" altLang="zh-CN" dirty="0">
              <a:solidFill>
                <a:srgbClr val="B60206"/>
              </a:solidFill>
            </a:endParaRPr>
          </a:p>
          <a:p>
            <a:pPr marL="0" indent="0">
              <a:buNone/>
            </a:pPr>
            <a:endParaRPr lang="en-US" altLang="zh-CN" dirty="0">
              <a:solidFill>
                <a:srgbClr val="B60206"/>
              </a:solidFill>
            </a:endParaRPr>
          </a:p>
          <a:p>
            <a:pPr marL="0" indent="0">
              <a:buNone/>
            </a:pPr>
            <a:endParaRPr lang="en-US" altLang="zh-CN" dirty="0">
              <a:solidFill>
                <a:srgbClr val="B60206"/>
              </a:solidFill>
            </a:endParaRPr>
          </a:p>
          <a:p>
            <a:pPr marL="0" indent="0">
              <a:buNone/>
            </a:pPr>
            <a:endParaRPr lang="en-US" altLang="zh-CN" dirty="0">
              <a:solidFill>
                <a:srgbClr val="B60206"/>
              </a:solidFill>
            </a:endParaRPr>
          </a:p>
          <a:p>
            <a:pPr marL="0" indent="0">
              <a:buNone/>
            </a:pPr>
            <a:endParaRPr lang="en-US" altLang="zh-CN" dirty="0">
              <a:solidFill>
                <a:srgbClr val="B60206"/>
              </a:solidFill>
            </a:endParaRPr>
          </a:p>
          <a:p>
            <a:pPr marL="0" indent="0">
              <a:buNone/>
            </a:pPr>
            <a:endParaRPr lang="en-US" altLang="zh-CN" dirty="0">
              <a:solidFill>
                <a:srgbClr val="B60206"/>
              </a:solidFill>
            </a:endParaRPr>
          </a:p>
          <a:p>
            <a:pPr marL="0" indent="0">
              <a:buNone/>
            </a:pPr>
            <a:endParaRPr lang="en-US" altLang="zh-CN" dirty="0">
              <a:solidFill>
                <a:srgbClr val="B60206"/>
              </a:solidFill>
            </a:endParaRPr>
          </a:p>
          <a:p>
            <a:pPr marL="0" indent="0">
              <a:buNone/>
            </a:pPr>
            <a:r>
              <a:rPr lang="zh-CN" altLang="en-US" dirty="0">
                <a:solidFill>
                  <a:schemeClr val="tx1">
                    <a:lumMod val="75000"/>
                    <a:lumOff val="25000"/>
                  </a:schemeClr>
                </a:solidFill>
              </a:rPr>
              <a:t>执行效果：</a:t>
            </a:r>
            <a:endParaRPr lang="en-US" altLang="zh-CN" dirty="0">
              <a:solidFill>
                <a:schemeClr val="tx1">
                  <a:lumMod val="75000"/>
                  <a:lumOff val="25000"/>
                </a:schemeClr>
              </a:solidFill>
            </a:endParaRPr>
          </a:p>
        </p:txBody>
      </p:sp>
      <p:sp>
        <p:nvSpPr>
          <p:cNvPr id="3" name="标题 2"/>
          <p:cNvSpPr>
            <a:spLocks noGrp="1"/>
          </p:cNvSpPr>
          <p:nvPr>
            <p:ph type="title"/>
          </p:nvPr>
        </p:nvSpPr>
        <p:spPr/>
        <p:txBody>
          <a:bodyPr/>
          <a:lstStyle/>
          <a:p>
            <a:r>
              <a:rPr lang="zh-CN" altLang="en-US" dirty="0"/>
              <a:t>函数的嵌套</a:t>
            </a:r>
          </a:p>
        </p:txBody>
      </p:sp>
      <p:sp>
        <p:nvSpPr>
          <p:cNvPr id="4" name="文本占位符 3"/>
          <p:cNvSpPr>
            <a:spLocks noGrp="1"/>
          </p:cNvSpPr>
          <p:nvPr>
            <p:ph type="body" sz="quarter" idx="10"/>
          </p:nvPr>
        </p:nvSpPr>
        <p:spPr/>
        <p:txBody>
          <a:bodyPr/>
          <a:lstStyle/>
          <a:p>
            <a:r>
              <a:rPr lang="en-US" altLang="zh-CN" dirty="0"/>
              <a:t>1</a:t>
            </a:r>
            <a:r>
              <a:rPr lang="zh-CN" altLang="en-US" dirty="0"/>
              <a:t>、什么是函数的嵌套</a:t>
            </a:r>
            <a:endParaRPr lang="en-US" altLang="zh-CN" dirty="0"/>
          </a:p>
        </p:txBody>
      </p:sp>
      <p:sp>
        <p:nvSpPr>
          <p:cNvPr id="5" name="TextBox 3">
            <a:extLst>
              <a:ext uri="{FF2B5EF4-FFF2-40B4-BE49-F238E27FC236}">
                <a16:creationId xmlns:a16="http://schemas.microsoft.com/office/drawing/2014/main" id="{0C998B78-AB18-3C47-A1C7-25AE9A3A40B0}"/>
              </a:ext>
            </a:extLst>
          </p:cNvPr>
          <p:cNvSpPr txBox="1"/>
          <p:nvPr/>
        </p:nvSpPr>
        <p:spPr>
          <a:xfrm>
            <a:off x="752252" y="2097730"/>
            <a:ext cx="10666853" cy="2462213"/>
          </a:xfrm>
          <a:prstGeom prst="rect">
            <a:avLst/>
          </a:prstGeom>
          <a:solidFill>
            <a:srgbClr val="FFFFE4"/>
          </a:solidFill>
          <a:ln w="3175">
            <a:solidFill>
              <a:srgbClr val="919191"/>
            </a:solidFill>
          </a:ln>
        </p:spPr>
        <p:txBody>
          <a:bodyPr wrap="square">
            <a:spAutoFit/>
          </a:bodyPr>
          <a:lstStyle/>
          <a:p>
            <a:r>
              <a:rPr lang="en-US" altLang="zh-CN" sz="1400" dirty="0" err="1">
                <a:latin typeface="阿里巴巴普惠体" panose="00020600040101010101" pitchFamily="18" charset="-122"/>
                <a:ea typeface="阿里巴巴普惠体" panose="00020600040101010101" pitchFamily="18" charset="-122"/>
                <a:cs typeface="阿里巴巴普惠体" panose="00020600040101010101" pitchFamily="18" charset="-122"/>
              </a:rPr>
              <a:t>def</a:t>
            </a:r>
            <a:r>
              <a:rPr lang="en-US"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 </a:t>
            </a:r>
            <a:r>
              <a:rPr lang="en-US" altLang="zh-CN" sz="1400" dirty="0" err="1">
                <a:latin typeface="阿里巴巴普惠体" panose="00020600040101010101" pitchFamily="18" charset="-122"/>
                <a:ea typeface="阿里巴巴普惠体" panose="00020600040101010101" pitchFamily="18" charset="-122"/>
                <a:cs typeface="阿里巴巴普惠体" panose="00020600040101010101" pitchFamily="18" charset="-122"/>
              </a:rPr>
              <a:t>testB</a:t>
            </a:r>
            <a:r>
              <a:rPr lang="en-US"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a:t>
            </a:r>
          </a:p>
          <a:p>
            <a:r>
              <a:rPr lang="en-US"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    print('---- </a:t>
            </a:r>
            <a:r>
              <a:rPr lang="en-US" altLang="zh-CN" sz="1400" dirty="0" err="1">
                <a:latin typeface="阿里巴巴普惠体" panose="00020600040101010101" pitchFamily="18" charset="-122"/>
                <a:ea typeface="阿里巴巴普惠体" panose="00020600040101010101" pitchFamily="18" charset="-122"/>
                <a:cs typeface="阿里巴巴普惠体" panose="00020600040101010101" pitchFamily="18" charset="-122"/>
              </a:rPr>
              <a:t>testB</a:t>
            </a:r>
            <a:r>
              <a:rPr lang="en-US"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 start----')</a:t>
            </a:r>
          </a:p>
          <a:p>
            <a:r>
              <a:rPr lang="en-US"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    print('</a:t>
            </a:r>
            <a:r>
              <a:rPr lang="zh-CN" altLang="en-US"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这里是</a:t>
            </a:r>
            <a:r>
              <a:rPr lang="en-US" altLang="zh-CN" sz="1400" dirty="0" err="1">
                <a:latin typeface="阿里巴巴普惠体" panose="00020600040101010101" pitchFamily="18" charset="-122"/>
                <a:ea typeface="阿里巴巴普惠体" panose="00020600040101010101" pitchFamily="18" charset="-122"/>
                <a:cs typeface="阿里巴巴普惠体" panose="00020600040101010101" pitchFamily="18" charset="-122"/>
              </a:rPr>
              <a:t>testB</a:t>
            </a:r>
            <a:r>
              <a:rPr lang="zh-CN" altLang="en-US"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函数执行的代码</a:t>
            </a:r>
            <a:r>
              <a:rPr lang="en-US"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a:t>
            </a:r>
            <a:r>
              <a:rPr lang="zh-CN" altLang="en-US"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省略</a:t>
            </a:r>
            <a:r>
              <a:rPr lang="en-US"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a:t>
            </a:r>
          </a:p>
          <a:p>
            <a:r>
              <a:rPr lang="en-US"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    print('---- </a:t>
            </a:r>
            <a:r>
              <a:rPr lang="en-US" altLang="zh-CN" sz="1400" dirty="0" err="1">
                <a:latin typeface="阿里巴巴普惠体" panose="00020600040101010101" pitchFamily="18" charset="-122"/>
                <a:ea typeface="阿里巴巴普惠体" panose="00020600040101010101" pitchFamily="18" charset="-122"/>
                <a:cs typeface="阿里巴巴普惠体" panose="00020600040101010101" pitchFamily="18" charset="-122"/>
              </a:rPr>
              <a:t>testB</a:t>
            </a:r>
            <a:r>
              <a:rPr lang="en-US"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 end----')</a:t>
            </a:r>
          </a:p>
          <a:p>
            <a:endParaRPr lang="en-US"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r>
              <a:rPr lang="en-US" altLang="zh-CN" sz="1400" dirty="0" err="1">
                <a:latin typeface="阿里巴巴普惠体" panose="00020600040101010101" pitchFamily="18" charset="-122"/>
                <a:ea typeface="阿里巴巴普惠体" panose="00020600040101010101" pitchFamily="18" charset="-122"/>
                <a:cs typeface="阿里巴巴普惠体" panose="00020600040101010101" pitchFamily="18" charset="-122"/>
              </a:rPr>
              <a:t>def</a:t>
            </a:r>
            <a:r>
              <a:rPr lang="en-US"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 </a:t>
            </a:r>
            <a:r>
              <a:rPr lang="en-US" altLang="zh-CN" sz="1400" dirty="0" err="1">
                <a:latin typeface="阿里巴巴普惠体" panose="00020600040101010101" pitchFamily="18" charset="-122"/>
                <a:ea typeface="阿里巴巴普惠体" panose="00020600040101010101" pitchFamily="18" charset="-122"/>
                <a:cs typeface="阿里巴巴普惠体" panose="00020600040101010101" pitchFamily="18" charset="-122"/>
              </a:rPr>
              <a:t>testA</a:t>
            </a:r>
            <a:r>
              <a:rPr lang="en-US"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a:t>
            </a:r>
          </a:p>
          <a:p>
            <a:r>
              <a:rPr lang="en-US"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    print('---- </a:t>
            </a:r>
            <a:r>
              <a:rPr lang="en-US" altLang="zh-CN" sz="1400" dirty="0" err="1">
                <a:latin typeface="阿里巴巴普惠体" panose="00020600040101010101" pitchFamily="18" charset="-122"/>
                <a:ea typeface="阿里巴巴普惠体" panose="00020600040101010101" pitchFamily="18" charset="-122"/>
                <a:cs typeface="阿里巴巴普惠体" panose="00020600040101010101" pitchFamily="18" charset="-122"/>
              </a:rPr>
              <a:t>testA</a:t>
            </a:r>
            <a:r>
              <a:rPr lang="en-US"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 start----')</a:t>
            </a:r>
          </a:p>
          <a:p>
            <a:r>
              <a:rPr lang="en-US"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    </a:t>
            </a:r>
            <a:r>
              <a:rPr lang="en-US" altLang="zh-CN" sz="1400" dirty="0" err="1">
                <a:latin typeface="阿里巴巴普惠体" panose="00020600040101010101" pitchFamily="18" charset="-122"/>
                <a:ea typeface="阿里巴巴普惠体" panose="00020600040101010101" pitchFamily="18" charset="-122"/>
                <a:cs typeface="阿里巴巴普惠体" panose="00020600040101010101" pitchFamily="18" charset="-122"/>
              </a:rPr>
              <a:t>testB</a:t>
            </a:r>
            <a:r>
              <a:rPr lang="en-US"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a:t>
            </a:r>
          </a:p>
          <a:p>
            <a:r>
              <a:rPr lang="en-US"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    print('---- </a:t>
            </a:r>
            <a:r>
              <a:rPr lang="en-US" altLang="zh-CN" sz="1400" dirty="0" err="1">
                <a:latin typeface="阿里巴巴普惠体" panose="00020600040101010101" pitchFamily="18" charset="-122"/>
                <a:ea typeface="阿里巴巴普惠体" panose="00020600040101010101" pitchFamily="18" charset="-122"/>
                <a:cs typeface="阿里巴巴普惠体" panose="00020600040101010101" pitchFamily="18" charset="-122"/>
              </a:rPr>
              <a:t>testA</a:t>
            </a:r>
            <a:r>
              <a:rPr lang="en-US"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 end----')</a:t>
            </a:r>
          </a:p>
          <a:p>
            <a:endParaRPr lang="en-US"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r>
              <a:rPr lang="en-US" altLang="zh-CN" sz="1400" dirty="0" err="1">
                <a:latin typeface="阿里巴巴普惠体" panose="00020600040101010101" pitchFamily="18" charset="-122"/>
                <a:ea typeface="阿里巴巴普惠体" panose="00020600040101010101" pitchFamily="18" charset="-122"/>
                <a:cs typeface="阿里巴巴普惠体" panose="00020600040101010101" pitchFamily="18" charset="-122"/>
              </a:rPr>
              <a:t>testA</a:t>
            </a:r>
            <a:r>
              <a:rPr lang="en-US"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a:t>
            </a:r>
            <a:endParaRPr lang="en-US" altLang="zh-CN" sz="1400" dirty="0">
              <a:solidFill>
                <a:srgbClr val="B60206"/>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pic>
        <p:nvPicPr>
          <p:cNvPr id="8" name="图片 7"/>
          <p:cNvPicPr>
            <a:picLocks noChangeAspect="1"/>
          </p:cNvPicPr>
          <p:nvPr/>
        </p:nvPicPr>
        <p:blipFill>
          <a:blip r:embed="rId3"/>
          <a:stretch>
            <a:fillRect/>
          </a:stretch>
        </p:blipFill>
        <p:spPr>
          <a:xfrm>
            <a:off x="752252" y="4984731"/>
            <a:ext cx="8141491" cy="1685575"/>
          </a:xfrm>
          <a:prstGeom prst="rect">
            <a:avLst/>
          </a:prstGeom>
        </p:spPr>
      </p:pic>
    </p:spTree>
    <p:extLst>
      <p:ext uri="{BB962C8B-B14F-4D97-AF65-F5344CB8AC3E}">
        <p14:creationId xmlns:p14="http://schemas.microsoft.com/office/powerpoint/2010/main" val="134665343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函数的嵌套</a:t>
            </a:r>
          </a:p>
        </p:txBody>
      </p:sp>
      <p:sp>
        <p:nvSpPr>
          <p:cNvPr id="4" name="文本占位符 3"/>
          <p:cNvSpPr>
            <a:spLocks noGrp="1"/>
          </p:cNvSpPr>
          <p:nvPr>
            <p:ph type="body" sz="quarter" idx="10"/>
          </p:nvPr>
        </p:nvSpPr>
        <p:spPr/>
        <p:txBody>
          <a:bodyPr/>
          <a:lstStyle/>
          <a:p>
            <a:r>
              <a:rPr lang="en-US" altLang="zh-CN" dirty="0"/>
              <a:t>2</a:t>
            </a:r>
            <a:r>
              <a:rPr lang="zh-CN" altLang="en-US" dirty="0"/>
              <a:t>、执行过程</a:t>
            </a:r>
            <a:endParaRPr lang="en-US" altLang="zh-CN" dirty="0"/>
          </a:p>
        </p:txBody>
      </p:sp>
      <p:pic>
        <p:nvPicPr>
          <p:cNvPr id="6" name="图片 5"/>
          <p:cNvPicPr>
            <a:picLocks noChangeAspect="1"/>
          </p:cNvPicPr>
          <p:nvPr/>
        </p:nvPicPr>
        <p:blipFill>
          <a:blip r:embed="rId3"/>
          <a:stretch>
            <a:fillRect/>
          </a:stretch>
        </p:blipFill>
        <p:spPr>
          <a:xfrm>
            <a:off x="1460741" y="1635973"/>
            <a:ext cx="8876792" cy="4476069"/>
          </a:xfrm>
          <a:prstGeom prst="rect">
            <a:avLst/>
          </a:prstGeom>
        </p:spPr>
      </p:pic>
      <p:sp>
        <p:nvSpPr>
          <p:cNvPr id="9" name="文本占位符 1"/>
          <p:cNvSpPr>
            <a:spLocks noGrp="1"/>
          </p:cNvSpPr>
          <p:nvPr>
            <p:ph type="body" sz="quarter" idx="11"/>
          </p:nvPr>
        </p:nvSpPr>
        <p:spPr>
          <a:xfrm>
            <a:off x="710881" y="1646133"/>
            <a:ext cx="10749598" cy="5004924"/>
          </a:xfrm>
        </p:spPr>
        <p:txBody>
          <a:bodyPr/>
          <a:lstStyle/>
          <a:p>
            <a:pPr marL="0" indent="0">
              <a:buNone/>
            </a:pPr>
            <a:endParaRPr lang="en-US" altLang="zh-CN" dirty="0">
              <a:solidFill>
                <a:schemeClr val="tx1">
                  <a:lumMod val="75000"/>
                  <a:lumOff val="25000"/>
                </a:schemeClr>
              </a:solidFill>
            </a:endParaRPr>
          </a:p>
          <a:p>
            <a:pPr marL="0" indent="0">
              <a:buNone/>
            </a:pPr>
            <a:endParaRPr lang="en-US" altLang="zh-CN" dirty="0">
              <a:solidFill>
                <a:schemeClr val="tx1">
                  <a:lumMod val="75000"/>
                  <a:lumOff val="25000"/>
                </a:schemeClr>
              </a:solidFill>
            </a:endParaRPr>
          </a:p>
          <a:p>
            <a:pPr marL="0" indent="0">
              <a:buNone/>
            </a:pPr>
            <a:endParaRPr lang="en-US" altLang="zh-CN" dirty="0">
              <a:solidFill>
                <a:schemeClr val="tx1">
                  <a:lumMod val="75000"/>
                  <a:lumOff val="25000"/>
                </a:schemeClr>
              </a:solidFill>
            </a:endParaRPr>
          </a:p>
          <a:p>
            <a:pPr marL="0" indent="0">
              <a:buNone/>
            </a:pPr>
            <a:endParaRPr lang="en-US" altLang="zh-CN" dirty="0">
              <a:solidFill>
                <a:schemeClr val="tx1">
                  <a:lumMod val="75000"/>
                  <a:lumOff val="25000"/>
                </a:schemeClr>
              </a:solidFill>
            </a:endParaRPr>
          </a:p>
          <a:p>
            <a:pPr marL="0" indent="0">
              <a:buNone/>
            </a:pPr>
            <a:endParaRPr lang="en-US" altLang="zh-CN" dirty="0">
              <a:solidFill>
                <a:schemeClr val="tx1">
                  <a:lumMod val="75000"/>
                  <a:lumOff val="25000"/>
                </a:schemeClr>
              </a:solidFill>
            </a:endParaRPr>
          </a:p>
          <a:p>
            <a:pPr marL="0" indent="0">
              <a:buNone/>
            </a:pPr>
            <a:endParaRPr lang="en-US" altLang="zh-CN" dirty="0">
              <a:solidFill>
                <a:schemeClr val="tx1">
                  <a:lumMod val="75000"/>
                  <a:lumOff val="25000"/>
                </a:schemeClr>
              </a:solidFill>
            </a:endParaRPr>
          </a:p>
          <a:p>
            <a:pPr marL="0" indent="0">
              <a:buNone/>
            </a:pPr>
            <a:endParaRPr lang="en-US" altLang="zh-CN" dirty="0">
              <a:solidFill>
                <a:schemeClr val="tx1">
                  <a:lumMod val="75000"/>
                  <a:lumOff val="25000"/>
                </a:schemeClr>
              </a:solidFill>
            </a:endParaRPr>
          </a:p>
          <a:p>
            <a:pPr marL="0" indent="0">
              <a:buNone/>
            </a:pPr>
            <a:endParaRPr lang="en-US" altLang="zh-CN" dirty="0">
              <a:solidFill>
                <a:schemeClr val="tx1">
                  <a:lumMod val="75000"/>
                  <a:lumOff val="25000"/>
                </a:schemeClr>
              </a:solidFill>
            </a:endParaRPr>
          </a:p>
          <a:p>
            <a:pPr marL="0" indent="0">
              <a:buNone/>
            </a:pPr>
            <a:endParaRPr lang="en-US" altLang="zh-CN" dirty="0">
              <a:solidFill>
                <a:schemeClr val="tx1">
                  <a:lumMod val="75000"/>
                  <a:lumOff val="25000"/>
                </a:schemeClr>
              </a:solidFill>
            </a:endParaRPr>
          </a:p>
          <a:p>
            <a:pPr marL="0" indent="0">
              <a:buNone/>
            </a:pPr>
            <a:endParaRPr lang="en-US" altLang="zh-CN" dirty="0">
              <a:solidFill>
                <a:schemeClr val="tx1">
                  <a:lumMod val="75000"/>
                  <a:lumOff val="25000"/>
                </a:schemeClr>
              </a:solidFill>
            </a:endParaRPr>
          </a:p>
          <a:p>
            <a:pPr marL="0" indent="0">
              <a:buNone/>
            </a:pPr>
            <a:endParaRPr lang="en-US" altLang="zh-CN" dirty="0">
              <a:solidFill>
                <a:schemeClr val="tx1">
                  <a:lumMod val="75000"/>
                  <a:lumOff val="25000"/>
                </a:schemeClr>
              </a:solidFill>
            </a:endParaRPr>
          </a:p>
          <a:p>
            <a:pPr marL="0" indent="0">
              <a:buNone/>
            </a:pPr>
            <a:r>
              <a:rPr lang="zh-CN" altLang="en-US" dirty="0">
                <a:solidFill>
                  <a:schemeClr val="tx1">
                    <a:lumMod val="75000"/>
                    <a:lumOff val="25000"/>
                  </a:schemeClr>
                </a:solidFill>
              </a:rPr>
              <a:t>如果函数</a:t>
            </a:r>
            <a:r>
              <a:rPr lang="en-US" altLang="zh-CN" dirty="0">
                <a:solidFill>
                  <a:schemeClr val="tx1">
                    <a:lumMod val="75000"/>
                    <a:lumOff val="25000"/>
                  </a:schemeClr>
                </a:solidFill>
              </a:rPr>
              <a:t>A</a:t>
            </a:r>
            <a:r>
              <a:rPr lang="zh-CN" altLang="en-US" dirty="0">
                <a:solidFill>
                  <a:schemeClr val="tx1">
                    <a:lumMod val="75000"/>
                    <a:lumOff val="25000"/>
                  </a:schemeClr>
                </a:solidFill>
              </a:rPr>
              <a:t>中，调用了另外一个函数</a:t>
            </a:r>
            <a:r>
              <a:rPr lang="en-US" altLang="zh-CN" dirty="0">
                <a:solidFill>
                  <a:schemeClr val="tx1">
                    <a:lumMod val="75000"/>
                    <a:lumOff val="25000"/>
                  </a:schemeClr>
                </a:solidFill>
              </a:rPr>
              <a:t>B</a:t>
            </a:r>
            <a:r>
              <a:rPr lang="zh-CN" altLang="en-US" dirty="0">
                <a:solidFill>
                  <a:schemeClr val="tx1">
                    <a:lumMod val="75000"/>
                    <a:lumOff val="25000"/>
                  </a:schemeClr>
                </a:solidFill>
              </a:rPr>
              <a:t>，那么</a:t>
            </a:r>
            <a:r>
              <a:rPr lang="zh-CN" altLang="en-US" dirty="0">
                <a:solidFill>
                  <a:srgbClr val="B60206"/>
                </a:solidFill>
              </a:rPr>
              <a:t>先把函数</a:t>
            </a:r>
            <a:r>
              <a:rPr lang="en-US" altLang="zh-CN" dirty="0">
                <a:solidFill>
                  <a:srgbClr val="B60206"/>
                </a:solidFill>
              </a:rPr>
              <a:t>B</a:t>
            </a:r>
            <a:r>
              <a:rPr lang="zh-CN" altLang="en-US" dirty="0">
                <a:solidFill>
                  <a:srgbClr val="B60206"/>
                </a:solidFill>
              </a:rPr>
              <a:t>中的任务都执行完毕之后才会回到上次 函数</a:t>
            </a:r>
            <a:r>
              <a:rPr lang="en-US" altLang="zh-CN" dirty="0">
                <a:solidFill>
                  <a:srgbClr val="B60206"/>
                </a:solidFill>
              </a:rPr>
              <a:t>A</a:t>
            </a:r>
            <a:r>
              <a:rPr lang="zh-CN" altLang="en-US" dirty="0">
                <a:solidFill>
                  <a:srgbClr val="B60206"/>
                </a:solidFill>
              </a:rPr>
              <a:t>执行的位置</a:t>
            </a:r>
            <a:r>
              <a:rPr lang="zh-CN" altLang="en-US" dirty="0">
                <a:solidFill>
                  <a:schemeClr val="tx1">
                    <a:lumMod val="75000"/>
                    <a:lumOff val="25000"/>
                  </a:schemeClr>
                </a:solidFill>
              </a:rPr>
              <a:t>。</a:t>
            </a:r>
            <a:endParaRPr lang="en-US" altLang="zh-CN" dirty="0">
              <a:solidFill>
                <a:schemeClr val="tx1">
                  <a:lumMod val="75000"/>
                  <a:lumOff val="25000"/>
                </a:schemeClr>
              </a:solidFill>
            </a:endParaRPr>
          </a:p>
        </p:txBody>
      </p:sp>
    </p:spTree>
    <p:extLst>
      <p:ext uri="{BB962C8B-B14F-4D97-AF65-F5344CB8AC3E}">
        <p14:creationId xmlns:p14="http://schemas.microsoft.com/office/powerpoint/2010/main" val="74431289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6DC7A42-DEB9-4846-9885-EF1F65B29AB4}"/>
              </a:ext>
            </a:extLst>
          </p:cNvPr>
          <p:cNvSpPr>
            <a:spLocks noGrp="1"/>
          </p:cNvSpPr>
          <p:nvPr>
            <p:ph type="title"/>
          </p:nvPr>
        </p:nvSpPr>
        <p:spPr/>
        <p:txBody>
          <a:bodyPr/>
          <a:lstStyle/>
          <a:p>
            <a:r>
              <a:rPr lang="zh-CN" altLang="en-US" dirty="0">
                <a:solidFill>
                  <a:schemeClr val="tx1">
                    <a:lumMod val="65000"/>
                    <a:lumOff val="35000"/>
                  </a:schemeClr>
                </a:solidFill>
              </a:rPr>
              <a:t>函数应用案例</a:t>
            </a:r>
            <a:endParaRPr lang="en-US" altLang="zh-CN" dirty="0">
              <a:solidFill>
                <a:schemeClr val="tx1">
                  <a:lumMod val="65000"/>
                  <a:lumOff val="35000"/>
                </a:schemeClr>
              </a:solidFill>
            </a:endParaRPr>
          </a:p>
        </p:txBody>
      </p:sp>
      <p:sp>
        <p:nvSpPr>
          <p:cNvPr id="3" name="文本占位符 2">
            <a:extLst>
              <a:ext uri="{FF2B5EF4-FFF2-40B4-BE49-F238E27FC236}">
                <a16:creationId xmlns:a16="http://schemas.microsoft.com/office/drawing/2014/main" id="{DC0D98B5-82FB-804B-8565-7E31DD4B40B6}"/>
              </a:ext>
            </a:extLst>
          </p:cNvPr>
          <p:cNvSpPr>
            <a:spLocks noGrp="1"/>
          </p:cNvSpPr>
          <p:nvPr>
            <p:ph type="body" sz="quarter" idx="10"/>
          </p:nvPr>
        </p:nvSpPr>
        <p:spPr/>
        <p:txBody>
          <a:bodyPr/>
          <a:lstStyle/>
          <a:p>
            <a:r>
              <a:rPr kumimoji="1" lang="en-US" altLang="zh-CN" dirty="0"/>
              <a:t>04</a:t>
            </a:r>
            <a:endParaRPr kumimoji="1" lang="zh-CN" altLang="en-US" dirty="0"/>
          </a:p>
        </p:txBody>
      </p:sp>
    </p:spTree>
    <p:extLst>
      <p:ext uri="{BB962C8B-B14F-4D97-AF65-F5344CB8AC3E}">
        <p14:creationId xmlns:p14="http://schemas.microsoft.com/office/powerpoint/2010/main" val="180769963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函数应用案例</a:t>
            </a:r>
          </a:p>
        </p:txBody>
      </p:sp>
      <p:sp>
        <p:nvSpPr>
          <p:cNvPr id="4" name="文本占位符 3"/>
          <p:cNvSpPr>
            <a:spLocks noGrp="1"/>
          </p:cNvSpPr>
          <p:nvPr>
            <p:ph type="body" sz="quarter" idx="10"/>
          </p:nvPr>
        </p:nvSpPr>
        <p:spPr/>
        <p:txBody>
          <a:bodyPr/>
          <a:lstStyle/>
          <a:p>
            <a:r>
              <a:rPr lang="en-US" altLang="zh-CN" dirty="0"/>
              <a:t>1</a:t>
            </a:r>
            <a:r>
              <a:rPr lang="zh-CN" altLang="en-US" dirty="0"/>
              <a:t>、函数计算</a:t>
            </a:r>
            <a:endParaRPr lang="en-US" altLang="zh-CN" dirty="0"/>
          </a:p>
        </p:txBody>
      </p:sp>
      <p:sp>
        <p:nvSpPr>
          <p:cNvPr id="9" name="文本占位符 1"/>
          <p:cNvSpPr>
            <a:spLocks noGrp="1"/>
          </p:cNvSpPr>
          <p:nvPr>
            <p:ph type="body" sz="quarter" idx="11"/>
          </p:nvPr>
        </p:nvSpPr>
        <p:spPr>
          <a:xfrm>
            <a:off x="710881" y="1635973"/>
            <a:ext cx="10749598" cy="5004924"/>
          </a:xfrm>
        </p:spPr>
        <p:txBody>
          <a:bodyPr/>
          <a:lstStyle/>
          <a:p>
            <a:pPr marL="0" indent="0">
              <a:buNone/>
            </a:pPr>
            <a:r>
              <a:rPr lang="zh-CN" altLang="en-US" dirty="0">
                <a:solidFill>
                  <a:schemeClr val="tx1">
                    <a:lumMod val="75000"/>
                    <a:lumOff val="25000"/>
                  </a:schemeClr>
                </a:solidFill>
              </a:rPr>
              <a:t>☆ 求三个数的和</a:t>
            </a:r>
            <a:endParaRPr lang="en-US" altLang="zh-CN" dirty="0">
              <a:solidFill>
                <a:schemeClr val="tx1">
                  <a:lumMod val="75000"/>
                  <a:lumOff val="25000"/>
                </a:schemeClr>
              </a:solidFill>
            </a:endParaRPr>
          </a:p>
          <a:p>
            <a:pPr marL="0" indent="0">
              <a:buNone/>
            </a:pPr>
            <a:endParaRPr lang="en-US" altLang="zh-CN" dirty="0">
              <a:solidFill>
                <a:schemeClr val="tx1">
                  <a:lumMod val="75000"/>
                  <a:lumOff val="25000"/>
                </a:schemeClr>
              </a:solidFill>
            </a:endParaRPr>
          </a:p>
          <a:p>
            <a:pPr marL="0" indent="0">
              <a:buNone/>
            </a:pPr>
            <a:endParaRPr lang="en-US" altLang="zh-CN" dirty="0">
              <a:solidFill>
                <a:schemeClr val="tx1">
                  <a:lumMod val="75000"/>
                  <a:lumOff val="25000"/>
                </a:schemeClr>
              </a:solidFill>
            </a:endParaRPr>
          </a:p>
          <a:p>
            <a:pPr marL="0" indent="0">
              <a:buNone/>
            </a:pPr>
            <a:endParaRPr lang="en-US" altLang="zh-CN" dirty="0">
              <a:solidFill>
                <a:schemeClr val="tx1">
                  <a:lumMod val="75000"/>
                  <a:lumOff val="25000"/>
                </a:schemeClr>
              </a:solidFill>
            </a:endParaRPr>
          </a:p>
          <a:p>
            <a:pPr marL="0" indent="0">
              <a:buNone/>
            </a:pPr>
            <a:endParaRPr lang="en-US" altLang="zh-CN" dirty="0">
              <a:solidFill>
                <a:schemeClr val="tx1">
                  <a:lumMod val="75000"/>
                  <a:lumOff val="25000"/>
                </a:schemeClr>
              </a:solidFill>
            </a:endParaRPr>
          </a:p>
          <a:p>
            <a:pPr marL="0" indent="0">
              <a:buNone/>
            </a:pPr>
            <a:r>
              <a:rPr lang="zh-CN" altLang="en-US" dirty="0">
                <a:solidFill>
                  <a:schemeClr val="tx1">
                    <a:lumMod val="75000"/>
                    <a:lumOff val="25000"/>
                  </a:schemeClr>
                </a:solidFill>
              </a:rPr>
              <a:t>☆ 求三个数的平均值</a:t>
            </a:r>
            <a:endParaRPr lang="en-US" altLang="zh-CN" dirty="0">
              <a:solidFill>
                <a:schemeClr val="tx1">
                  <a:lumMod val="75000"/>
                  <a:lumOff val="25000"/>
                </a:schemeClr>
              </a:solidFill>
            </a:endParaRPr>
          </a:p>
        </p:txBody>
      </p:sp>
      <p:sp>
        <p:nvSpPr>
          <p:cNvPr id="5" name="TextBox 3">
            <a:extLst>
              <a:ext uri="{FF2B5EF4-FFF2-40B4-BE49-F238E27FC236}">
                <a16:creationId xmlns:a16="http://schemas.microsoft.com/office/drawing/2014/main" id="{0C998B78-AB18-3C47-A1C7-25AE9A3A40B0}"/>
              </a:ext>
            </a:extLst>
          </p:cNvPr>
          <p:cNvSpPr txBox="1"/>
          <p:nvPr/>
        </p:nvSpPr>
        <p:spPr>
          <a:xfrm>
            <a:off x="752252" y="2097730"/>
            <a:ext cx="10666853" cy="1384995"/>
          </a:xfrm>
          <a:prstGeom prst="rect">
            <a:avLst/>
          </a:prstGeom>
          <a:solidFill>
            <a:srgbClr val="FFFFE4"/>
          </a:solidFill>
          <a:ln w="3175">
            <a:solidFill>
              <a:srgbClr val="919191"/>
            </a:solidFill>
          </a:ln>
        </p:spPr>
        <p:txBody>
          <a:bodyPr wrap="square">
            <a:spAutoFit/>
          </a:bodyPr>
          <a:lstStyle/>
          <a:p>
            <a:r>
              <a:rPr lang="pt-BR"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def sum_num(a, b, c):</a:t>
            </a:r>
          </a:p>
          <a:p>
            <a:r>
              <a:rPr lang="pt-BR"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    return a + b + c</a:t>
            </a:r>
          </a:p>
          <a:p>
            <a:endParaRPr lang="pt-BR"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endParaRPr lang="pt-BR"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r>
              <a:rPr lang="pt-BR"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result = sum_num(1, 2, 3)</a:t>
            </a:r>
          </a:p>
          <a:p>
            <a:r>
              <a:rPr lang="pt-BR"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print(result)  # 6</a:t>
            </a:r>
            <a:endParaRPr lang="en-US" altLang="zh-CN" sz="1400" dirty="0">
              <a:solidFill>
                <a:srgbClr val="B60206"/>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6" name="TextBox 3">
            <a:extLst>
              <a:ext uri="{FF2B5EF4-FFF2-40B4-BE49-F238E27FC236}">
                <a16:creationId xmlns:a16="http://schemas.microsoft.com/office/drawing/2014/main" id="{0C998B78-AB18-3C47-A1C7-25AE9A3A40B0}"/>
              </a:ext>
            </a:extLst>
          </p:cNvPr>
          <p:cNvSpPr txBox="1"/>
          <p:nvPr/>
        </p:nvSpPr>
        <p:spPr>
          <a:xfrm>
            <a:off x="710880" y="4138435"/>
            <a:ext cx="10666853" cy="1384995"/>
          </a:xfrm>
          <a:prstGeom prst="rect">
            <a:avLst/>
          </a:prstGeom>
          <a:solidFill>
            <a:srgbClr val="FFFFE4"/>
          </a:solidFill>
          <a:ln w="3175">
            <a:solidFill>
              <a:srgbClr val="919191"/>
            </a:solidFill>
          </a:ln>
        </p:spPr>
        <p:txBody>
          <a:bodyPr wrap="square">
            <a:spAutoFit/>
          </a:bodyPr>
          <a:lstStyle/>
          <a:p>
            <a:r>
              <a:rPr lang="pt-BR"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def average_num(a, b, c):</a:t>
            </a:r>
          </a:p>
          <a:p>
            <a:r>
              <a:rPr lang="pt-BR"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    sumResult = sum_num(a, b, c)</a:t>
            </a:r>
          </a:p>
          <a:p>
            <a:r>
              <a:rPr lang="pt-BR"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    return sumResult / 3</a:t>
            </a:r>
          </a:p>
          <a:p>
            <a:endParaRPr lang="pt-BR"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r>
              <a:rPr lang="pt-BR"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result = average_num(1, 2, 3)</a:t>
            </a:r>
          </a:p>
          <a:p>
            <a:r>
              <a:rPr lang="pt-BR"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print(result)  # 2.0</a:t>
            </a:r>
            <a:endParaRPr lang="en-US" altLang="zh-CN" sz="1400" dirty="0">
              <a:solidFill>
                <a:srgbClr val="B60206"/>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Tree>
    <p:extLst>
      <p:ext uri="{BB962C8B-B14F-4D97-AF65-F5344CB8AC3E}">
        <p14:creationId xmlns:p14="http://schemas.microsoft.com/office/powerpoint/2010/main" val="357638331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函数应用案例</a:t>
            </a:r>
          </a:p>
        </p:txBody>
      </p:sp>
      <p:sp>
        <p:nvSpPr>
          <p:cNvPr id="4" name="文本占位符 3"/>
          <p:cNvSpPr>
            <a:spLocks noGrp="1"/>
          </p:cNvSpPr>
          <p:nvPr>
            <p:ph type="body" sz="quarter" idx="10"/>
          </p:nvPr>
        </p:nvSpPr>
        <p:spPr/>
        <p:txBody>
          <a:bodyPr/>
          <a:lstStyle/>
          <a:p>
            <a:r>
              <a:rPr lang="en-US" altLang="zh-CN" dirty="0"/>
              <a:t>2</a:t>
            </a:r>
            <a:r>
              <a:rPr lang="zh-CN" altLang="en-US" dirty="0"/>
              <a:t>、函数面试题</a:t>
            </a:r>
            <a:endParaRPr lang="en-US" altLang="zh-CN" dirty="0"/>
          </a:p>
        </p:txBody>
      </p:sp>
      <p:sp>
        <p:nvSpPr>
          <p:cNvPr id="9" name="文本占位符 1"/>
          <p:cNvSpPr>
            <a:spLocks noGrp="1"/>
          </p:cNvSpPr>
          <p:nvPr>
            <p:ph type="body" sz="quarter" idx="11"/>
          </p:nvPr>
        </p:nvSpPr>
        <p:spPr>
          <a:xfrm>
            <a:off x="710880" y="1635973"/>
            <a:ext cx="10942855" cy="5004924"/>
          </a:xfrm>
        </p:spPr>
        <p:txBody>
          <a:bodyPr/>
          <a:lstStyle/>
          <a:p>
            <a:pPr marL="0" indent="0">
              <a:buNone/>
            </a:pPr>
            <a:r>
              <a:rPr lang="zh-CN" altLang="en-US" dirty="0">
                <a:solidFill>
                  <a:schemeClr val="tx1">
                    <a:lumMod val="75000"/>
                    <a:lumOff val="25000"/>
                  </a:schemeClr>
                </a:solidFill>
              </a:rPr>
              <a:t>☆ 编写一个函数，有一个参数</a:t>
            </a:r>
            <a:r>
              <a:rPr lang="en-US" altLang="zh-CN" dirty="0">
                <a:solidFill>
                  <a:schemeClr val="tx1">
                    <a:lumMod val="75000"/>
                    <a:lumOff val="25000"/>
                  </a:schemeClr>
                </a:solidFill>
              </a:rPr>
              <a:t>str1</a:t>
            </a:r>
            <a:r>
              <a:rPr lang="zh-CN" altLang="en-US" dirty="0">
                <a:solidFill>
                  <a:schemeClr val="tx1">
                    <a:lumMod val="75000"/>
                    <a:lumOff val="25000"/>
                  </a:schemeClr>
                </a:solidFill>
              </a:rPr>
              <a:t>，输入信息如</a:t>
            </a:r>
            <a:r>
              <a:rPr lang="en-US" altLang="zh-CN" dirty="0">
                <a:solidFill>
                  <a:schemeClr val="tx1">
                    <a:lumMod val="75000"/>
                    <a:lumOff val="25000"/>
                  </a:schemeClr>
                </a:solidFill>
              </a:rPr>
              <a:t>'1.2.3.4.5'</a:t>
            </a:r>
            <a:r>
              <a:rPr lang="zh-CN" altLang="en-US" dirty="0">
                <a:solidFill>
                  <a:schemeClr val="tx1">
                    <a:lumMod val="75000"/>
                    <a:lumOff val="25000"/>
                  </a:schemeClr>
                </a:solidFill>
              </a:rPr>
              <a:t>，使用函数对齐进行处理，要求最终的返回结果为</a:t>
            </a:r>
            <a:r>
              <a:rPr lang="en-US" altLang="zh-CN" dirty="0">
                <a:solidFill>
                  <a:schemeClr val="tx1">
                    <a:lumMod val="75000"/>
                    <a:lumOff val="25000"/>
                  </a:schemeClr>
                </a:solidFill>
              </a:rPr>
              <a:t>'5-4-3-2-1'</a:t>
            </a:r>
          </a:p>
        </p:txBody>
      </p:sp>
      <p:sp>
        <p:nvSpPr>
          <p:cNvPr id="6" name="TextBox 3">
            <a:extLst>
              <a:ext uri="{FF2B5EF4-FFF2-40B4-BE49-F238E27FC236}">
                <a16:creationId xmlns:a16="http://schemas.microsoft.com/office/drawing/2014/main" id="{0C998B78-AB18-3C47-A1C7-25AE9A3A40B0}"/>
              </a:ext>
            </a:extLst>
          </p:cNvPr>
          <p:cNvSpPr txBox="1"/>
          <p:nvPr/>
        </p:nvSpPr>
        <p:spPr>
          <a:xfrm>
            <a:off x="752252" y="2328927"/>
            <a:ext cx="10666853" cy="2893100"/>
          </a:xfrm>
          <a:prstGeom prst="rect">
            <a:avLst/>
          </a:prstGeom>
          <a:solidFill>
            <a:srgbClr val="FFFFE4"/>
          </a:solidFill>
          <a:ln w="3175">
            <a:solidFill>
              <a:srgbClr val="919191"/>
            </a:solidFill>
          </a:ln>
        </p:spPr>
        <p:txBody>
          <a:bodyPr wrap="square">
            <a:spAutoFit/>
          </a:bodyPr>
          <a:lstStyle/>
          <a:p>
            <a:r>
              <a:rPr lang="pt-BR"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def func(str1):</a:t>
            </a:r>
          </a:p>
          <a:p>
            <a:r>
              <a:rPr lang="pt-BR"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    # </a:t>
            </a:r>
            <a:r>
              <a:rPr lang="zh-CN" altLang="en-US"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方法一：对字符串进行翻转操作</a:t>
            </a:r>
            <a:r>
              <a:rPr lang="en-US"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a:t>
            </a:r>
            <a:r>
              <a:rPr lang="zh-CN" altLang="en-US"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切片</a:t>
            </a:r>
            <a:r>
              <a:rPr lang="en-US"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a:t>
            </a:r>
          </a:p>
          <a:p>
            <a:r>
              <a:rPr lang="en-US"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    </a:t>
            </a:r>
            <a:r>
              <a:rPr lang="pt-BR"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str1 = str1[::-1]</a:t>
            </a:r>
          </a:p>
          <a:p>
            <a:r>
              <a:rPr lang="pt-BR"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    return str1.replace('.', '-')</a:t>
            </a:r>
          </a:p>
          <a:p>
            <a:r>
              <a:rPr lang="pt-BR"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    # </a:t>
            </a:r>
            <a:r>
              <a:rPr lang="zh-CN" altLang="en-US"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方法二：使用</a:t>
            </a:r>
            <a:r>
              <a:rPr lang="pt-BR"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split</a:t>
            </a:r>
            <a:r>
              <a:rPr lang="zh-CN" altLang="en-US"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切割，然后</a:t>
            </a:r>
            <a:r>
              <a:rPr lang="pt-BR"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reverse</a:t>
            </a:r>
            <a:r>
              <a:rPr lang="zh-CN" altLang="en-US"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进行翻转</a:t>
            </a:r>
          </a:p>
          <a:p>
            <a:r>
              <a:rPr lang="zh-CN" altLang="en-US"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    </a:t>
            </a:r>
            <a:r>
              <a:rPr lang="en-US"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 </a:t>
            </a:r>
            <a:r>
              <a:rPr lang="pt-BR"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list1 = str1.split('.')</a:t>
            </a:r>
          </a:p>
          <a:p>
            <a:r>
              <a:rPr lang="pt-BR"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    # list1.reverse()</a:t>
            </a:r>
          </a:p>
          <a:p>
            <a:r>
              <a:rPr lang="pt-BR"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    # return '-'.join(list1)</a:t>
            </a:r>
          </a:p>
          <a:p>
            <a:endParaRPr lang="pt-BR"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endParaRPr lang="pt-BR"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r>
              <a:rPr lang="pt-BR"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 </a:t>
            </a:r>
            <a:r>
              <a:rPr lang="zh-CN" altLang="en-US"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调用函数实现字符串翻转拼接</a:t>
            </a:r>
          </a:p>
          <a:p>
            <a:r>
              <a:rPr lang="pt-BR"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str1 = '1.2.3.4.5'</a:t>
            </a:r>
          </a:p>
          <a:p>
            <a:r>
              <a:rPr lang="pt-BR"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print(func(str1))  # 5-4-3-2-1</a:t>
            </a:r>
            <a:endParaRPr lang="en-US" altLang="zh-CN" sz="1400" dirty="0">
              <a:solidFill>
                <a:srgbClr val="B60206"/>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Tree>
    <p:extLst>
      <p:ext uri="{BB962C8B-B14F-4D97-AF65-F5344CB8AC3E}">
        <p14:creationId xmlns:p14="http://schemas.microsoft.com/office/powerpoint/2010/main" val="421343260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6DC7A42-DEB9-4846-9885-EF1F65B29AB4}"/>
              </a:ext>
            </a:extLst>
          </p:cNvPr>
          <p:cNvSpPr>
            <a:spLocks noGrp="1"/>
          </p:cNvSpPr>
          <p:nvPr>
            <p:ph type="title"/>
          </p:nvPr>
        </p:nvSpPr>
        <p:spPr/>
        <p:txBody>
          <a:bodyPr/>
          <a:lstStyle/>
          <a:p>
            <a:r>
              <a:rPr lang="zh-CN" altLang="en-US" dirty="0">
                <a:solidFill>
                  <a:schemeClr val="tx1">
                    <a:lumMod val="65000"/>
                    <a:lumOff val="35000"/>
                  </a:schemeClr>
                </a:solidFill>
              </a:rPr>
              <a:t>变量的作用域</a:t>
            </a:r>
            <a:endParaRPr lang="en-US" altLang="zh-CN" dirty="0">
              <a:solidFill>
                <a:schemeClr val="tx1">
                  <a:lumMod val="65000"/>
                  <a:lumOff val="35000"/>
                </a:schemeClr>
              </a:solidFill>
            </a:endParaRPr>
          </a:p>
        </p:txBody>
      </p:sp>
      <p:sp>
        <p:nvSpPr>
          <p:cNvPr id="3" name="文本占位符 2">
            <a:extLst>
              <a:ext uri="{FF2B5EF4-FFF2-40B4-BE49-F238E27FC236}">
                <a16:creationId xmlns:a16="http://schemas.microsoft.com/office/drawing/2014/main" id="{DC0D98B5-82FB-804B-8565-7E31DD4B40B6}"/>
              </a:ext>
            </a:extLst>
          </p:cNvPr>
          <p:cNvSpPr>
            <a:spLocks noGrp="1"/>
          </p:cNvSpPr>
          <p:nvPr>
            <p:ph type="body" sz="quarter" idx="10"/>
          </p:nvPr>
        </p:nvSpPr>
        <p:spPr/>
        <p:txBody>
          <a:bodyPr/>
          <a:lstStyle/>
          <a:p>
            <a:r>
              <a:rPr kumimoji="1" lang="en-US" altLang="zh-CN" dirty="0"/>
              <a:t>05</a:t>
            </a:r>
            <a:endParaRPr kumimoji="1" lang="zh-CN" altLang="en-US" dirty="0"/>
          </a:p>
        </p:txBody>
      </p:sp>
    </p:spTree>
    <p:extLst>
      <p:ext uri="{BB962C8B-B14F-4D97-AF65-F5344CB8AC3E}">
        <p14:creationId xmlns:p14="http://schemas.microsoft.com/office/powerpoint/2010/main" val="200408241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变量作用域</a:t>
            </a:r>
          </a:p>
        </p:txBody>
      </p:sp>
      <p:sp>
        <p:nvSpPr>
          <p:cNvPr id="4" name="文本占位符 3"/>
          <p:cNvSpPr>
            <a:spLocks noGrp="1"/>
          </p:cNvSpPr>
          <p:nvPr>
            <p:ph type="body" sz="quarter" idx="10"/>
          </p:nvPr>
        </p:nvSpPr>
        <p:spPr/>
        <p:txBody>
          <a:bodyPr/>
          <a:lstStyle/>
          <a:p>
            <a:r>
              <a:rPr lang="en-US" altLang="zh-CN" dirty="0"/>
              <a:t>1</a:t>
            </a:r>
            <a:r>
              <a:rPr lang="zh-CN" altLang="en-US" dirty="0"/>
              <a:t>、局部变量</a:t>
            </a:r>
            <a:endParaRPr lang="en-US" altLang="zh-CN" dirty="0"/>
          </a:p>
        </p:txBody>
      </p:sp>
      <p:sp>
        <p:nvSpPr>
          <p:cNvPr id="9" name="文本占位符 1"/>
          <p:cNvSpPr>
            <a:spLocks noGrp="1"/>
          </p:cNvSpPr>
          <p:nvPr>
            <p:ph type="body" sz="quarter" idx="11"/>
          </p:nvPr>
        </p:nvSpPr>
        <p:spPr>
          <a:xfrm>
            <a:off x="710881" y="1635973"/>
            <a:ext cx="10749598" cy="5004924"/>
          </a:xfrm>
        </p:spPr>
        <p:txBody>
          <a:bodyPr/>
          <a:lstStyle/>
          <a:p>
            <a:pPr marL="0" indent="0">
              <a:buNone/>
            </a:pPr>
            <a:r>
              <a:rPr lang="zh-CN" altLang="en-US" dirty="0">
                <a:solidFill>
                  <a:schemeClr val="tx1">
                    <a:lumMod val="75000"/>
                    <a:lumOff val="25000"/>
                  </a:schemeClr>
                </a:solidFill>
              </a:rPr>
              <a:t>变量作用域指的是变量的作用范围（变量在哪里可用，在哪里不可用），主要分为两类：</a:t>
            </a:r>
            <a:r>
              <a:rPr lang="zh-CN" altLang="en-US" dirty="0">
                <a:solidFill>
                  <a:srgbClr val="B60206"/>
                </a:solidFill>
              </a:rPr>
              <a:t>局部变量和全局变量。</a:t>
            </a:r>
            <a:endParaRPr lang="en-US" altLang="zh-CN" dirty="0">
              <a:solidFill>
                <a:srgbClr val="B60206"/>
              </a:solidFill>
            </a:endParaRPr>
          </a:p>
          <a:p>
            <a:pPr marL="0" indent="0">
              <a:buNone/>
            </a:pPr>
            <a:endParaRPr lang="en-US" altLang="zh-CN" dirty="0">
              <a:solidFill>
                <a:srgbClr val="B60206"/>
              </a:solidFill>
            </a:endParaRPr>
          </a:p>
          <a:p>
            <a:pPr marL="0" indent="0">
              <a:buNone/>
            </a:pPr>
            <a:r>
              <a:rPr lang="zh-CN" altLang="en-US" dirty="0">
                <a:solidFill>
                  <a:schemeClr val="tx1">
                    <a:lumMod val="75000"/>
                    <a:lumOff val="25000"/>
                  </a:schemeClr>
                </a:solidFill>
              </a:rPr>
              <a:t>所谓局部变量是</a:t>
            </a:r>
            <a:r>
              <a:rPr lang="zh-CN" altLang="en-US" dirty="0">
                <a:solidFill>
                  <a:srgbClr val="B60206"/>
                </a:solidFill>
              </a:rPr>
              <a:t>定义在函数体内部的变量，即只在函数体内部生效</a:t>
            </a:r>
            <a:r>
              <a:rPr lang="zh-CN" altLang="en-US" dirty="0">
                <a:solidFill>
                  <a:schemeClr val="tx1">
                    <a:lumMod val="75000"/>
                    <a:lumOff val="25000"/>
                  </a:schemeClr>
                </a:solidFill>
              </a:rPr>
              <a:t>。</a:t>
            </a:r>
            <a:endParaRPr lang="en-US" altLang="zh-CN" dirty="0">
              <a:solidFill>
                <a:schemeClr val="tx1">
                  <a:lumMod val="75000"/>
                  <a:lumOff val="25000"/>
                </a:schemeClr>
              </a:solidFill>
            </a:endParaRPr>
          </a:p>
          <a:p>
            <a:pPr marL="0" indent="0">
              <a:buNone/>
            </a:pPr>
            <a:endParaRPr lang="en-US" altLang="zh-CN" dirty="0">
              <a:solidFill>
                <a:schemeClr val="tx1">
                  <a:lumMod val="75000"/>
                  <a:lumOff val="25000"/>
                </a:schemeClr>
              </a:solidFill>
            </a:endParaRPr>
          </a:p>
          <a:p>
            <a:pPr marL="0" indent="0">
              <a:buNone/>
            </a:pPr>
            <a:endParaRPr lang="en-US" altLang="zh-CN" dirty="0">
              <a:solidFill>
                <a:schemeClr val="tx1">
                  <a:lumMod val="75000"/>
                  <a:lumOff val="25000"/>
                </a:schemeClr>
              </a:solidFill>
            </a:endParaRPr>
          </a:p>
          <a:p>
            <a:pPr marL="0" indent="0">
              <a:buNone/>
            </a:pPr>
            <a:endParaRPr lang="en-US" altLang="zh-CN" dirty="0">
              <a:solidFill>
                <a:schemeClr val="tx1">
                  <a:lumMod val="75000"/>
                  <a:lumOff val="25000"/>
                </a:schemeClr>
              </a:solidFill>
            </a:endParaRPr>
          </a:p>
          <a:p>
            <a:pPr marL="0" indent="0">
              <a:buNone/>
            </a:pPr>
            <a:endParaRPr lang="en-US" altLang="zh-CN" dirty="0">
              <a:solidFill>
                <a:schemeClr val="tx1">
                  <a:lumMod val="75000"/>
                  <a:lumOff val="25000"/>
                </a:schemeClr>
              </a:solidFill>
            </a:endParaRPr>
          </a:p>
          <a:p>
            <a:pPr marL="0" indent="0">
              <a:buNone/>
            </a:pPr>
            <a:endParaRPr lang="en-US" altLang="zh-CN" dirty="0">
              <a:solidFill>
                <a:schemeClr val="tx1">
                  <a:lumMod val="75000"/>
                  <a:lumOff val="25000"/>
                </a:schemeClr>
              </a:solidFill>
            </a:endParaRPr>
          </a:p>
          <a:p>
            <a:pPr marL="0" indent="0">
              <a:buNone/>
            </a:pPr>
            <a:r>
              <a:rPr lang="zh-CN" altLang="en-US" dirty="0">
                <a:solidFill>
                  <a:srgbClr val="B60206"/>
                </a:solidFill>
              </a:rPr>
              <a:t>变量</a:t>
            </a:r>
            <a:r>
              <a:rPr lang="en-US" altLang="zh-CN" dirty="0">
                <a:solidFill>
                  <a:srgbClr val="B60206"/>
                </a:solidFill>
              </a:rPr>
              <a:t>a</a:t>
            </a:r>
            <a:r>
              <a:rPr lang="zh-CN" altLang="en-US" dirty="0">
                <a:solidFill>
                  <a:srgbClr val="B60206"/>
                </a:solidFill>
              </a:rPr>
              <a:t>是定义在</a:t>
            </a:r>
            <a:r>
              <a:rPr lang="en-US" altLang="zh-CN" dirty="0">
                <a:solidFill>
                  <a:srgbClr val="B60206"/>
                </a:solidFill>
              </a:rPr>
              <a:t>`</a:t>
            </a:r>
            <a:r>
              <a:rPr lang="en-US" altLang="zh-CN" dirty="0" err="1">
                <a:solidFill>
                  <a:srgbClr val="B60206"/>
                </a:solidFill>
              </a:rPr>
              <a:t>testA</a:t>
            </a:r>
            <a:r>
              <a:rPr lang="en-US" altLang="zh-CN" dirty="0">
                <a:solidFill>
                  <a:srgbClr val="B60206"/>
                </a:solidFill>
              </a:rPr>
              <a:t>`</a:t>
            </a:r>
            <a:r>
              <a:rPr lang="zh-CN" altLang="en-US" dirty="0">
                <a:solidFill>
                  <a:srgbClr val="B60206"/>
                </a:solidFill>
              </a:rPr>
              <a:t>函数内部的变量，在函数外部访问则立即报错。局部变量的作用：在函数体内部，临时保存数据，即当函数调用完成后，则销毁局部变量。</a:t>
            </a:r>
            <a:endParaRPr lang="en-US" altLang="zh-CN" dirty="0">
              <a:solidFill>
                <a:srgbClr val="B60206"/>
              </a:solidFill>
            </a:endParaRPr>
          </a:p>
        </p:txBody>
      </p:sp>
      <p:sp>
        <p:nvSpPr>
          <p:cNvPr id="7" name="TextBox 3">
            <a:extLst>
              <a:ext uri="{FF2B5EF4-FFF2-40B4-BE49-F238E27FC236}">
                <a16:creationId xmlns:a16="http://schemas.microsoft.com/office/drawing/2014/main" id="{0C998B78-AB18-3C47-A1C7-25AE9A3A40B0}"/>
              </a:ext>
            </a:extLst>
          </p:cNvPr>
          <p:cNvSpPr txBox="1"/>
          <p:nvPr/>
        </p:nvSpPr>
        <p:spPr>
          <a:xfrm>
            <a:off x="793626" y="3060257"/>
            <a:ext cx="10666853" cy="1600438"/>
          </a:xfrm>
          <a:prstGeom prst="rect">
            <a:avLst/>
          </a:prstGeom>
          <a:solidFill>
            <a:srgbClr val="FFFFE4"/>
          </a:solidFill>
          <a:ln w="3175">
            <a:solidFill>
              <a:srgbClr val="919191"/>
            </a:solidFill>
          </a:ln>
        </p:spPr>
        <p:txBody>
          <a:bodyPr wrap="square">
            <a:spAutoFit/>
          </a:bodyPr>
          <a:lstStyle/>
          <a:p>
            <a:r>
              <a:rPr lang="pt-BR"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def testA():</a:t>
            </a:r>
          </a:p>
          <a:p>
            <a:r>
              <a:rPr lang="pt-BR"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    a = 100</a:t>
            </a:r>
          </a:p>
          <a:p>
            <a:r>
              <a:rPr lang="pt-BR"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    print(a)</a:t>
            </a:r>
          </a:p>
          <a:p>
            <a:endParaRPr lang="pt-BR"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endParaRPr lang="pt-BR"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r>
              <a:rPr lang="pt-BR"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testA()   # 100</a:t>
            </a:r>
          </a:p>
          <a:p>
            <a:r>
              <a:rPr lang="pt-BR"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print(a)  # </a:t>
            </a:r>
            <a:r>
              <a:rPr lang="zh-CN" altLang="en-US"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报错：</a:t>
            </a:r>
            <a:r>
              <a:rPr lang="pt-BR"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name 'a' is not defined</a:t>
            </a:r>
            <a:endParaRPr lang="en-US" altLang="zh-CN" sz="1400" dirty="0">
              <a:solidFill>
                <a:srgbClr val="B60206"/>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Tree>
    <p:extLst>
      <p:ext uri="{BB962C8B-B14F-4D97-AF65-F5344CB8AC3E}">
        <p14:creationId xmlns:p14="http://schemas.microsoft.com/office/powerpoint/2010/main" val="360337796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变量作用域</a:t>
            </a:r>
          </a:p>
        </p:txBody>
      </p:sp>
      <p:sp>
        <p:nvSpPr>
          <p:cNvPr id="4" name="文本占位符 3"/>
          <p:cNvSpPr>
            <a:spLocks noGrp="1"/>
          </p:cNvSpPr>
          <p:nvPr>
            <p:ph type="body" sz="quarter" idx="10"/>
          </p:nvPr>
        </p:nvSpPr>
        <p:spPr/>
        <p:txBody>
          <a:bodyPr/>
          <a:lstStyle/>
          <a:p>
            <a:r>
              <a:rPr lang="en-US" altLang="zh-CN" dirty="0"/>
              <a:t>2</a:t>
            </a:r>
            <a:r>
              <a:rPr lang="zh-CN" altLang="en-US" dirty="0"/>
              <a:t>、全局变量</a:t>
            </a:r>
            <a:endParaRPr lang="en-US" altLang="zh-CN" dirty="0"/>
          </a:p>
        </p:txBody>
      </p:sp>
      <p:sp>
        <p:nvSpPr>
          <p:cNvPr id="9" name="文本占位符 1"/>
          <p:cNvSpPr>
            <a:spLocks noGrp="1"/>
          </p:cNvSpPr>
          <p:nvPr>
            <p:ph type="body" sz="quarter" idx="11"/>
          </p:nvPr>
        </p:nvSpPr>
        <p:spPr>
          <a:xfrm>
            <a:off x="710881" y="1635973"/>
            <a:ext cx="10749598" cy="5004924"/>
          </a:xfrm>
        </p:spPr>
        <p:txBody>
          <a:bodyPr/>
          <a:lstStyle/>
          <a:p>
            <a:pPr marL="0" indent="0">
              <a:buNone/>
            </a:pPr>
            <a:r>
              <a:rPr lang="zh-CN" altLang="en-US" dirty="0">
                <a:solidFill>
                  <a:schemeClr val="tx1">
                    <a:lumMod val="75000"/>
                    <a:lumOff val="25000"/>
                  </a:schemeClr>
                </a:solidFill>
              </a:rPr>
              <a:t>所谓全局变量，指的是</a:t>
            </a:r>
            <a:r>
              <a:rPr lang="zh-CN" altLang="en-US" dirty="0">
                <a:solidFill>
                  <a:srgbClr val="B60206"/>
                </a:solidFill>
              </a:rPr>
              <a:t>在函数体内、外都能生效的变量</a:t>
            </a:r>
            <a:r>
              <a:rPr lang="zh-CN" altLang="en-US" dirty="0">
                <a:solidFill>
                  <a:schemeClr val="tx1">
                    <a:lumMod val="75000"/>
                    <a:lumOff val="25000"/>
                  </a:schemeClr>
                </a:solidFill>
              </a:rPr>
              <a:t>。</a:t>
            </a:r>
            <a:endParaRPr lang="en-US" altLang="zh-CN" dirty="0">
              <a:solidFill>
                <a:schemeClr val="tx1">
                  <a:lumMod val="75000"/>
                  <a:lumOff val="25000"/>
                </a:schemeClr>
              </a:solidFill>
            </a:endParaRPr>
          </a:p>
          <a:p>
            <a:pPr marL="0" indent="0">
              <a:buNone/>
            </a:pPr>
            <a:r>
              <a:rPr lang="zh-CN" altLang="en-US" dirty="0">
                <a:solidFill>
                  <a:schemeClr val="tx1">
                    <a:lumMod val="75000"/>
                    <a:lumOff val="25000"/>
                  </a:schemeClr>
                </a:solidFill>
              </a:rPr>
              <a:t>思考：如果有一个数据，在函数</a:t>
            </a:r>
            <a:r>
              <a:rPr lang="en-US" altLang="zh-CN" dirty="0">
                <a:solidFill>
                  <a:schemeClr val="tx1">
                    <a:lumMod val="75000"/>
                    <a:lumOff val="25000"/>
                  </a:schemeClr>
                </a:solidFill>
              </a:rPr>
              <a:t>A</a:t>
            </a:r>
            <a:r>
              <a:rPr lang="zh-CN" altLang="en-US" dirty="0">
                <a:solidFill>
                  <a:schemeClr val="tx1">
                    <a:lumMod val="75000"/>
                    <a:lumOff val="25000"/>
                  </a:schemeClr>
                </a:solidFill>
              </a:rPr>
              <a:t>和函数</a:t>
            </a:r>
            <a:r>
              <a:rPr lang="en-US" altLang="zh-CN" dirty="0">
                <a:solidFill>
                  <a:schemeClr val="tx1">
                    <a:lumMod val="75000"/>
                    <a:lumOff val="25000"/>
                  </a:schemeClr>
                </a:solidFill>
              </a:rPr>
              <a:t>B</a:t>
            </a:r>
            <a:r>
              <a:rPr lang="zh-CN" altLang="en-US" dirty="0">
                <a:solidFill>
                  <a:schemeClr val="tx1">
                    <a:lumMod val="75000"/>
                    <a:lumOff val="25000"/>
                  </a:schemeClr>
                </a:solidFill>
              </a:rPr>
              <a:t>中都要使用，该怎么办？</a:t>
            </a:r>
            <a:endParaRPr lang="en-US" altLang="zh-CN" dirty="0">
              <a:solidFill>
                <a:schemeClr val="tx1">
                  <a:lumMod val="75000"/>
                  <a:lumOff val="25000"/>
                </a:schemeClr>
              </a:solidFill>
            </a:endParaRPr>
          </a:p>
          <a:p>
            <a:pPr marL="0" indent="0">
              <a:buNone/>
            </a:pPr>
            <a:r>
              <a:rPr lang="zh-CN" altLang="en-US" dirty="0">
                <a:solidFill>
                  <a:schemeClr val="tx1">
                    <a:lumMod val="75000"/>
                    <a:lumOff val="25000"/>
                  </a:schemeClr>
                </a:solidFill>
              </a:rPr>
              <a:t>答：将这个数据存储在一个全局变量里面。</a:t>
            </a:r>
            <a:endParaRPr lang="en-US" altLang="zh-CN" dirty="0">
              <a:solidFill>
                <a:schemeClr val="tx1">
                  <a:lumMod val="75000"/>
                  <a:lumOff val="25000"/>
                </a:schemeClr>
              </a:solidFill>
            </a:endParaRPr>
          </a:p>
          <a:p>
            <a:pPr marL="0" indent="0">
              <a:buNone/>
            </a:pPr>
            <a:endParaRPr lang="en-US" altLang="zh-CN" dirty="0">
              <a:solidFill>
                <a:schemeClr val="tx1">
                  <a:lumMod val="75000"/>
                  <a:lumOff val="25000"/>
                </a:schemeClr>
              </a:solidFill>
            </a:endParaRPr>
          </a:p>
          <a:p>
            <a:pPr marL="0" indent="0">
              <a:buNone/>
            </a:pPr>
            <a:endParaRPr lang="en-US" altLang="zh-CN" dirty="0">
              <a:solidFill>
                <a:schemeClr val="tx1">
                  <a:lumMod val="75000"/>
                  <a:lumOff val="25000"/>
                </a:schemeClr>
              </a:solidFill>
            </a:endParaRPr>
          </a:p>
          <a:p>
            <a:pPr marL="0" indent="0">
              <a:buNone/>
            </a:pPr>
            <a:endParaRPr lang="en-US" altLang="zh-CN" dirty="0">
              <a:solidFill>
                <a:schemeClr val="tx1">
                  <a:lumMod val="75000"/>
                  <a:lumOff val="25000"/>
                </a:schemeClr>
              </a:solidFill>
            </a:endParaRPr>
          </a:p>
          <a:p>
            <a:pPr marL="0" indent="0">
              <a:buNone/>
            </a:pPr>
            <a:endParaRPr lang="en-US" altLang="zh-CN" dirty="0">
              <a:solidFill>
                <a:schemeClr val="tx1">
                  <a:lumMod val="75000"/>
                  <a:lumOff val="25000"/>
                </a:schemeClr>
              </a:solidFill>
            </a:endParaRPr>
          </a:p>
          <a:p>
            <a:pPr marL="0" indent="0">
              <a:buNone/>
            </a:pPr>
            <a:endParaRPr lang="en-US" altLang="zh-CN" dirty="0">
              <a:solidFill>
                <a:schemeClr val="tx1">
                  <a:lumMod val="75000"/>
                  <a:lumOff val="25000"/>
                </a:schemeClr>
              </a:solidFill>
            </a:endParaRPr>
          </a:p>
          <a:p>
            <a:pPr marL="0" indent="0">
              <a:buNone/>
            </a:pPr>
            <a:endParaRPr lang="en-US" altLang="zh-CN" dirty="0">
              <a:solidFill>
                <a:schemeClr val="tx1">
                  <a:lumMod val="75000"/>
                  <a:lumOff val="25000"/>
                </a:schemeClr>
              </a:solidFill>
            </a:endParaRPr>
          </a:p>
          <a:p>
            <a:pPr marL="0" indent="0">
              <a:buNone/>
            </a:pPr>
            <a:endParaRPr lang="en-US" altLang="zh-CN" dirty="0">
              <a:solidFill>
                <a:schemeClr val="tx1">
                  <a:lumMod val="75000"/>
                  <a:lumOff val="25000"/>
                </a:schemeClr>
              </a:solidFill>
            </a:endParaRPr>
          </a:p>
          <a:p>
            <a:pPr marL="0" indent="0">
              <a:buNone/>
            </a:pPr>
            <a:endParaRPr lang="en-US" altLang="zh-CN" dirty="0">
              <a:solidFill>
                <a:schemeClr val="tx1">
                  <a:lumMod val="75000"/>
                  <a:lumOff val="25000"/>
                </a:schemeClr>
              </a:solidFill>
            </a:endParaRPr>
          </a:p>
        </p:txBody>
      </p:sp>
      <p:sp>
        <p:nvSpPr>
          <p:cNvPr id="7" name="TextBox 3">
            <a:extLst>
              <a:ext uri="{FF2B5EF4-FFF2-40B4-BE49-F238E27FC236}">
                <a16:creationId xmlns:a16="http://schemas.microsoft.com/office/drawing/2014/main" id="{0C998B78-AB18-3C47-A1C7-25AE9A3A40B0}"/>
              </a:ext>
            </a:extLst>
          </p:cNvPr>
          <p:cNvSpPr txBox="1"/>
          <p:nvPr/>
        </p:nvSpPr>
        <p:spPr>
          <a:xfrm>
            <a:off x="752252" y="3127634"/>
            <a:ext cx="10666853" cy="3108543"/>
          </a:xfrm>
          <a:prstGeom prst="rect">
            <a:avLst/>
          </a:prstGeom>
          <a:solidFill>
            <a:srgbClr val="FFFFE4"/>
          </a:solidFill>
          <a:ln w="3175">
            <a:solidFill>
              <a:srgbClr val="919191"/>
            </a:solidFill>
          </a:ln>
        </p:spPr>
        <p:txBody>
          <a:bodyPr wrap="square">
            <a:spAutoFit/>
          </a:bodyPr>
          <a:lstStyle/>
          <a:p>
            <a:r>
              <a:rPr lang="en-US"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 </a:t>
            </a:r>
            <a:r>
              <a:rPr lang="zh-CN" altLang="en-US"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定义全局变量</a:t>
            </a:r>
            <a:r>
              <a:rPr lang="pt-BR"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a</a:t>
            </a:r>
          </a:p>
          <a:p>
            <a:r>
              <a:rPr lang="pt-BR"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a = 100</a:t>
            </a:r>
          </a:p>
          <a:p>
            <a:endParaRPr lang="pt-BR"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endParaRPr lang="pt-BR"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r>
              <a:rPr lang="pt-BR"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def testA():</a:t>
            </a:r>
          </a:p>
          <a:p>
            <a:r>
              <a:rPr lang="pt-BR"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    print(a)  # </a:t>
            </a:r>
            <a:r>
              <a:rPr lang="zh-CN" altLang="en-US"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访问全局变量</a:t>
            </a:r>
            <a:r>
              <a:rPr lang="pt-BR"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a</a:t>
            </a:r>
            <a:r>
              <a:rPr lang="zh-CN" altLang="pt-BR"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a:t>
            </a:r>
            <a:r>
              <a:rPr lang="zh-CN" altLang="en-US"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并打印变量</a:t>
            </a:r>
            <a:r>
              <a:rPr lang="pt-BR"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a</a:t>
            </a:r>
            <a:r>
              <a:rPr lang="zh-CN" altLang="en-US"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存储的数据</a:t>
            </a:r>
          </a:p>
          <a:p>
            <a:endParaRPr lang="zh-CN" altLang="en-US" sz="14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endParaRPr lang="zh-CN" altLang="en-US" sz="14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r>
              <a:rPr lang="pt-BR"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def testB():</a:t>
            </a:r>
          </a:p>
          <a:p>
            <a:r>
              <a:rPr lang="pt-BR"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    print(a)  # </a:t>
            </a:r>
            <a:r>
              <a:rPr lang="zh-CN" altLang="en-US"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访问全局变量</a:t>
            </a:r>
            <a:r>
              <a:rPr lang="pt-BR"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a</a:t>
            </a:r>
            <a:r>
              <a:rPr lang="zh-CN" altLang="pt-BR"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a:t>
            </a:r>
            <a:r>
              <a:rPr lang="zh-CN" altLang="en-US"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并打印变量</a:t>
            </a:r>
            <a:r>
              <a:rPr lang="pt-BR"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a</a:t>
            </a:r>
            <a:r>
              <a:rPr lang="zh-CN" altLang="en-US"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存储的数据</a:t>
            </a:r>
          </a:p>
          <a:p>
            <a:endParaRPr lang="zh-CN" altLang="en-US" sz="14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endParaRPr lang="zh-CN" altLang="en-US" sz="14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r>
              <a:rPr lang="pt-BR"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testA()  # 100</a:t>
            </a:r>
          </a:p>
          <a:p>
            <a:r>
              <a:rPr lang="pt-BR"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testB()  # 100</a:t>
            </a:r>
            <a:endParaRPr lang="en-US" altLang="zh-CN" sz="1400" dirty="0">
              <a:solidFill>
                <a:srgbClr val="B60206"/>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Tree>
    <p:extLst>
      <p:ext uri="{BB962C8B-B14F-4D97-AF65-F5344CB8AC3E}">
        <p14:creationId xmlns:p14="http://schemas.microsoft.com/office/powerpoint/2010/main" val="301679812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变量作用域</a:t>
            </a:r>
          </a:p>
        </p:txBody>
      </p:sp>
      <p:sp>
        <p:nvSpPr>
          <p:cNvPr id="4" name="文本占位符 3"/>
          <p:cNvSpPr>
            <a:spLocks noGrp="1"/>
          </p:cNvSpPr>
          <p:nvPr>
            <p:ph type="body" sz="quarter" idx="10"/>
          </p:nvPr>
        </p:nvSpPr>
        <p:spPr/>
        <p:txBody>
          <a:bodyPr/>
          <a:lstStyle/>
          <a:p>
            <a:r>
              <a:rPr lang="en-US" altLang="zh-CN" dirty="0"/>
              <a:t>3</a:t>
            </a:r>
            <a:r>
              <a:rPr lang="zh-CN" altLang="en-US" dirty="0"/>
              <a:t>、</a:t>
            </a:r>
            <a:r>
              <a:rPr lang="en-US" altLang="zh-CN" dirty="0"/>
              <a:t>global</a:t>
            </a:r>
            <a:r>
              <a:rPr lang="zh-CN" altLang="en-US" dirty="0"/>
              <a:t>关键字</a:t>
            </a:r>
            <a:endParaRPr lang="en-US" altLang="zh-CN" dirty="0"/>
          </a:p>
        </p:txBody>
      </p:sp>
      <p:sp>
        <p:nvSpPr>
          <p:cNvPr id="9" name="文本占位符 1"/>
          <p:cNvSpPr>
            <a:spLocks noGrp="1"/>
          </p:cNvSpPr>
          <p:nvPr>
            <p:ph type="body" sz="quarter" idx="11"/>
          </p:nvPr>
        </p:nvSpPr>
        <p:spPr>
          <a:xfrm>
            <a:off x="710881" y="1635973"/>
            <a:ext cx="10749598" cy="5004924"/>
          </a:xfrm>
        </p:spPr>
        <p:txBody>
          <a:bodyPr/>
          <a:lstStyle/>
          <a:p>
            <a:pPr marL="0" indent="0">
              <a:buNone/>
            </a:pPr>
            <a:r>
              <a:rPr lang="zh-CN" altLang="en-US" dirty="0">
                <a:solidFill>
                  <a:schemeClr val="tx1">
                    <a:lumMod val="75000"/>
                    <a:lumOff val="25000"/>
                  </a:schemeClr>
                </a:solidFill>
              </a:rPr>
              <a:t>思考：</a:t>
            </a:r>
            <a:r>
              <a:rPr lang="en-US" altLang="zh-CN" dirty="0">
                <a:solidFill>
                  <a:schemeClr val="tx1">
                    <a:lumMod val="75000"/>
                    <a:lumOff val="25000"/>
                  </a:schemeClr>
                </a:solidFill>
              </a:rPr>
              <a:t>`</a:t>
            </a:r>
            <a:r>
              <a:rPr lang="en-US" altLang="zh-CN" dirty="0" err="1">
                <a:solidFill>
                  <a:schemeClr val="tx1">
                    <a:lumMod val="75000"/>
                    <a:lumOff val="25000"/>
                  </a:schemeClr>
                </a:solidFill>
              </a:rPr>
              <a:t>testB</a:t>
            </a:r>
            <a:r>
              <a:rPr lang="en-US" altLang="zh-CN" dirty="0">
                <a:solidFill>
                  <a:schemeClr val="tx1">
                    <a:lumMod val="75000"/>
                    <a:lumOff val="25000"/>
                  </a:schemeClr>
                </a:solidFill>
              </a:rPr>
              <a:t>`</a:t>
            </a:r>
            <a:r>
              <a:rPr lang="zh-CN" altLang="en-US" dirty="0">
                <a:solidFill>
                  <a:schemeClr val="tx1">
                    <a:lumMod val="75000"/>
                    <a:lumOff val="25000"/>
                  </a:schemeClr>
                </a:solidFill>
              </a:rPr>
              <a:t>函数需求修改变量</a:t>
            </a:r>
            <a:r>
              <a:rPr lang="en-US" altLang="zh-CN" dirty="0">
                <a:solidFill>
                  <a:schemeClr val="tx1">
                    <a:lumMod val="75000"/>
                    <a:lumOff val="25000"/>
                  </a:schemeClr>
                </a:solidFill>
              </a:rPr>
              <a:t>a</a:t>
            </a:r>
            <a:r>
              <a:rPr lang="zh-CN" altLang="en-US" dirty="0">
                <a:solidFill>
                  <a:schemeClr val="tx1">
                    <a:lumMod val="75000"/>
                    <a:lumOff val="25000"/>
                  </a:schemeClr>
                </a:solidFill>
              </a:rPr>
              <a:t>的值为</a:t>
            </a:r>
            <a:r>
              <a:rPr lang="en-US" altLang="zh-CN" dirty="0">
                <a:solidFill>
                  <a:schemeClr val="tx1">
                    <a:lumMod val="75000"/>
                    <a:lumOff val="25000"/>
                  </a:schemeClr>
                </a:solidFill>
              </a:rPr>
              <a:t>200</a:t>
            </a:r>
            <a:r>
              <a:rPr lang="zh-CN" altLang="en-US" dirty="0">
                <a:solidFill>
                  <a:schemeClr val="tx1">
                    <a:lumMod val="75000"/>
                    <a:lumOff val="25000"/>
                  </a:schemeClr>
                </a:solidFill>
              </a:rPr>
              <a:t>，如何修改程序？</a:t>
            </a:r>
            <a:endParaRPr lang="en-US" altLang="zh-CN" dirty="0">
              <a:solidFill>
                <a:srgbClr val="B60206"/>
              </a:solidFill>
            </a:endParaRPr>
          </a:p>
          <a:p>
            <a:pPr marL="0" indent="0">
              <a:buNone/>
            </a:pPr>
            <a:endParaRPr lang="en-US" altLang="zh-CN" dirty="0">
              <a:solidFill>
                <a:srgbClr val="B60206"/>
              </a:solidFill>
            </a:endParaRPr>
          </a:p>
        </p:txBody>
      </p:sp>
      <p:sp>
        <p:nvSpPr>
          <p:cNvPr id="7" name="TextBox 3">
            <a:extLst>
              <a:ext uri="{FF2B5EF4-FFF2-40B4-BE49-F238E27FC236}">
                <a16:creationId xmlns:a16="http://schemas.microsoft.com/office/drawing/2014/main" id="{0C998B78-AB18-3C47-A1C7-25AE9A3A40B0}"/>
              </a:ext>
            </a:extLst>
          </p:cNvPr>
          <p:cNvSpPr txBox="1"/>
          <p:nvPr/>
        </p:nvSpPr>
        <p:spPr>
          <a:xfrm>
            <a:off x="793626" y="2260998"/>
            <a:ext cx="10666853" cy="3754874"/>
          </a:xfrm>
          <a:prstGeom prst="rect">
            <a:avLst/>
          </a:prstGeom>
          <a:solidFill>
            <a:srgbClr val="FFFFE4"/>
          </a:solidFill>
          <a:ln w="3175">
            <a:solidFill>
              <a:srgbClr val="919191"/>
            </a:solidFill>
          </a:ln>
        </p:spPr>
        <p:txBody>
          <a:bodyPr wrap="square">
            <a:spAutoFit/>
          </a:bodyPr>
          <a:lstStyle/>
          <a:p>
            <a:r>
              <a:rPr lang="en-US"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a = 100</a:t>
            </a:r>
          </a:p>
          <a:p>
            <a:endParaRPr lang="en-US"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endParaRPr lang="en-US"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r>
              <a:rPr lang="en-US" altLang="zh-CN" sz="1400" dirty="0" err="1">
                <a:latin typeface="阿里巴巴普惠体" panose="00020600040101010101" pitchFamily="18" charset="-122"/>
                <a:ea typeface="阿里巴巴普惠体" panose="00020600040101010101" pitchFamily="18" charset="-122"/>
                <a:cs typeface="阿里巴巴普惠体" panose="00020600040101010101" pitchFamily="18" charset="-122"/>
              </a:rPr>
              <a:t>def</a:t>
            </a:r>
            <a:r>
              <a:rPr lang="en-US"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 </a:t>
            </a:r>
            <a:r>
              <a:rPr lang="en-US" altLang="zh-CN" sz="1400" dirty="0" err="1">
                <a:latin typeface="阿里巴巴普惠体" panose="00020600040101010101" pitchFamily="18" charset="-122"/>
                <a:ea typeface="阿里巴巴普惠体" panose="00020600040101010101" pitchFamily="18" charset="-122"/>
                <a:cs typeface="阿里巴巴普惠体" panose="00020600040101010101" pitchFamily="18" charset="-122"/>
              </a:rPr>
              <a:t>testA</a:t>
            </a:r>
            <a:r>
              <a:rPr lang="en-US"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a:t>
            </a:r>
          </a:p>
          <a:p>
            <a:r>
              <a:rPr lang="en-US"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    print(a)</a:t>
            </a:r>
          </a:p>
          <a:p>
            <a:endParaRPr lang="en-US"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endParaRPr lang="en-US"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r>
              <a:rPr lang="en-US" altLang="zh-CN" sz="1400" dirty="0" err="1">
                <a:latin typeface="阿里巴巴普惠体" panose="00020600040101010101" pitchFamily="18" charset="-122"/>
                <a:ea typeface="阿里巴巴普惠体" panose="00020600040101010101" pitchFamily="18" charset="-122"/>
                <a:cs typeface="阿里巴巴普惠体" panose="00020600040101010101" pitchFamily="18" charset="-122"/>
              </a:rPr>
              <a:t>def</a:t>
            </a:r>
            <a:r>
              <a:rPr lang="en-US"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 </a:t>
            </a:r>
            <a:r>
              <a:rPr lang="en-US" altLang="zh-CN" sz="1400" dirty="0" err="1">
                <a:latin typeface="阿里巴巴普惠体" panose="00020600040101010101" pitchFamily="18" charset="-122"/>
                <a:ea typeface="阿里巴巴普惠体" panose="00020600040101010101" pitchFamily="18" charset="-122"/>
                <a:cs typeface="阿里巴巴普惠体" panose="00020600040101010101" pitchFamily="18" charset="-122"/>
              </a:rPr>
              <a:t>testB</a:t>
            </a:r>
            <a:r>
              <a:rPr lang="en-US"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a:t>
            </a:r>
          </a:p>
          <a:p>
            <a:r>
              <a:rPr lang="en-US"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    # global </a:t>
            </a:r>
            <a:r>
              <a:rPr lang="zh-CN" altLang="en-US"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关键字声明</a:t>
            </a:r>
            <a:r>
              <a:rPr lang="en-US"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a</a:t>
            </a:r>
            <a:r>
              <a:rPr lang="zh-CN" altLang="en-US"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是全局变量</a:t>
            </a:r>
          </a:p>
          <a:p>
            <a:r>
              <a:rPr lang="zh-CN" altLang="en-US"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    </a:t>
            </a:r>
            <a:r>
              <a:rPr lang="en-US"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global a</a:t>
            </a:r>
          </a:p>
          <a:p>
            <a:r>
              <a:rPr lang="en-US"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    a = 200</a:t>
            </a:r>
          </a:p>
          <a:p>
            <a:r>
              <a:rPr lang="en-US"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    print(a)</a:t>
            </a:r>
          </a:p>
          <a:p>
            <a:endParaRPr lang="en-US"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endParaRPr lang="en-US"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r>
              <a:rPr lang="en-US" altLang="zh-CN" sz="1400" dirty="0" err="1">
                <a:latin typeface="阿里巴巴普惠体" panose="00020600040101010101" pitchFamily="18" charset="-122"/>
                <a:ea typeface="阿里巴巴普惠体" panose="00020600040101010101" pitchFamily="18" charset="-122"/>
                <a:cs typeface="阿里巴巴普惠体" panose="00020600040101010101" pitchFamily="18" charset="-122"/>
              </a:rPr>
              <a:t>testA</a:t>
            </a:r>
            <a:r>
              <a:rPr lang="en-US"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  # 100</a:t>
            </a:r>
          </a:p>
          <a:p>
            <a:r>
              <a:rPr lang="en-US" altLang="zh-CN" sz="1400" dirty="0" err="1">
                <a:latin typeface="阿里巴巴普惠体" panose="00020600040101010101" pitchFamily="18" charset="-122"/>
                <a:ea typeface="阿里巴巴普惠体" panose="00020600040101010101" pitchFamily="18" charset="-122"/>
                <a:cs typeface="阿里巴巴普惠体" panose="00020600040101010101" pitchFamily="18" charset="-122"/>
              </a:rPr>
              <a:t>testB</a:t>
            </a:r>
            <a:r>
              <a:rPr lang="en-US"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  # 200</a:t>
            </a:r>
          </a:p>
          <a:p>
            <a:r>
              <a:rPr lang="en-US"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print(f'</a:t>
            </a:r>
            <a:r>
              <a:rPr lang="zh-CN" altLang="en-US"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全局变量</a:t>
            </a:r>
            <a:r>
              <a:rPr lang="en-US"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a = {a}')  # </a:t>
            </a:r>
            <a:r>
              <a:rPr lang="zh-CN" altLang="en-US"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全局变量</a:t>
            </a:r>
            <a:r>
              <a:rPr lang="en-US"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a = 200</a:t>
            </a:r>
            <a:endParaRPr lang="en-US" altLang="zh-CN" sz="1400" dirty="0">
              <a:solidFill>
                <a:srgbClr val="B60206"/>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Tree>
    <p:extLst>
      <p:ext uri="{BB962C8B-B14F-4D97-AF65-F5344CB8AC3E}">
        <p14:creationId xmlns:p14="http://schemas.microsoft.com/office/powerpoint/2010/main" val="350110963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变量作用域</a:t>
            </a:r>
          </a:p>
        </p:txBody>
      </p:sp>
      <p:sp>
        <p:nvSpPr>
          <p:cNvPr id="4" name="文本占位符 3"/>
          <p:cNvSpPr>
            <a:spLocks noGrp="1"/>
          </p:cNvSpPr>
          <p:nvPr>
            <p:ph type="body" sz="quarter" idx="10"/>
          </p:nvPr>
        </p:nvSpPr>
        <p:spPr/>
        <p:txBody>
          <a:bodyPr/>
          <a:lstStyle/>
          <a:p>
            <a:r>
              <a:rPr lang="en-US" altLang="zh-CN" dirty="0"/>
              <a:t>4</a:t>
            </a:r>
            <a:r>
              <a:rPr lang="zh-CN" altLang="en-US" dirty="0"/>
              <a:t>、多函数程序执行流程</a:t>
            </a:r>
            <a:endParaRPr lang="en-US" altLang="zh-CN" dirty="0"/>
          </a:p>
        </p:txBody>
      </p:sp>
      <p:sp>
        <p:nvSpPr>
          <p:cNvPr id="9" name="文本占位符 1"/>
          <p:cNvSpPr>
            <a:spLocks noGrp="1"/>
          </p:cNvSpPr>
          <p:nvPr>
            <p:ph type="body" sz="quarter" idx="11"/>
          </p:nvPr>
        </p:nvSpPr>
        <p:spPr>
          <a:xfrm>
            <a:off x="710881" y="1635973"/>
            <a:ext cx="10749598" cy="5004924"/>
          </a:xfrm>
        </p:spPr>
        <p:txBody>
          <a:bodyPr/>
          <a:lstStyle/>
          <a:p>
            <a:pPr marL="0" indent="0">
              <a:buNone/>
            </a:pPr>
            <a:r>
              <a:rPr lang="en-US" altLang="zh-CN" dirty="0">
                <a:solidFill>
                  <a:schemeClr val="tx1">
                    <a:lumMod val="75000"/>
                    <a:lumOff val="25000"/>
                  </a:schemeClr>
                </a:solidFill>
              </a:rPr>
              <a:t>☆ </a:t>
            </a:r>
            <a:r>
              <a:rPr lang="zh-CN" altLang="en-US" dirty="0">
                <a:solidFill>
                  <a:schemeClr val="tx1">
                    <a:lumMod val="75000"/>
                    <a:lumOff val="25000"/>
                  </a:schemeClr>
                </a:solidFill>
              </a:rPr>
              <a:t>共享全局变量一般在实际开发过程中，一个程序往往由多个函数（后面知识中会讲解类）组成，并且多个函数共享某些数据，如下所示：</a:t>
            </a:r>
            <a:endParaRPr lang="en-US" altLang="zh-CN" dirty="0">
              <a:solidFill>
                <a:srgbClr val="B60206"/>
              </a:solidFill>
            </a:endParaRPr>
          </a:p>
        </p:txBody>
      </p:sp>
      <p:sp>
        <p:nvSpPr>
          <p:cNvPr id="7" name="TextBox 3">
            <a:extLst>
              <a:ext uri="{FF2B5EF4-FFF2-40B4-BE49-F238E27FC236}">
                <a16:creationId xmlns:a16="http://schemas.microsoft.com/office/drawing/2014/main" id="{0C998B78-AB18-3C47-A1C7-25AE9A3A40B0}"/>
              </a:ext>
            </a:extLst>
          </p:cNvPr>
          <p:cNvSpPr txBox="1"/>
          <p:nvPr/>
        </p:nvSpPr>
        <p:spPr>
          <a:xfrm>
            <a:off x="752252" y="2455136"/>
            <a:ext cx="10666853" cy="4185761"/>
          </a:xfrm>
          <a:prstGeom prst="rect">
            <a:avLst/>
          </a:prstGeom>
          <a:solidFill>
            <a:srgbClr val="FFFFE4"/>
          </a:solidFill>
          <a:ln w="3175">
            <a:solidFill>
              <a:srgbClr val="919191"/>
            </a:solidFill>
          </a:ln>
        </p:spPr>
        <p:txBody>
          <a:bodyPr wrap="square">
            <a:spAutoFit/>
          </a:bodyPr>
          <a:lstStyle/>
          <a:p>
            <a:r>
              <a:rPr lang="en-US"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 1. </a:t>
            </a:r>
            <a:r>
              <a:rPr lang="zh-CN" altLang="en-US"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定义全局变量</a:t>
            </a:r>
          </a:p>
          <a:p>
            <a:r>
              <a:rPr lang="en-US" altLang="zh-CN" sz="1400" dirty="0" err="1">
                <a:latin typeface="阿里巴巴普惠体" panose="00020600040101010101" pitchFamily="18" charset="-122"/>
                <a:ea typeface="阿里巴巴普惠体" panose="00020600040101010101" pitchFamily="18" charset="-122"/>
                <a:cs typeface="阿里巴巴普惠体" panose="00020600040101010101" pitchFamily="18" charset="-122"/>
              </a:rPr>
              <a:t>num</a:t>
            </a:r>
            <a:r>
              <a:rPr lang="en-US"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 = 0</a:t>
            </a:r>
          </a:p>
          <a:p>
            <a:endParaRPr lang="en-US"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endParaRPr lang="en-US"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r>
              <a:rPr lang="en-US" altLang="zh-CN" sz="1400" dirty="0" err="1">
                <a:latin typeface="阿里巴巴普惠体" panose="00020600040101010101" pitchFamily="18" charset="-122"/>
                <a:ea typeface="阿里巴巴普惠体" panose="00020600040101010101" pitchFamily="18" charset="-122"/>
                <a:cs typeface="阿里巴巴普惠体" panose="00020600040101010101" pitchFamily="18" charset="-122"/>
              </a:rPr>
              <a:t>def</a:t>
            </a:r>
            <a:r>
              <a:rPr lang="en-US"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 test1():</a:t>
            </a:r>
          </a:p>
          <a:p>
            <a:r>
              <a:rPr lang="en-US"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    </a:t>
            </a:r>
            <a:r>
              <a:rPr lang="en-US" altLang="zh-CN" sz="1400" dirty="0">
                <a:solidFill>
                  <a:srgbClr val="B60206"/>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global </a:t>
            </a:r>
            <a:r>
              <a:rPr lang="en-US" altLang="zh-CN" sz="1400" dirty="0" err="1">
                <a:solidFill>
                  <a:srgbClr val="B60206"/>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num</a:t>
            </a:r>
            <a:endParaRPr lang="en-US" altLang="zh-CN" sz="1400" dirty="0">
              <a:solidFill>
                <a:srgbClr val="B60206"/>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r>
              <a:rPr lang="en-US" altLang="zh-CN" sz="1400" dirty="0">
                <a:solidFill>
                  <a:srgbClr val="B60206"/>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    # </a:t>
            </a:r>
            <a:r>
              <a:rPr lang="zh-CN" altLang="en-US" sz="1400" dirty="0">
                <a:solidFill>
                  <a:srgbClr val="B60206"/>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修改全局变量</a:t>
            </a:r>
          </a:p>
          <a:p>
            <a:r>
              <a:rPr lang="zh-CN" altLang="en-US" sz="1400" dirty="0">
                <a:solidFill>
                  <a:srgbClr val="B60206"/>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    </a:t>
            </a:r>
            <a:r>
              <a:rPr lang="en-US" altLang="zh-CN" sz="1400" dirty="0" err="1">
                <a:solidFill>
                  <a:srgbClr val="B60206"/>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num</a:t>
            </a:r>
            <a:r>
              <a:rPr lang="en-US" altLang="zh-CN" sz="1400" dirty="0">
                <a:solidFill>
                  <a:srgbClr val="B60206"/>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 = 100</a:t>
            </a:r>
          </a:p>
          <a:p>
            <a:endParaRPr lang="en-US"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endParaRPr lang="en-US"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r>
              <a:rPr lang="en-US" altLang="zh-CN" sz="1400" dirty="0" err="1">
                <a:latin typeface="阿里巴巴普惠体" panose="00020600040101010101" pitchFamily="18" charset="-122"/>
                <a:ea typeface="阿里巴巴普惠体" panose="00020600040101010101" pitchFamily="18" charset="-122"/>
                <a:cs typeface="阿里巴巴普惠体" panose="00020600040101010101" pitchFamily="18" charset="-122"/>
              </a:rPr>
              <a:t>def</a:t>
            </a:r>
            <a:r>
              <a:rPr lang="en-US"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 test2():</a:t>
            </a:r>
          </a:p>
          <a:p>
            <a:r>
              <a:rPr lang="en-US"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    </a:t>
            </a:r>
            <a:r>
              <a:rPr lang="en-US" altLang="zh-CN" sz="1400" dirty="0">
                <a:solidFill>
                  <a:srgbClr val="B60206"/>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 </a:t>
            </a:r>
            <a:r>
              <a:rPr lang="zh-CN" altLang="en-US" sz="1400" dirty="0">
                <a:solidFill>
                  <a:srgbClr val="B60206"/>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调用</a:t>
            </a:r>
            <a:r>
              <a:rPr lang="en-US" altLang="zh-CN" sz="1400" dirty="0">
                <a:solidFill>
                  <a:srgbClr val="B60206"/>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test1</a:t>
            </a:r>
            <a:r>
              <a:rPr lang="zh-CN" altLang="en-US" sz="1400" dirty="0">
                <a:solidFill>
                  <a:srgbClr val="B60206"/>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函数中修改后的全局变量</a:t>
            </a:r>
          </a:p>
          <a:p>
            <a:r>
              <a:rPr lang="zh-CN" altLang="en-US" sz="1400" dirty="0">
                <a:solidFill>
                  <a:srgbClr val="B60206"/>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    </a:t>
            </a:r>
            <a:r>
              <a:rPr lang="en-US" altLang="zh-CN" sz="1400" dirty="0">
                <a:solidFill>
                  <a:srgbClr val="B60206"/>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print(</a:t>
            </a:r>
            <a:r>
              <a:rPr lang="en-US" altLang="zh-CN" sz="1400" dirty="0" err="1">
                <a:solidFill>
                  <a:srgbClr val="B60206"/>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num</a:t>
            </a:r>
            <a:r>
              <a:rPr lang="en-US" altLang="zh-CN" sz="1400" dirty="0">
                <a:solidFill>
                  <a:srgbClr val="B60206"/>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a:t>
            </a:r>
          </a:p>
          <a:p>
            <a:r>
              <a:rPr lang="en-US"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    </a:t>
            </a:r>
          </a:p>
          <a:p>
            <a:endParaRPr lang="en-US"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r>
              <a:rPr lang="en-US"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 2. </a:t>
            </a:r>
            <a:r>
              <a:rPr lang="zh-CN" altLang="en-US"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调用</a:t>
            </a:r>
            <a:r>
              <a:rPr lang="en-US"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test1</a:t>
            </a:r>
            <a:r>
              <a:rPr lang="zh-CN" altLang="en-US"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函数，执行函数内部代码：声明和修改全局变量</a:t>
            </a:r>
          </a:p>
          <a:p>
            <a:r>
              <a:rPr lang="en-US"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test1()</a:t>
            </a:r>
          </a:p>
          <a:p>
            <a:r>
              <a:rPr lang="en-US"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 3. </a:t>
            </a:r>
            <a:r>
              <a:rPr lang="zh-CN" altLang="en-US"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调用</a:t>
            </a:r>
            <a:r>
              <a:rPr lang="en-US"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test2</a:t>
            </a:r>
            <a:r>
              <a:rPr lang="zh-CN" altLang="en-US"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函数，执行函数内部代码：打印</a:t>
            </a:r>
          </a:p>
          <a:p>
            <a:r>
              <a:rPr lang="en-US"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test2()  # 100</a:t>
            </a:r>
            <a:endParaRPr lang="en-US" altLang="zh-CN" sz="1400" dirty="0">
              <a:solidFill>
                <a:srgbClr val="B60206"/>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Tree>
    <p:extLst>
      <p:ext uri="{BB962C8B-B14F-4D97-AF65-F5344CB8AC3E}">
        <p14:creationId xmlns:p14="http://schemas.microsoft.com/office/powerpoint/2010/main" val="83712163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变量作用域</a:t>
            </a:r>
          </a:p>
        </p:txBody>
      </p:sp>
      <p:sp>
        <p:nvSpPr>
          <p:cNvPr id="4" name="文本占位符 3"/>
          <p:cNvSpPr>
            <a:spLocks noGrp="1"/>
          </p:cNvSpPr>
          <p:nvPr>
            <p:ph type="body" sz="quarter" idx="10"/>
          </p:nvPr>
        </p:nvSpPr>
        <p:spPr/>
        <p:txBody>
          <a:bodyPr/>
          <a:lstStyle/>
          <a:p>
            <a:r>
              <a:rPr lang="en-US" altLang="zh-CN" dirty="0"/>
              <a:t>4</a:t>
            </a:r>
            <a:r>
              <a:rPr lang="zh-CN" altLang="en-US" dirty="0"/>
              <a:t>、多函数程序执行流程</a:t>
            </a:r>
            <a:endParaRPr lang="en-US" altLang="zh-CN" dirty="0"/>
          </a:p>
        </p:txBody>
      </p:sp>
      <p:sp>
        <p:nvSpPr>
          <p:cNvPr id="9" name="文本占位符 1"/>
          <p:cNvSpPr>
            <a:spLocks noGrp="1"/>
          </p:cNvSpPr>
          <p:nvPr>
            <p:ph type="body" sz="quarter" idx="11"/>
          </p:nvPr>
        </p:nvSpPr>
        <p:spPr>
          <a:xfrm>
            <a:off x="710881" y="1635973"/>
            <a:ext cx="10749598" cy="5004924"/>
          </a:xfrm>
        </p:spPr>
        <p:txBody>
          <a:bodyPr/>
          <a:lstStyle/>
          <a:p>
            <a:pPr marL="0" indent="0">
              <a:buNone/>
            </a:pPr>
            <a:r>
              <a:rPr lang="en-US" altLang="zh-CN" dirty="0">
                <a:solidFill>
                  <a:schemeClr val="tx1">
                    <a:lumMod val="75000"/>
                    <a:lumOff val="25000"/>
                  </a:schemeClr>
                </a:solidFill>
              </a:rPr>
              <a:t>☆ </a:t>
            </a:r>
            <a:r>
              <a:rPr lang="zh-CN" altLang="en-US" dirty="0">
                <a:solidFill>
                  <a:schemeClr val="tx1">
                    <a:lumMod val="75000"/>
                    <a:lumOff val="25000"/>
                  </a:schemeClr>
                </a:solidFill>
              </a:rPr>
              <a:t>把函数返回值作为参数传递：</a:t>
            </a:r>
            <a:endParaRPr lang="en-US" altLang="zh-CN" dirty="0">
              <a:solidFill>
                <a:srgbClr val="B60206"/>
              </a:solidFill>
            </a:endParaRPr>
          </a:p>
        </p:txBody>
      </p:sp>
      <p:sp>
        <p:nvSpPr>
          <p:cNvPr id="7" name="TextBox 3">
            <a:extLst>
              <a:ext uri="{FF2B5EF4-FFF2-40B4-BE49-F238E27FC236}">
                <a16:creationId xmlns:a16="http://schemas.microsoft.com/office/drawing/2014/main" id="{0C998B78-AB18-3C47-A1C7-25AE9A3A40B0}"/>
              </a:ext>
            </a:extLst>
          </p:cNvPr>
          <p:cNvSpPr txBox="1"/>
          <p:nvPr/>
        </p:nvSpPr>
        <p:spPr>
          <a:xfrm>
            <a:off x="752252" y="2233755"/>
            <a:ext cx="10666853" cy="3108543"/>
          </a:xfrm>
          <a:prstGeom prst="rect">
            <a:avLst/>
          </a:prstGeom>
          <a:solidFill>
            <a:srgbClr val="FFFFE4"/>
          </a:solidFill>
          <a:ln w="3175">
            <a:solidFill>
              <a:srgbClr val="919191"/>
            </a:solidFill>
          </a:ln>
        </p:spPr>
        <p:txBody>
          <a:bodyPr wrap="square">
            <a:spAutoFit/>
          </a:bodyPr>
          <a:lstStyle/>
          <a:p>
            <a:r>
              <a:rPr lang="en-US" altLang="zh-CN" sz="1400" dirty="0" err="1">
                <a:latin typeface="阿里巴巴普惠体" panose="00020600040101010101" pitchFamily="18" charset="-122"/>
                <a:ea typeface="阿里巴巴普惠体" panose="00020600040101010101" pitchFamily="18" charset="-122"/>
                <a:cs typeface="阿里巴巴普惠体" panose="00020600040101010101" pitchFamily="18" charset="-122"/>
              </a:rPr>
              <a:t>def</a:t>
            </a:r>
            <a:r>
              <a:rPr lang="en-US"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 test1():</a:t>
            </a:r>
          </a:p>
          <a:p>
            <a:r>
              <a:rPr lang="en-US"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    return 50</a:t>
            </a:r>
          </a:p>
          <a:p>
            <a:endParaRPr lang="en-US"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endParaRPr lang="en-US"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r>
              <a:rPr lang="en-US" altLang="zh-CN" sz="1400" dirty="0" err="1">
                <a:latin typeface="阿里巴巴普惠体" panose="00020600040101010101" pitchFamily="18" charset="-122"/>
                <a:ea typeface="阿里巴巴普惠体" panose="00020600040101010101" pitchFamily="18" charset="-122"/>
                <a:cs typeface="阿里巴巴普惠体" panose="00020600040101010101" pitchFamily="18" charset="-122"/>
              </a:rPr>
              <a:t>def</a:t>
            </a:r>
            <a:r>
              <a:rPr lang="en-US"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 test2(</a:t>
            </a:r>
            <a:r>
              <a:rPr lang="en-US" altLang="zh-CN" sz="1400" dirty="0" err="1">
                <a:latin typeface="阿里巴巴普惠体" panose="00020600040101010101" pitchFamily="18" charset="-122"/>
                <a:ea typeface="阿里巴巴普惠体" panose="00020600040101010101" pitchFamily="18" charset="-122"/>
                <a:cs typeface="阿里巴巴普惠体" panose="00020600040101010101" pitchFamily="18" charset="-122"/>
              </a:rPr>
              <a:t>num</a:t>
            </a:r>
            <a:r>
              <a:rPr lang="en-US"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a:t>
            </a:r>
          </a:p>
          <a:p>
            <a:r>
              <a:rPr lang="en-US"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    print(</a:t>
            </a:r>
            <a:r>
              <a:rPr lang="en-US" altLang="zh-CN" sz="1400" dirty="0" err="1">
                <a:latin typeface="阿里巴巴普惠体" panose="00020600040101010101" pitchFamily="18" charset="-122"/>
                <a:ea typeface="阿里巴巴普惠体" panose="00020600040101010101" pitchFamily="18" charset="-122"/>
                <a:cs typeface="阿里巴巴普惠体" panose="00020600040101010101" pitchFamily="18" charset="-122"/>
              </a:rPr>
              <a:t>num</a:t>
            </a:r>
            <a:r>
              <a:rPr lang="en-US"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a:t>
            </a:r>
          </a:p>
          <a:p>
            <a:endParaRPr lang="en-US"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endParaRPr lang="en-US"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r>
              <a:rPr lang="en-US"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 1. </a:t>
            </a:r>
            <a:r>
              <a:rPr lang="zh-CN" altLang="en-US"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保存函数</a:t>
            </a:r>
            <a:r>
              <a:rPr lang="en-US"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test1</a:t>
            </a:r>
            <a:r>
              <a:rPr lang="zh-CN" altLang="en-US"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的返回值</a:t>
            </a:r>
          </a:p>
          <a:p>
            <a:r>
              <a:rPr lang="en-US" altLang="zh-CN" sz="1400" dirty="0">
                <a:solidFill>
                  <a:srgbClr val="B60206"/>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result = test1()</a:t>
            </a:r>
          </a:p>
          <a:p>
            <a:endParaRPr lang="en-US"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endParaRPr lang="en-US"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r>
              <a:rPr lang="en-US"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 2.</a:t>
            </a:r>
            <a:r>
              <a:rPr lang="zh-CN" altLang="en-US"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将函数返回值所在变量作为参数传递到</a:t>
            </a:r>
            <a:r>
              <a:rPr lang="en-US"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test2</a:t>
            </a:r>
            <a:r>
              <a:rPr lang="zh-CN" altLang="en-US"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函数</a:t>
            </a:r>
          </a:p>
          <a:p>
            <a:r>
              <a:rPr lang="en-US" altLang="zh-CN" sz="1400" dirty="0">
                <a:solidFill>
                  <a:srgbClr val="B60206"/>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test2(result)  # 50</a:t>
            </a:r>
          </a:p>
        </p:txBody>
      </p:sp>
    </p:spTree>
    <p:extLst>
      <p:ext uri="{BB962C8B-B14F-4D97-AF65-F5344CB8AC3E}">
        <p14:creationId xmlns:p14="http://schemas.microsoft.com/office/powerpoint/2010/main" val="176308053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6DC7A42-DEB9-4846-9885-EF1F65B29AB4}"/>
              </a:ext>
            </a:extLst>
          </p:cNvPr>
          <p:cNvSpPr>
            <a:spLocks noGrp="1"/>
          </p:cNvSpPr>
          <p:nvPr>
            <p:ph type="title"/>
          </p:nvPr>
        </p:nvSpPr>
        <p:spPr/>
        <p:txBody>
          <a:bodyPr/>
          <a:lstStyle/>
          <a:p>
            <a:r>
              <a:rPr lang="zh-CN" altLang="en-US" dirty="0">
                <a:solidFill>
                  <a:schemeClr val="tx1">
                    <a:lumMod val="65000"/>
                    <a:lumOff val="35000"/>
                  </a:schemeClr>
                </a:solidFill>
              </a:rPr>
              <a:t>函数参数进阶</a:t>
            </a:r>
            <a:endParaRPr lang="en-US" altLang="zh-CN" dirty="0">
              <a:solidFill>
                <a:schemeClr val="tx1">
                  <a:lumMod val="65000"/>
                  <a:lumOff val="35000"/>
                </a:schemeClr>
              </a:solidFill>
            </a:endParaRPr>
          </a:p>
        </p:txBody>
      </p:sp>
      <p:sp>
        <p:nvSpPr>
          <p:cNvPr id="3" name="文本占位符 2">
            <a:extLst>
              <a:ext uri="{FF2B5EF4-FFF2-40B4-BE49-F238E27FC236}">
                <a16:creationId xmlns:a16="http://schemas.microsoft.com/office/drawing/2014/main" id="{DC0D98B5-82FB-804B-8565-7E31DD4B40B6}"/>
              </a:ext>
            </a:extLst>
          </p:cNvPr>
          <p:cNvSpPr>
            <a:spLocks noGrp="1"/>
          </p:cNvSpPr>
          <p:nvPr>
            <p:ph type="body" sz="quarter" idx="10"/>
          </p:nvPr>
        </p:nvSpPr>
        <p:spPr/>
        <p:txBody>
          <a:bodyPr/>
          <a:lstStyle/>
          <a:p>
            <a:r>
              <a:rPr kumimoji="1" lang="en-US" altLang="zh-CN" dirty="0"/>
              <a:t>06</a:t>
            </a:r>
            <a:endParaRPr kumimoji="1" lang="zh-CN" altLang="en-US" dirty="0"/>
          </a:p>
        </p:txBody>
      </p:sp>
    </p:spTree>
    <p:extLst>
      <p:ext uri="{BB962C8B-B14F-4D97-AF65-F5344CB8AC3E}">
        <p14:creationId xmlns:p14="http://schemas.microsoft.com/office/powerpoint/2010/main" val="260147875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函数参数进阶</a:t>
            </a:r>
          </a:p>
        </p:txBody>
      </p:sp>
      <p:sp>
        <p:nvSpPr>
          <p:cNvPr id="4" name="文本占位符 3"/>
          <p:cNvSpPr>
            <a:spLocks noGrp="1"/>
          </p:cNvSpPr>
          <p:nvPr>
            <p:ph type="body" sz="quarter" idx="10"/>
          </p:nvPr>
        </p:nvSpPr>
        <p:spPr/>
        <p:txBody>
          <a:bodyPr/>
          <a:lstStyle/>
          <a:p>
            <a:r>
              <a:rPr lang="en-US" altLang="zh-CN" dirty="0"/>
              <a:t>1</a:t>
            </a:r>
            <a:r>
              <a:rPr lang="zh-CN" altLang="en-US" dirty="0"/>
              <a:t>、位置参数</a:t>
            </a:r>
            <a:endParaRPr lang="en-US" altLang="zh-CN" dirty="0"/>
          </a:p>
        </p:txBody>
      </p:sp>
      <p:sp>
        <p:nvSpPr>
          <p:cNvPr id="9" name="文本占位符 1"/>
          <p:cNvSpPr>
            <a:spLocks noGrp="1"/>
          </p:cNvSpPr>
          <p:nvPr>
            <p:ph type="body" sz="quarter" idx="11"/>
          </p:nvPr>
        </p:nvSpPr>
        <p:spPr>
          <a:xfrm>
            <a:off x="710881" y="1635973"/>
            <a:ext cx="10749598" cy="3869678"/>
          </a:xfrm>
        </p:spPr>
        <p:txBody>
          <a:bodyPr/>
          <a:lstStyle/>
          <a:p>
            <a:pPr marL="0" indent="0">
              <a:buNone/>
            </a:pPr>
            <a:r>
              <a:rPr lang="zh-CN" altLang="en-US" dirty="0">
                <a:solidFill>
                  <a:schemeClr val="tx1">
                    <a:lumMod val="75000"/>
                    <a:lumOff val="25000"/>
                  </a:schemeClr>
                </a:solidFill>
              </a:rPr>
              <a:t>位置参数：调用函数时根据函数定义的参数位置来传递参数。</a:t>
            </a:r>
            <a:endParaRPr lang="en-US" altLang="zh-CN" dirty="0">
              <a:solidFill>
                <a:srgbClr val="B60206"/>
              </a:solidFill>
            </a:endParaRPr>
          </a:p>
        </p:txBody>
      </p:sp>
      <p:sp>
        <p:nvSpPr>
          <p:cNvPr id="7" name="TextBox 3">
            <a:extLst>
              <a:ext uri="{FF2B5EF4-FFF2-40B4-BE49-F238E27FC236}">
                <a16:creationId xmlns:a16="http://schemas.microsoft.com/office/drawing/2014/main" id="{0C998B78-AB18-3C47-A1C7-25AE9A3A40B0}"/>
              </a:ext>
            </a:extLst>
          </p:cNvPr>
          <p:cNvSpPr txBox="1"/>
          <p:nvPr/>
        </p:nvSpPr>
        <p:spPr>
          <a:xfrm>
            <a:off x="752252" y="2233755"/>
            <a:ext cx="10666853" cy="1169551"/>
          </a:xfrm>
          <a:prstGeom prst="rect">
            <a:avLst/>
          </a:prstGeom>
          <a:solidFill>
            <a:srgbClr val="FFFFE4"/>
          </a:solidFill>
          <a:ln w="3175">
            <a:solidFill>
              <a:srgbClr val="919191"/>
            </a:solidFill>
          </a:ln>
        </p:spPr>
        <p:txBody>
          <a:bodyPr wrap="square">
            <a:spAutoFit/>
          </a:bodyPr>
          <a:lstStyle/>
          <a:p>
            <a:r>
              <a:rPr lang="en-US" altLang="zh-CN" sz="1400" dirty="0" err="1">
                <a:latin typeface="阿里巴巴普惠体" panose="00020600040101010101" pitchFamily="18" charset="-122"/>
                <a:ea typeface="阿里巴巴普惠体" panose="00020600040101010101" pitchFamily="18" charset="-122"/>
                <a:cs typeface="阿里巴巴普惠体" panose="00020600040101010101" pitchFamily="18" charset="-122"/>
              </a:rPr>
              <a:t>def</a:t>
            </a:r>
            <a:r>
              <a:rPr lang="en-US"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 </a:t>
            </a:r>
            <a:r>
              <a:rPr lang="en-US" altLang="zh-CN" sz="1400" dirty="0" err="1">
                <a:latin typeface="阿里巴巴普惠体" panose="00020600040101010101" pitchFamily="18" charset="-122"/>
                <a:ea typeface="阿里巴巴普惠体" panose="00020600040101010101" pitchFamily="18" charset="-122"/>
                <a:cs typeface="阿里巴巴普惠体" panose="00020600040101010101" pitchFamily="18" charset="-122"/>
              </a:rPr>
              <a:t>user_info</a:t>
            </a:r>
            <a:r>
              <a:rPr lang="en-US"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(name, age, gender):</a:t>
            </a:r>
          </a:p>
          <a:p>
            <a:r>
              <a:rPr lang="en-US"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    print(f'</a:t>
            </a:r>
            <a:r>
              <a:rPr lang="zh-CN" altLang="en-US"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您的名字是</a:t>
            </a:r>
            <a:r>
              <a:rPr lang="en-US"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{name}, </a:t>
            </a:r>
            <a:r>
              <a:rPr lang="zh-CN" altLang="en-US"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年龄是</a:t>
            </a:r>
            <a:r>
              <a:rPr lang="en-US"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{age}, </a:t>
            </a:r>
            <a:r>
              <a:rPr lang="zh-CN" altLang="en-US"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性别是</a:t>
            </a:r>
            <a:r>
              <a:rPr lang="en-US"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{gender}')</a:t>
            </a:r>
          </a:p>
          <a:p>
            <a:endParaRPr lang="en-US"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endParaRPr lang="en-US"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r>
              <a:rPr lang="en-US" altLang="zh-CN" sz="1400" dirty="0" err="1">
                <a:latin typeface="阿里巴巴普惠体" panose="00020600040101010101" pitchFamily="18" charset="-122"/>
                <a:ea typeface="阿里巴巴普惠体" panose="00020600040101010101" pitchFamily="18" charset="-122"/>
                <a:cs typeface="阿里巴巴普惠体" panose="00020600040101010101" pitchFamily="18" charset="-122"/>
              </a:rPr>
              <a:t>user_info</a:t>
            </a:r>
            <a:r>
              <a:rPr lang="en-US"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('TOM', 20, '</a:t>
            </a:r>
            <a:r>
              <a:rPr lang="zh-CN" altLang="en-US"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男</a:t>
            </a:r>
            <a:r>
              <a:rPr lang="en-US"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a:t>
            </a:r>
            <a:endParaRPr lang="en-US" altLang="zh-CN" sz="1400" dirty="0">
              <a:solidFill>
                <a:srgbClr val="B60206"/>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6" name="三角形 9">
            <a:extLst>
              <a:ext uri="{FF2B5EF4-FFF2-40B4-BE49-F238E27FC236}">
                <a16:creationId xmlns:a16="http://schemas.microsoft.com/office/drawing/2014/main" id="{23197916-4FF1-4C92-AE7A-4520837F4448}"/>
              </a:ext>
            </a:extLst>
          </p:cNvPr>
          <p:cNvSpPr/>
          <p:nvPr/>
        </p:nvSpPr>
        <p:spPr>
          <a:xfrm rot="2651319">
            <a:off x="717495" y="4225813"/>
            <a:ext cx="145648" cy="78105"/>
          </a:xfrm>
          <a:prstGeom prst="triangl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TextBox 6">
            <a:extLst>
              <a:ext uri="{FF2B5EF4-FFF2-40B4-BE49-F238E27FC236}">
                <a16:creationId xmlns:a16="http://schemas.microsoft.com/office/drawing/2014/main" id="{FC8F3570-2791-42C7-B320-77955401B7FE}"/>
              </a:ext>
            </a:extLst>
          </p:cNvPr>
          <p:cNvSpPr txBox="1"/>
          <p:nvPr/>
        </p:nvSpPr>
        <p:spPr>
          <a:xfrm>
            <a:off x="953207" y="4431504"/>
            <a:ext cx="10037763" cy="415498"/>
          </a:xfrm>
          <a:prstGeom prst="rect">
            <a:avLst/>
          </a:prstGeom>
          <a:noFill/>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50000"/>
              </a:lnSpc>
            </a:pPr>
            <a:r>
              <a:rPr lang="zh-CN" altLang="en-US" sz="1400" dirty="0">
                <a:solidFill>
                  <a:srgbClr val="AD2B26"/>
                </a:solidFill>
                <a:latin typeface="Alibaba PuHuiTi R" pitchFamily="18" charset="-122"/>
                <a:ea typeface="Alibaba PuHuiTi R" pitchFamily="18" charset="-122"/>
                <a:cs typeface="Alibaba PuHuiTi R" pitchFamily="18" charset="-122"/>
              </a:rPr>
              <a:t>注意：递和定义参数的顺序及个数必须一致。</a:t>
            </a:r>
            <a:endParaRPr lang="en-US" altLang="zh-CN" sz="1400" dirty="0">
              <a:solidFill>
                <a:srgbClr val="262626"/>
              </a:solidFill>
              <a:latin typeface="Alibaba PuHuiTi R" pitchFamily="18" charset="-122"/>
              <a:ea typeface="Alibaba PuHuiTi R" pitchFamily="18" charset="-122"/>
              <a:cs typeface="Alibaba PuHuiTi R" pitchFamily="18" charset="-122"/>
            </a:endParaRPr>
          </a:p>
        </p:txBody>
      </p:sp>
      <p:sp>
        <p:nvSpPr>
          <p:cNvPr id="10" name="矩形 9">
            <a:extLst>
              <a:ext uri="{FF2B5EF4-FFF2-40B4-BE49-F238E27FC236}">
                <a16:creationId xmlns:a16="http://schemas.microsoft.com/office/drawing/2014/main" id="{B561BF17-00D8-44F9-BBE1-DC58174FF365}"/>
              </a:ext>
            </a:extLst>
          </p:cNvPr>
          <p:cNvSpPr/>
          <p:nvPr/>
        </p:nvSpPr>
        <p:spPr>
          <a:xfrm>
            <a:off x="820969" y="3840713"/>
            <a:ext cx="10302240" cy="1380081"/>
          </a:xfrm>
          <a:prstGeom prst="rect">
            <a:avLst/>
          </a:prstGeom>
          <a:noFill/>
          <a:ln w="9525">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1" name="矩形 10">
            <a:extLst>
              <a:ext uri="{FF2B5EF4-FFF2-40B4-BE49-F238E27FC236}">
                <a16:creationId xmlns:a16="http://schemas.microsoft.com/office/drawing/2014/main" id="{7521E208-47E6-4A13-99E1-C9CCCAFAB12C}"/>
              </a:ext>
            </a:extLst>
          </p:cNvPr>
          <p:cNvSpPr/>
          <p:nvPr/>
        </p:nvSpPr>
        <p:spPr>
          <a:xfrm>
            <a:off x="710881" y="3941700"/>
            <a:ext cx="1053296" cy="300942"/>
          </a:xfrm>
          <a:prstGeom prst="rect">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400">
                <a:latin typeface="Alibaba PuHuiTi R" pitchFamily="18" charset="-122"/>
                <a:ea typeface="Alibaba PuHuiTi R" pitchFamily="18" charset="-122"/>
                <a:cs typeface="Alibaba PuHuiTi R" pitchFamily="18" charset="-122"/>
              </a:rPr>
              <a:t>注意事项</a:t>
            </a:r>
          </a:p>
        </p:txBody>
      </p:sp>
    </p:spTree>
    <p:extLst>
      <p:ext uri="{BB962C8B-B14F-4D97-AF65-F5344CB8AC3E}">
        <p14:creationId xmlns:p14="http://schemas.microsoft.com/office/powerpoint/2010/main" val="207725323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函数参数进阶</a:t>
            </a:r>
          </a:p>
        </p:txBody>
      </p:sp>
      <p:sp>
        <p:nvSpPr>
          <p:cNvPr id="4" name="文本占位符 3"/>
          <p:cNvSpPr>
            <a:spLocks noGrp="1"/>
          </p:cNvSpPr>
          <p:nvPr>
            <p:ph type="body" sz="quarter" idx="10"/>
          </p:nvPr>
        </p:nvSpPr>
        <p:spPr/>
        <p:txBody>
          <a:bodyPr/>
          <a:lstStyle/>
          <a:p>
            <a:r>
              <a:rPr lang="en-US" altLang="zh-CN" dirty="0"/>
              <a:t>2</a:t>
            </a:r>
            <a:r>
              <a:rPr lang="zh-CN" altLang="en-US" dirty="0"/>
              <a:t>、关键字参数</a:t>
            </a:r>
            <a:endParaRPr lang="en-US" altLang="zh-CN" dirty="0"/>
          </a:p>
        </p:txBody>
      </p:sp>
      <p:sp>
        <p:nvSpPr>
          <p:cNvPr id="9" name="文本占位符 1"/>
          <p:cNvSpPr>
            <a:spLocks noGrp="1"/>
          </p:cNvSpPr>
          <p:nvPr>
            <p:ph type="body" sz="quarter" idx="11"/>
          </p:nvPr>
        </p:nvSpPr>
        <p:spPr>
          <a:xfrm>
            <a:off x="710881" y="1635973"/>
            <a:ext cx="10749598" cy="3869678"/>
          </a:xfrm>
        </p:spPr>
        <p:txBody>
          <a:bodyPr/>
          <a:lstStyle/>
          <a:p>
            <a:pPr marL="0" indent="0">
              <a:buNone/>
            </a:pPr>
            <a:r>
              <a:rPr lang="zh-CN" altLang="en-US" dirty="0">
                <a:solidFill>
                  <a:schemeClr val="tx1">
                    <a:lumMod val="75000"/>
                    <a:lumOff val="25000"/>
                  </a:schemeClr>
                </a:solidFill>
              </a:rPr>
              <a:t>函数调用，通过“键</a:t>
            </a:r>
            <a:r>
              <a:rPr lang="en-US" altLang="zh-CN" dirty="0">
                <a:solidFill>
                  <a:schemeClr val="tx1">
                    <a:lumMod val="75000"/>
                    <a:lumOff val="25000"/>
                  </a:schemeClr>
                </a:solidFill>
              </a:rPr>
              <a:t>=</a:t>
            </a:r>
            <a:r>
              <a:rPr lang="zh-CN" altLang="en-US" dirty="0">
                <a:solidFill>
                  <a:schemeClr val="tx1">
                    <a:lumMod val="75000"/>
                    <a:lumOff val="25000"/>
                  </a:schemeClr>
                </a:solidFill>
              </a:rPr>
              <a:t>值”形式加以指定。可以让函数更加清晰、容易使用，同时也清除了参数的顺序需求。</a:t>
            </a:r>
            <a:endParaRPr lang="en-US" altLang="zh-CN" dirty="0">
              <a:solidFill>
                <a:srgbClr val="B60206"/>
              </a:solidFill>
            </a:endParaRPr>
          </a:p>
        </p:txBody>
      </p:sp>
      <p:sp>
        <p:nvSpPr>
          <p:cNvPr id="7" name="TextBox 3">
            <a:extLst>
              <a:ext uri="{FF2B5EF4-FFF2-40B4-BE49-F238E27FC236}">
                <a16:creationId xmlns:a16="http://schemas.microsoft.com/office/drawing/2014/main" id="{0C998B78-AB18-3C47-A1C7-25AE9A3A40B0}"/>
              </a:ext>
            </a:extLst>
          </p:cNvPr>
          <p:cNvSpPr txBox="1"/>
          <p:nvPr/>
        </p:nvSpPr>
        <p:spPr>
          <a:xfrm>
            <a:off x="752252" y="2233755"/>
            <a:ext cx="10666853" cy="1384995"/>
          </a:xfrm>
          <a:prstGeom prst="rect">
            <a:avLst/>
          </a:prstGeom>
          <a:solidFill>
            <a:srgbClr val="FFFFE4"/>
          </a:solidFill>
          <a:ln w="3175">
            <a:solidFill>
              <a:srgbClr val="919191"/>
            </a:solidFill>
          </a:ln>
        </p:spPr>
        <p:txBody>
          <a:bodyPr wrap="square">
            <a:spAutoFit/>
          </a:bodyPr>
          <a:lstStyle/>
          <a:p>
            <a:r>
              <a:rPr lang="en-US" altLang="zh-CN" sz="1400" dirty="0" err="1">
                <a:latin typeface="阿里巴巴普惠体" panose="00020600040101010101" pitchFamily="18" charset="-122"/>
                <a:ea typeface="阿里巴巴普惠体" panose="00020600040101010101" pitchFamily="18" charset="-122"/>
                <a:cs typeface="阿里巴巴普惠体" panose="00020600040101010101" pitchFamily="18" charset="-122"/>
              </a:rPr>
              <a:t>def</a:t>
            </a:r>
            <a:r>
              <a:rPr lang="en-US"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 </a:t>
            </a:r>
            <a:r>
              <a:rPr lang="en-US" altLang="zh-CN" sz="1400" dirty="0" err="1">
                <a:latin typeface="阿里巴巴普惠体" panose="00020600040101010101" pitchFamily="18" charset="-122"/>
                <a:ea typeface="阿里巴巴普惠体" panose="00020600040101010101" pitchFamily="18" charset="-122"/>
                <a:cs typeface="阿里巴巴普惠体" panose="00020600040101010101" pitchFamily="18" charset="-122"/>
              </a:rPr>
              <a:t>user_info</a:t>
            </a:r>
            <a:r>
              <a:rPr lang="en-US"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(name, age, gender):</a:t>
            </a:r>
          </a:p>
          <a:p>
            <a:r>
              <a:rPr lang="en-US"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    print(f'</a:t>
            </a:r>
            <a:r>
              <a:rPr lang="zh-CN" altLang="en-US"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您的名字是</a:t>
            </a:r>
            <a:r>
              <a:rPr lang="en-US"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{name}, </a:t>
            </a:r>
            <a:r>
              <a:rPr lang="zh-CN" altLang="en-US"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年龄是</a:t>
            </a:r>
            <a:r>
              <a:rPr lang="en-US"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{age}, </a:t>
            </a:r>
            <a:r>
              <a:rPr lang="zh-CN" altLang="en-US"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性别是</a:t>
            </a:r>
            <a:r>
              <a:rPr lang="en-US"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{gender}')</a:t>
            </a:r>
          </a:p>
          <a:p>
            <a:endParaRPr lang="en-US"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endParaRPr lang="en-US"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r>
              <a:rPr lang="en-US" altLang="zh-CN" sz="1400" dirty="0" err="1">
                <a:latin typeface="阿里巴巴普惠体" panose="00020600040101010101" pitchFamily="18" charset="-122"/>
                <a:ea typeface="阿里巴巴普惠体" panose="00020600040101010101" pitchFamily="18" charset="-122"/>
                <a:cs typeface="阿里巴巴普惠体" panose="00020600040101010101" pitchFamily="18" charset="-122"/>
              </a:rPr>
              <a:t>user_info</a:t>
            </a:r>
            <a:r>
              <a:rPr lang="en-US"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('Rose', age=20, gender='</a:t>
            </a:r>
            <a:r>
              <a:rPr lang="zh-CN" altLang="en-US"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女</a:t>
            </a:r>
            <a:r>
              <a:rPr lang="en-US"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a:t>
            </a:r>
          </a:p>
          <a:p>
            <a:r>
              <a:rPr lang="en-US" altLang="zh-CN" sz="1400" dirty="0" err="1">
                <a:latin typeface="阿里巴巴普惠体" panose="00020600040101010101" pitchFamily="18" charset="-122"/>
                <a:ea typeface="阿里巴巴普惠体" panose="00020600040101010101" pitchFamily="18" charset="-122"/>
                <a:cs typeface="阿里巴巴普惠体" panose="00020600040101010101" pitchFamily="18" charset="-122"/>
              </a:rPr>
              <a:t>user_info</a:t>
            </a:r>
            <a:r>
              <a:rPr lang="en-US"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a:t>
            </a:r>
            <a:r>
              <a:rPr lang="zh-CN" altLang="en-US"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小明</a:t>
            </a:r>
            <a:r>
              <a:rPr lang="en-US"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 gender='</a:t>
            </a:r>
            <a:r>
              <a:rPr lang="zh-CN" altLang="en-US"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男</a:t>
            </a:r>
            <a:r>
              <a:rPr lang="en-US"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 age=16)</a:t>
            </a:r>
            <a:endParaRPr lang="en-US" altLang="zh-CN" sz="1400" dirty="0">
              <a:solidFill>
                <a:srgbClr val="B60206"/>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6" name="三角形 9">
            <a:extLst>
              <a:ext uri="{FF2B5EF4-FFF2-40B4-BE49-F238E27FC236}">
                <a16:creationId xmlns:a16="http://schemas.microsoft.com/office/drawing/2014/main" id="{23197916-4FF1-4C92-AE7A-4520837F4448}"/>
              </a:ext>
            </a:extLst>
          </p:cNvPr>
          <p:cNvSpPr/>
          <p:nvPr/>
        </p:nvSpPr>
        <p:spPr>
          <a:xfrm rot="2651319">
            <a:off x="717495" y="4225813"/>
            <a:ext cx="145648" cy="78105"/>
          </a:xfrm>
          <a:prstGeom prst="triangl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TextBox 6">
            <a:extLst>
              <a:ext uri="{FF2B5EF4-FFF2-40B4-BE49-F238E27FC236}">
                <a16:creationId xmlns:a16="http://schemas.microsoft.com/office/drawing/2014/main" id="{FC8F3570-2791-42C7-B320-77955401B7FE}"/>
              </a:ext>
            </a:extLst>
          </p:cNvPr>
          <p:cNvSpPr txBox="1"/>
          <p:nvPr/>
        </p:nvSpPr>
        <p:spPr>
          <a:xfrm>
            <a:off x="953207" y="4431504"/>
            <a:ext cx="10037763" cy="380938"/>
          </a:xfrm>
          <a:prstGeom prst="rect">
            <a:avLst/>
          </a:prstGeom>
          <a:noFill/>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50000"/>
              </a:lnSpc>
            </a:pPr>
            <a:r>
              <a:rPr lang="zh-CN" altLang="en-US" sz="1400" dirty="0">
                <a:solidFill>
                  <a:srgbClr val="AD2B26"/>
                </a:solidFill>
                <a:latin typeface="Alibaba PuHuiTi R" pitchFamily="18" charset="-122"/>
                <a:ea typeface="Alibaba PuHuiTi R" pitchFamily="18" charset="-122"/>
                <a:cs typeface="Alibaba PuHuiTi R" pitchFamily="18" charset="-122"/>
              </a:rPr>
              <a:t>函数调用时，如果有位置参数时，位置参数必须在关键字参数的前面，但关键字参数之间不存在先后顺序。</a:t>
            </a:r>
            <a:endParaRPr lang="en-US" altLang="zh-CN" sz="1400" dirty="0">
              <a:solidFill>
                <a:srgbClr val="262626"/>
              </a:solidFill>
              <a:latin typeface="Alibaba PuHuiTi R" pitchFamily="18" charset="-122"/>
              <a:ea typeface="Alibaba PuHuiTi R" pitchFamily="18" charset="-122"/>
              <a:cs typeface="Alibaba PuHuiTi R" pitchFamily="18" charset="-122"/>
            </a:endParaRPr>
          </a:p>
        </p:txBody>
      </p:sp>
      <p:sp>
        <p:nvSpPr>
          <p:cNvPr id="10" name="矩形 9">
            <a:extLst>
              <a:ext uri="{FF2B5EF4-FFF2-40B4-BE49-F238E27FC236}">
                <a16:creationId xmlns:a16="http://schemas.microsoft.com/office/drawing/2014/main" id="{B561BF17-00D8-44F9-BBE1-DC58174FF365}"/>
              </a:ext>
            </a:extLst>
          </p:cNvPr>
          <p:cNvSpPr/>
          <p:nvPr/>
        </p:nvSpPr>
        <p:spPr>
          <a:xfrm>
            <a:off x="820969" y="3840713"/>
            <a:ext cx="10302240" cy="1251051"/>
          </a:xfrm>
          <a:prstGeom prst="rect">
            <a:avLst/>
          </a:prstGeom>
          <a:noFill/>
          <a:ln w="9525">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1" name="矩形 10">
            <a:extLst>
              <a:ext uri="{FF2B5EF4-FFF2-40B4-BE49-F238E27FC236}">
                <a16:creationId xmlns:a16="http://schemas.microsoft.com/office/drawing/2014/main" id="{7521E208-47E6-4A13-99E1-C9CCCAFAB12C}"/>
              </a:ext>
            </a:extLst>
          </p:cNvPr>
          <p:cNvSpPr/>
          <p:nvPr/>
        </p:nvSpPr>
        <p:spPr>
          <a:xfrm>
            <a:off x="710881" y="3941700"/>
            <a:ext cx="1053296" cy="300942"/>
          </a:xfrm>
          <a:prstGeom prst="rect">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400">
                <a:latin typeface="Alibaba PuHuiTi R" pitchFamily="18" charset="-122"/>
                <a:ea typeface="Alibaba PuHuiTi R" pitchFamily="18" charset="-122"/>
                <a:cs typeface="Alibaba PuHuiTi R" pitchFamily="18" charset="-122"/>
              </a:rPr>
              <a:t>注意事项</a:t>
            </a:r>
          </a:p>
        </p:txBody>
      </p:sp>
    </p:spTree>
    <p:extLst>
      <p:ext uri="{BB962C8B-B14F-4D97-AF65-F5344CB8AC3E}">
        <p14:creationId xmlns:p14="http://schemas.microsoft.com/office/powerpoint/2010/main" val="133796391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函数参数进阶</a:t>
            </a:r>
          </a:p>
        </p:txBody>
      </p:sp>
      <p:sp>
        <p:nvSpPr>
          <p:cNvPr id="4" name="文本占位符 3"/>
          <p:cNvSpPr>
            <a:spLocks noGrp="1"/>
          </p:cNvSpPr>
          <p:nvPr>
            <p:ph type="body" sz="quarter" idx="10"/>
          </p:nvPr>
        </p:nvSpPr>
        <p:spPr/>
        <p:txBody>
          <a:bodyPr/>
          <a:lstStyle/>
          <a:p>
            <a:r>
              <a:rPr lang="en-US" altLang="zh-CN" dirty="0"/>
              <a:t>3</a:t>
            </a:r>
            <a:r>
              <a:rPr lang="zh-CN" altLang="en-US" dirty="0"/>
              <a:t>、缺省参数（默认值）</a:t>
            </a:r>
            <a:endParaRPr lang="en-US" altLang="zh-CN" dirty="0"/>
          </a:p>
        </p:txBody>
      </p:sp>
      <p:sp>
        <p:nvSpPr>
          <p:cNvPr id="9" name="文本占位符 1"/>
          <p:cNvSpPr>
            <a:spLocks noGrp="1"/>
          </p:cNvSpPr>
          <p:nvPr>
            <p:ph type="body" sz="quarter" idx="11"/>
          </p:nvPr>
        </p:nvSpPr>
        <p:spPr>
          <a:xfrm>
            <a:off x="710881" y="1635973"/>
            <a:ext cx="10749598" cy="3869678"/>
          </a:xfrm>
        </p:spPr>
        <p:txBody>
          <a:bodyPr/>
          <a:lstStyle/>
          <a:p>
            <a:pPr marL="0" indent="0">
              <a:buNone/>
            </a:pPr>
            <a:r>
              <a:rPr lang="zh-CN" altLang="en-US" dirty="0">
                <a:solidFill>
                  <a:schemeClr val="tx1">
                    <a:lumMod val="75000"/>
                    <a:lumOff val="25000"/>
                  </a:schemeClr>
                </a:solidFill>
              </a:rPr>
              <a:t>缺省参数也叫默认参数，用于定义函数，为参数提供默认值，调用函数时可不传该默认参数的值（注意：所有位置参数必须出现在默认参数前，包括函数定义和调用）。</a:t>
            </a:r>
            <a:endParaRPr lang="en-US" altLang="zh-CN" dirty="0">
              <a:solidFill>
                <a:srgbClr val="B60206"/>
              </a:solidFill>
            </a:endParaRPr>
          </a:p>
        </p:txBody>
      </p:sp>
      <p:sp>
        <p:nvSpPr>
          <p:cNvPr id="7" name="TextBox 3">
            <a:extLst>
              <a:ext uri="{FF2B5EF4-FFF2-40B4-BE49-F238E27FC236}">
                <a16:creationId xmlns:a16="http://schemas.microsoft.com/office/drawing/2014/main" id="{0C998B78-AB18-3C47-A1C7-25AE9A3A40B0}"/>
              </a:ext>
            </a:extLst>
          </p:cNvPr>
          <p:cNvSpPr txBox="1"/>
          <p:nvPr/>
        </p:nvSpPr>
        <p:spPr>
          <a:xfrm>
            <a:off x="710880" y="2519102"/>
            <a:ext cx="10666853" cy="1384995"/>
          </a:xfrm>
          <a:prstGeom prst="rect">
            <a:avLst/>
          </a:prstGeom>
          <a:solidFill>
            <a:srgbClr val="FFFFE4"/>
          </a:solidFill>
          <a:ln w="3175">
            <a:solidFill>
              <a:srgbClr val="919191"/>
            </a:solidFill>
          </a:ln>
        </p:spPr>
        <p:txBody>
          <a:bodyPr wrap="square">
            <a:spAutoFit/>
          </a:bodyPr>
          <a:lstStyle/>
          <a:p>
            <a:r>
              <a:rPr lang="en-US" altLang="zh-CN" sz="1400" dirty="0" err="1">
                <a:latin typeface="阿里巴巴普惠体" panose="00020600040101010101" pitchFamily="18" charset="-122"/>
                <a:ea typeface="阿里巴巴普惠体" panose="00020600040101010101" pitchFamily="18" charset="-122"/>
                <a:cs typeface="阿里巴巴普惠体" panose="00020600040101010101" pitchFamily="18" charset="-122"/>
              </a:rPr>
              <a:t>def</a:t>
            </a:r>
            <a:r>
              <a:rPr lang="en-US"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 </a:t>
            </a:r>
            <a:r>
              <a:rPr lang="en-US" altLang="zh-CN" sz="1400" dirty="0" err="1">
                <a:latin typeface="阿里巴巴普惠体" panose="00020600040101010101" pitchFamily="18" charset="-122"/>
                <a:ea typeface="阿里巴巴普惠体" panose="00020600040101010101" pitchFamily="18" charset="-122"/>
                <a:cs typeface="阿里巴巴普惠体" panose="00020600040101010101" pitchFamily="18" charset="-122"/>
              </a:rPr>
              <a:t>user_info</a:t>
            </a:r>
            <a:r>
              <a:rPr lang="en-US"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(name, age, gender='</a:t>
            </a:r>
            <a:r>
              <a:rPr lang="zh-CN" altLang="en-US"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男</a:t>
            </a:r>
            <a:r>
              <a:rPr lang="en-US"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a:t>
            </a:r>
          </a:p>
          <a:p>
            <a:r>
              <a:rPr lang="en-US"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    print(f'</a:t>
            </a:r>
            <a:r>
              <a:rPr lang="zh-CN" altLang="en-US"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您的名字是</a:t>
            </a:r>
            <a:r>
              <a:rPr lang="en-US"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{name}, </a:t>
            </a:r>
            <a:r>
              <a:rPr lang="zh-CN" altLang="en-US"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年龄是</a:t>
            </a:r>
            <a:r>
              <a:rPr lang="en-US"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{age}, </a:t>
            </a:r>
            <a:r>
              <a:rPr lang="zh-CN" altLang="en-US"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性别是</a:t>
            </a:r>
            <a:r>
              <a:rPr lang="en-US"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{gender}')</a:t>
            </a:r>
          </a:p>
          <a:p>
            <a:endParaRPr lang="en-US"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endParaRPr lang="en-US"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r>
              <a:rPr lang="en-US" altLang="zh-CN" sz="1400" dirty="0" err="1">
                <a:latin typeface="阿里巴巴普惠体" panose="00020600040101010101" pitchFamily="18" charset="-122"/>
                <a:ea typeface="阿里巴巴普惠体" panose="00020600040101010101" pitchFamily="18" charset="-122"/>
                <a:cs typeface="阿里巴巴普惠体" panose="00020600040101010101" pitchFamily="18" charset="-122"/>
              </a:rPr>
              <a:t>user_info</a:t>
            </a:r>
            <a:r>
              <a:rPr lang="en-US"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('TOM', 20)</a:t>
            </a:r>
          </a:p>
          <a:p>
            <a:r>
              <a:rPr lang="en-US" altLang="zh-CN" sz="1400" dirty="0" err="1">
                <a:latin typeface="阿里巴巴普惠体" panose="00020600040101010101" pitchFamily="18" charset="-122"/>
                <a:ea typeface="阿里巴巴普惠体" panose="00020600040101010101" pitchFamily="18" charset="-122"/>
                <a:cs typeface="阿里巴巴普惠体" panose="00020600040101010101" pitchFamily="18" charset="-122"/>
              </a:rPr>
              <a:t>user_info</a:t>
            </a:r>
            <a:r>
              <a:rPr lang="en-US"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('Rose', 18, '</a:t>
            </a:r>
            <a:r>
              <a:rPr lang="zh-CN" altLang="en-US"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女</a:t>
            </a:r>
            <a:r>
              <a:rPr lang="en-US"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a:t>
            </a:r>
            <a:endParaRPr lang="en-US" altLang="zh-CN" sz="1400" dirty="0">
              <a:solidFill>
                <a:srgbClr val="B60206"/>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6" name="三角形 9">
            <a:extLst>
              <a:ext uri="{FF2B5EF4-FFF2-40B4-BE49-F238E27FC236}">
                <a16:creationId xmlns:a16="http://schemas.microsoft.com/office/drawing/2014/main" id="{23197916-4FF1-4C92-AE7A-4520837F4448}"/>
              </a:ext>
            </a:extLst>
          </p:cNvPr>
          <p:cNvSpPr/>
          <p:nvPr/>
        </p:nvSpPr>
        <p:spPr>
          <a:xfrm rot="2651319">
            <a:off x="717495" y="4639700"/>
            <a:ext cx="145648" cy="78105"/>
          </a:xfrm>
          <a:prstGeom prst="triangl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TextBox 6">
            <a:extLst>
              <a:ext uri="{FF2B5EF4-FFF2-40B4-BE49-F238E27FC236}">
                <a16:creationId xmlns:a16="http://schemas.microsoft.com/office/drawing/2014/main" id="{FC8F3570-2791-42C7-B320-77955401B7FE}"/>
              </a:ext>
            </a:extLst>
          </p:cNvPr>
          <p:cNvSpPr txBox="1"/>
          <p:nvPr/>
        </p:nvSpPr>
        <p:spPr>
          <a:xfrm>
            <a:off x="953207" y="4845391"/>
            <a:ext cx="10037763" cy="380938"/>
          </a:xfrm>
          <a:prstGeom prst="rect">
            <a:avLst/>
          </a:prstGeom>
          <a:noFill/>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50000"/>
              </a:lnSpc>
            </a:pPr>
            <a:r>
              <a:rPr lang="zh-CN" altLang="en-US" sz="1400" dirty="0">
                <a:solidFill>
                  <a:srgbClr val="AD2B26"/>
                </a:solidFill>
                <a:latin typeface="Alibaba PuHuiTi R" pitchFamily="18" charset="-122"/>
                <a:ea typeface="Alibaba PuHuiTi R" pitchFamily="18" charset="-122"/>
                <a:cs typeface="Alibaba PuHuiTi R" pitchFamily="18" charset="-122"/>
              </a:rPr>
              <a:t>函数调用时，如果为缺省参数传值则修改默认参数值；否则使用这个默认值。</a:t>
            </a:r>
            <a:endParaRPr lang="en-US" altLang="zh-CN" sz="1400" dirty="0">
              <a:solidFill>
                <a:srgbClr val="262626"/>
              </a:solidFill>
              <a:latin typeface="Alibaba PuHuiTi R" pitchFamily="18" charset="-122"/>
              <a:ea typeface="Alibaba PuHuiTi R" pitchFamily="18" charset="-122"/>
              <a:cs typeface="Alibaba PuHuiTi R" pitchFamily="18" charset="-122"/>
            </a:endParaRPr>
          </a:p>
        </p:txBody>
      </p:sp>
      <p:sp>
        <p:nvSpPr>
          <p:cNvPr id="10" name="矩形 9">
            <a:extLst>
              <a:ext uri="{FF2B5EF4-FFF2-40B4-BE49-F238E27FC236}">
                <a16:creationId xmlns:a16="http://schemas.microsoft.com/office/drawing/2014/main" id="{B561BF17-00D8-44F9-BBE1-DC58174FF365}"/>
              </a:ext>
            </a:extLst>
          </p:cNvPr>
          <p:cNvSpPr/>
          <p:nvPr/>
        </p:nvSpPr>
        <p:spPr>
          <a:xfrm>
            <a:off x="820969" y="4254600"/>
            <a:ext cx="10302240" cy="1251051"/>
          </a:xfrm>
          <a:prstGeom prst="rect">
            <a:avLst/>
          </a:prstGeom>
          <a:noFill/>
          <a:ln w="9525">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1" name="矩形 10">
            <a:extLst>
              <a:ext uri="{FF2B5EF4-FFF2-40B4-BE49-F238E27FC236}">
                <a16:creationId xmlns:a16="http://schemas.microsoft.com/office/drawing/2014/main" id="{7521E208-47E6-4A13-99E1-C9CCCAFAB12C}"/>
              </a:ext>
            </a:extLst>
          </p:cNvPr>
          <p:cNvSpPr/>
          <p:nvPr/>
        </p:nvSpPr>
        <p:spPr>
          <a:xfrm>
            <a:off x="710881" y="4355587"/>
            <a:ext cx="1053296" cy="300942"/>
          </a:xfrm>
          <a:prstGeom prst="rect">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400">
                <a:latin typeface="Alibaba PuHuiTi R" pitchFamily="18" charset="-122"/>
                <a:ea typeface="Alibaba PuHuiTi R" pitchFamily="18" charset="-122"/>
                <a:cs typeface="Alibaba PuHuiTi R" pitchFamily="18" charset="-122"/>
              </a:rPr>
              <a:t>注意事项</a:t>
            </a:r>
          </a:p>
        </p:txBody>
      </p:sp>
    </p:spTree>
    <p:extLst>
      <p:ext uri="{BB962C8B-B14F-4D97-AF65-F5344CB8AC3E}">
        <p14:creationId xmlns:p14="http://schemas.microsoft.com/office/powerpoint/2010/main" val="376754690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函数参数进阶</a:t>
            </a:r>
          </a:p>
        </p:txBody>
      </p:sp>
      <p:sp>
        <p:nvSpPr>
          <p:cNvPr id="4" name="文本占位符 3"/>
          <p:cNvSpPr>
            <a:spLocks noGrp="1"/>
          </p:cNvSpPr>
          <p:nvPr>
            <p:ph type="body" sz="quarter" idx="10"/>
          </p:nvPr>
        </p:nvSpPr>
        <p:spPr/>
        <p:txBody>
          <a:bodyPr/>
          <a:lstStyle/>
          <a:p>
            <a:r>
              <a:rPr lang="en-US" altLang="zh-CN" dirty="0"/>
              <a:t>4</a:t>
            </a:r>
            <a:r>
              <a:rPr lang="zh-CN" altLang="en-US" dirty="0"/>
              <a:t>、不定长参数</a:t>
            </a:r>
            <a:endParaRPr lang="en-US" altLang="zh-CN" dirty="0"/>
          </a:p>
        </p:txBody>
      </p:sp>
      <p:sp>
        <p:nvSpPr>
          <p:cNvPr id="9" name="文本占位符 1"/>
          <p:cNvSpPr>
            <a:spLocks noGrp="1"/>
          </p:cNvSpPr>
          <p:nvPr>
            <p:ph type="body" sz="quarter" idx="11"/>
          </p:nvPr>
        </p:nvSpPr>
        <p:spPr>
          <a:xfrm>
            <a:off x="710881" y="1635973"/>
            <a:ext cx="10749598" cy="3869678"/>
          </a:xfrm>
        </p:spPr>
        <p:txBody>
          <a:bodyPr/>
          <a:lstStyle/>
          <a:p>
            <a:pPr marL="0" indent="0">
              <a:buNone/>
            </a:pPr>
            <a:r>
              <a:rPr lang="zh-CN" altLang="en-US" dirty="0">
                <a:solidFill>
                  <a:srgbClr val="B60206"/>
                </a:solidFill>
              </a:rPr>
              <a:t>不定长参数也叫可变参数。用于不确定调用的时候会传递多少个参数</a:t>
            </a:r>
            <a:r>
              <a:rPr lang="en-US" altLang="zh-CN" dirty="0">
                <a:solidFill>
                  <a:srgbClr val="B60206"/>
                </a:solidFill>
              </a:rPr>
              <a:t>(</a:t>
            </a:r>
            <a:r>
              <a:rPr lang="zh-CN" altLang="en-US" dirty="0">
                <a:solidFill>
                  <a:srgbClr val="B60206"/>
                </a:solidFill>
              </a:rPr>
              <a:t>不传参也可以</a:t>
            </a:r>
            <a:r>
              <a:rPr lang="en-US" altLang="zh-CN" dirty="0">
                <a:solidFill>
                  <a:srgbClr val="B60206"/>
                </a:solidFill>
              </a:rPr>
              <a:t>)</a:t>
            </a:r>
            <a:r>
              <a:rPr lang="zh-CN" altLang="en-US" dirty="0">
                <a:solidFill>
                  <a:srgbClr val="B60206"/>
                </a:solidFill>
              </a:rPr>
              <a:t>的场景。</a:t>
            </a:r>
            <a:r>
              <a:rPr lang="zh-CN" altLang="en-US" dirty="0">
                <a:solidFill>
                  <a:schemeClr val="tx1">
                    <a:lumMod val="75000"/>
                    <a:lumOff val="25000"/>
                  </a:schemeClr>
                </a:solidFill>
              </a:rPr>
              <a:t>此时，可用</a:t>
            </a:r>
            <a:r>
              <a:rPr lang="zh-CN" altLang="en-US" dirty="0">
                <a:solidFill>
                  <a:srgbClr val="B60206"/>
                </a:solidFill>
              </a:rPr>
              <a:t>包裹</a:t>
            </a:r>
            <a:r>
              <a:rPr lang="en-US" altLang="zh-CN" dirty="0">
                <a:solidFill>
                  <a:srgbClr val="B60206"/>
                </a:solidFill>
              </a:rPr>
              <a:t>(packing)</a:t>
            </a:r>
            <a:r>
              <a:rPr lang="zh-CN" altLang="en-US" dirty="0">
                <a:solidFill>
                  <a:srgbClr val="B60206"/>
                </a:solidFill>
              </a:rPr>
              <a:t>位置</a:t>
            </a:r>
            <a:r>
              <a:rPr lang="zh-CN" altLang="en-US" dirty="0">
                <a:solidFill>
                  <a:schemeClr val="tx1">
                    <a:lumMod val="75000"/>
                    <a:lumOff val="25000"/>
                  </a:schemeClr>
                </a:solidFill>
              </a:rPr>
              <a:t>参数，或者</a:t>
            </a:r>
            <a:r>
              <a:rPr lang="zh-CN" altLang="en-US" dirty="0">
                <a:solidFill>
                  <a:srgbClr val="B60206"/>
                </a:solidFill>
              </a:rPr>
              <a:t>包裹关键字</a:t>
            </a:r>
            <a:r>
              <a:rPr lang="zh-CN" altLang="en-US" dirty="0">
                <a:solidFill>
                  <a:schemeClr val="tx1">
                    <a:lumMod val="75000"/>
                    <a:lumOff val="25000"/>
                  </a:schemeClr>
                </a:solidFill>
              </a:rPr>
              <a:t>参数，来进行参数传递，会显得非常方便。</a:t>
            </a:r>
            <a:endParaRPr lang="en-US" altLang="zh-CN" dirty="0">
              <a:solidFill>
                <a:srgbClr val="B60206"/>
              </a:solidFill>
            </a:endParaRPr>
          </a:p>
        </p:txBody>
      </p:sp>
    </p:spTree>
    <p:extLst>
      <p:ext uri="{BB962C8B-B14F-4D97-AF65-F5344CB8AC3E}">
        <p14:creationId xmlns:p14="http://schemas.microsoft.com/office/powerpoint/2010/main" val="152248770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函数参数进阶</a:t>
            </a:r>
          </a:p>
        </p:txBody>
      </p:sp>
      <p:sp>
        <p:nvSpPr>
          <p:cNvPr id="4" name="文本占位符 3"/>
          <p:cNvSpPr>
            <a:spLocks noGrp="1"/>
          </p:cNvSpPr>
          <p:nvPr>
            <p:ph type="body" sz="quarter" idx="10"/>
          </p:nvPr>
        </p:nvSpPr>
        <p:spPr/>
        <p:txBody>
          <a:bodyPr/>
          <a:lstStyle/>
          <a:p>
            <a:r>
              <a:rPr lang="zh-CN" altLang="en-US" dirty="0"/>
              <a:t>☆ 包裹位置传递</a:t>
            </a:r>
            <a:endParaRPr lang="en-US" altLang="zh-CN" dirty="0"/>
          </a:p>
        </p:txBody>
      </p:sp>
      <p:sp>
        <p:nvSpPr>
          <p:cNvPr id="9" name="文本占位符 1"/>
          <p:cNvSpPr>
            <a:spLocks noGrp="1"/>
          </p:cNvSpPr>
          <p:nvPr>
            <p:ph type="body" sz="quarter" idx="11"/>
          </p:nvPr>
        </p:nvSpPr>
        <p:spPr>
          <a:xfrm>
            <a:off x="710881" y="1635973"/>
            <a:ext cx="10749598" cy="3869678"/>
          </a:xfrm>
        </p:spPr>
        <p:txBody>
          <a:bodyPr/>
          <a:lstStyle/>
          <a:p>
            <a:pPr marL="0" indent="0">
              <a:buNone/>
            </a:pPr>
            <a:r>
              <a:rPr lang="zh-CN" altLang="en-US" dirty="0">
                <a:solidFill>
                  <a:schemeClr val="tx1">
                    <a:lumMod val="75000"/>
                    <a:lumOff val="25000"/>
                  </a:schemeClr>
                </a:solidFill>
              </a:rPr>
              <a:t>基本语法：</a:t>
            </a:r>
            <a:endParaRPr lang="en-US" altLang="zh-CN" dirty="0">
              <a:solidFill>
                <a:schemeClr val="tx1">
                  <a:lumMod val="75000"/>
                  <a:lumOff val="25000"/>
                </a:schemeClr>
              </a:solidFill>
            </a:endParaRPr>
          </a:p>
          <a:p>
            <a:pPr marL="0" indent="0">
              <a:buNone/>
            </a:pPr>
            <a:endParaRPr lang="en-US" altLang="zh-CN" dirty="0">
              <a:solidFill>
                <a:srgbClr val="B60206"/>
              </a:solidFill>
            </a:endParaRPr>
          </a:p>
          <a:p>
            <a:pPr marL="0" indent="0">
              <a:buNone/>
            </a:pPr>
            <a:endParaRPr lang="en-US" altLang="zh-CN" dirty="0">
              <a:solidFill>
                <a:srgbClr val="B60206"/>
              </a:solidFill>
            </a:endParaRPr>
          </a:p>
          <a:p>
            <a:pPr marL="0" indent="0">
              <a:buNone/>
            </a:pPr>
            <a:endParaRPr lang="en-US" altLang="zh-CN" dirty="0">
              <a:solidFill>
                <a:srgbClr val="B60206"/>
              </a:solidFill>
            </a:endParaRPr>
          </a:p>
          <a:p>
            <a:pPr marL="0" indent="0">
              <a:buNone/>
            </a:pPr>
            <a:endParaRPr lang="en-US" altLang="zh-CN" dirty="0">
              <a:solidFill>
                <a:srgbClr val="B60206"/>
              </a:solidFill>
            </a:endParaRPr>
          </a:p>
          <a:p>
            <a:pPr marL="0" indent="0">
              <a:buNone/>
            </a:pPr>
            <a:endParaRPr lang="en-US" altLang="zh-CN" dirty="0">
              <a:solidFill>
                <a:srgbClr val="B60206"/>
              </a:solidFill>
            </a:endParaRPr>
          </a:p>
          <a:p>
            <a:pPr marL="0" indent="0">
              <a:buNone/>
            </a:pPr>
            <a:r>
              <a:rPr lang="zh-CN" altLang="en-US" dirty="0">
                <a:solidFill>
                  <a:srgbClr val="B60206"/>
                </a:solidFill>
              </a:rPr>
              <a:t>注意：传进的所有参数都会被</a:t>
            </a:r>
            <a:r>
              <a:rPr lang="en-US" altLang="zh-CN" dirty="0" err="1">
                <a:solidFill>
                  <a:srgbClr val="B60206"/>
                </a:solidFill>
              </a:rPr>
              <a:t>args</a:t>
            </a:r>
            <a:r>
              <a:rPr lang="zh-CN" altLang="en-US" dirty="0">
                <a:solidFill>
                  <a:srgbClr val="B60206"/>
                </a:solidFill>
              </a:rPr>
              <a:t>变量收集，它会根据传进参数的位置合并为一个元组</a:t>
            </a:r>
            <a:r>
              <a:rPr lang="en-US" altLang="zh-CN" dirty="0">
                <a:solidFill>
                  <a:srgbClr val="B60206"/>
                </a:solidFill>
              </a:rPr>
              <a:t>(tuple)</a:t>
            </a:r>
            <a:r>
              <a:rPr lang="zh-CN" altLang="en-US" dirty="0">
                <a:solidFill>
                  <a:srgbClr val="B60206"/>
                </a:solidFill>
              </a:rPr>
              <a:t>，</a:t>
            </a:r>
            <a:r>
              <a:rPr lang="en-US" altLang="zh-CN" dirty="0" err="1">
                <a:solidFill>
                  <a:srgbClr val="B60206"/>
                </a:solidFill>
              </a:rPr>
              <a:t>args</a:t>
            </a:r>
            <a:r>
              <a:rPr lang="zh-CN" altLang="en-US" dirty="0">
                <a:solidFill>
                  <a:srgbClr val="B60206"/>
                </a:solidFill>
              </a:rPr>
              <a:t>是元组类型，这就是包裹位置传递。</a:t>
            </a:r>
            <a:endParaRPr lang="en-US" altLang="zh-CN" dirty="0">
              <a:solidFill>
                <a:srgbClr val="B60206"/>
              </a:solidFill>
            </a:endParaRPr>
          </a:p>
        </p:txBody>
      </p:sp>
      <p:sp>
        <p:nvSpPr>
          <p:cNvPr id="5" name="TextBox 3">
            <a:extLst>
              <a:ext uri="{FF2B5EF4-FFF2-40B4-BE49-F238E27FC236}">
                <a16:creationId xmlns:a16="http://schemas.microsoft.com/office/drawing/2014/main" id="{0C998B78-AB18-3C47-A1C7-25AE9A3A40B0}"/>
              </a:ext>
            </a:extLst>
          </p:cNvPr>
          <p:cNvSpPr txBox="1"/>
          <p:nvPr/>
        </p:nvSpPr>
        <p:spPr>
          <a:xfrm>
            <a:off x="710880" y="2191843"/>
            <a:ext cx="10666853" cy="1815882"/>
          </a:xfrm>
          <a:prstGeom prst="rect">
            <a:avLst/>
          </a:prstGeom>
          <a:solidFill>
            <a:srgbClr val="FFFFE4"/>
          </a:solidFill>
          <a:ln w="3175">
            <a:solidFill>
              <a:srgbClr val="919191"/>
            </a:solidFill>
          </a:ln>
        </p:spPr>
        <p:txBody>
          <a:bodyPr wrap="square">
            <a:spAutoFit/>
          </a:bodyPr>
          <a:lstStyle/>
          <a:p>
            <a:r>
              <a:rPr lang="en-US" altLang="zh-CN" sz="1400" dirty="0" err="1">
                <a:latin typeface="阿里巴巴普惠体" panose="00020600040101010101" pitchFamily="18" charset="-122"/>
                <a:ea typeface="阿里巴巴普惠体" panose="00020600040101010101" pitchFamily="18" charset="-122"/>
                <a:cs typeface="阿里巴巴普惠体" panose="00020600040101010101" pitchFamily="18" charset="-122"/>
              </a:rPr>
              <a:t>def</a:t>
            </a:r>
            <a:r>
              <a:rPr lang="en-US"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 </a:t>
            </a:r>
            <a:r>
              <a:rPr lang="en-US" altLang="zh-CN" sz="1400" dirty="0" err="1">
                <a:latin typeface="阿里巴巴普惠体" panose="00020600040101010101" pitchFamily="18" charset="-122"/>
                <a:ea typeface="阿里巴巴普惠体" panose="00020600040101010101" pitchFamily="18" charset="-122"/>
                <a:cs typeface="阿里巴巴普惠体" panose="00020600040101010101" pitchFamily="18" charset="-122"/>
              </a:rPr>
              <a:t>user_info</a:t>
            </a:r>
            <a:r>
              <a:rPr lang="en-US"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a:t>
            </a:r>
            <a:r>
              <a:rPr lang="en-US" altLang="zh-CN" sz="1400" dirty="0" err="1">
                <a:latin typeface="阿里巴巴普惠体" panose="00020600040101010101" pitchFamily="18" charset="-122"/>
                <a:ea typeface="阿里巴巴普惠体" panose="00020600040101010101" pitchFamily="18" charset="-122"/>
                <a:cs typeface="阿里巴巴普惠体" panose="00020600040101010101" pitchFamily="18" charset="-122"/>
              </a:rPr>
              <a:t>args</a:t>
            </a:r>
            <a:r>
              <a:rPr lang="en-US"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a:t>
            </a:r>
          </a:p>
          <a:p>
            <a:r>
              <a:rPr lang="en-US"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    print(</a:t>
            </a:r>
            <a:r>
              <a:rPr lang="en-US" altLang="zh-CN" sz="1400" dirty="0" err="1">
                <a:latin typeface="阿里巴巴普惠体" panose="00020600040101010101" pitchFamily="18" charset="-122"/>
                <a:ea typeface="阿里巴巴普惠体" panose="00020600040101010101" pitchFamily="18" charset="-122"/>
                <a:cs typeface="阿里巴巴普惠体" panose="00020600040101010101" pitchFamily="18" charset="-122"/>
              </a:rPr>
              <a:t>args</a:t>
            </a:r>
            <a:r>
              <a:rPr lang="en-US"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a:t>
            </a:r>
          </a:p>
          <a:p>
            <a:endParaRPr lang="en-US"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endParaRPr lang="en-US"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r>
              <a:rPr lang="en-US"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 ('TOM',)</a:t>
            </a:r>
          </a:p>
          <a:p>
            <a:r>
              <a:rPr lang="en-US" altLang="zh-CN" sz="1400" dirty="0" err="1">
                <a:latin typeface="阿里巴巴普惠体" panose="00020600040101010101" pitchFamily="18" charset="-122"/>
                <a:ea typeface="阿里巴巴普惠体" panose="00020600040101010101" pitchFamily="18" charset="-122"/>
                <a:cs typeface="阿里巴巴普惠体" panose="00020600040101010101" pitchFamily="18" charset="-122"/>
              </a:rPr>
              <a:t>user_info</a:t>
            </a:r>
            <a:r>
              <a:rPr lang="en-US"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('TOM')</a:t>
            </a:r>
          </a:p>
          <a:p>
            <a:r>
              <a:rPr lang="en-US"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 ('TOM', 18)</a:t>
            </a:r>
          </a:p>
          <a:p>
            <a:r>
              <a:rPr lang="en-US" altLang="zh-CN" sz="1400" dirty="0" err="1">
                <a:latin typeface="阿里巴巴普惠体" panose="00020600040101010101" pitchFamily="18" charset="-122"/>
                <a:ea typeface="阿里巴巴普惠体" panose="00020600040101010101" pitchFamily="18" charset="-122"/>
                <a:cs typeface="阿里巴巴普惠体" panose="00020600040101010101" pitchFamily="18" charset="-122"/>
              </a:rPr>
              <a:t>user_info</a:t>
            </a:r>
            <a:r>
              <a:rPr lang="en-US"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('TOM', 18)</a:t>
            </a:r>
            <a:endParaRPr lang="en-US" altLang="zh-CN" sz="1400" dirty="0">
              <a:solidFill>
                <a:srgbClr val="B60206"/>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Tree>
    <p:extLst>
      <p:ext uri="{BB962C8B-B14F-4D97-AF65-F5344CB8AC3E}">
        <p14:creationId xmlns:p14="http://schemas.microsoft.com/office/powerpoint/2010/main" val="362781243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函数参数进阶</a:t>
            </a:r>
          </a:p>
        </p:txBody>
      </p:sp>
      <p:sp>
        <p:nvSpPr>
          <p:cNvPr id="4" name="文本占位符 3"/>
          <p:cNvSpPr>
            <a:spLocks noGrp="1"/>
          </p:cNvSpPr>
          <p:nvPr>
            <p:ph type="body" sz="quarter" idx="10"/>
          </p:nvPr>
        </p:nvSpPr>
        <p:spPr/>
        <p:txBody>
          <a:bodyPr/>
          <a:lstStyle/>
          <a:p>
            <a:r>
              <a:rPr lang="zh-CN" altLang="en-US" dirty="0"/>
              <a:t>☆ 包裹关键字传递</a:t>
            </a:r>
            <a:endParaRPr lang="en-US" altLang="zh-CN" dirty="0"/>
          </a:p>
        </p:txBody>
      </p:sp>
      <p:sp>
        <p:nvSpPr>
          <p:cNvPr id="9" name="文本占位符 1"/>
          <p:cNvSpPr>
            <a:spLocks noGrp="1"/>
          </p:cNvSpPr>
          <p:nvPr>
            <p:ph type="body" sz="quarter" idx="11"/>
          </p:nvPr>
        </p:nvSpPr>
        <p:spPr>
          <a:xfrm>
            <a:off x="710881" y="1635973"/>
            <a:ext cx="10749598" cy="3869678"/>
          </a:xfrm>
        </p:spPr>
        <p:txBody>
          <a:bodyPr/>
          <a:lstStyle/>
          <a:p>
            <a:pPr marL="0" indent="0">
              <a:buNone/>
            </a:pPr>
            <a:r>
              <a:rPr lang="zh-CN" altLang="en-US" dirty="0">
                <a:solidFill>
                  <a:schemeClr val="tx1">
                    <a:lumMod val="75000"/>
                    <a:lumOff val="25000"/>
                  </a:schemeClr>
                </a:solidFill>
              </a:rPr>
              <a:t>基本语法：</a:t>
            </a:r>
            <a:endParaRPr lang="en-US" altLang="zh-CN" dirty="0">
              <a:solidFill>
                <a:schemeClr val="tx1">
                  <a:lumMod val="75000"/>
                  <a:lumOff val="25000"/>
                </a:schemeClr>
              </a:solidFill>
            </a:endParaRPr>
          </a:p>
          <a:p>
            <a:pPr marL="0" indent="0">
              <a:buNone/>
            </a:pPr>
            <a:endParaRPr lang="en-US" altLang="zh-CN" dirty="0">
              <a:solidFill>
                <a:srgbClr val="B60206"/>
              </a:solidFill>
            </a:endParaRPr>
          </a:p>
          <a:p>
            <a:pPr marL="0" indent="0">
              <a:buNone/>
            </a:pPr>
            <a:endParaRPr lang="en-US" altLang="zh-CN" dirty="0">
              <a:solidFill>
                <a:srgbClr val="B60206"/>
              </a:solidFill>
            </a:endParaRPr>
          </a:p>
          <a:p>
            <a:pPr marL="0" indent="0">
              <a:buNone/>
            </a:pPr>
            <a:endParaRPr lang="en-US" altLang="zh-CN" dirty="0">
              <a:solidFill>
                <a:srgbClr val="B60206"/>
              </a:solidFill>
            </a:endParaRPr>
          </a:p>
          <a:p>
            <a:pPr marL="0" indent="0">
              <a:buNone/>
            </a:pPr>
            <a:endParaRPr lang="en-US" altLang="zh-CN" dirty="0">
              <a:solidFill>
                <a:srgbClr val="B60206"/>
              </a:solidFill>
            </a:endParaRPr>
          </a:p>
          <a:p>
            <a:pPr marL="0" indent="0">
              <a:buNone/>
            </a:pPr>
            <a:r>
              <a:rPr lang="zh-CN" altLang="en-US" dirty="0">
                <a:solidFill>
                  <a:srgbClr val="B60206"/>
                </a:solidFill>
              </a:rPr>
              <a:t>综上：无论是包裹位置传递还是包裹关键字传递，都是一个组包的过程。</a:t>
            </a:r>
            <a:endParaRPr lang="en-US" altLang="zh-CN" dirty="0">
              <a:solidFill>
                <a:srgbClr val="B60206"/>
              </a:solidFill>
            </a:endParaRPr>
          </a:p>
        </p:txBody>
      </p:sp>
      <p:sp>
        <p:nvSpPr>
          <p:cNvPr id="5" name="TextBox 3">
            <a:extLst>
              <a:ext uri="{FF2B5EF4-FFF2-40B4-BE49-F238E27FC236}">
                <a16:creationId xmlns:a16="http://schemas.microsoft.com/office/drawing/2014/main" id="{0C998B78-AB18-3C47-A1C7-25AE9A3A40B0}"/>
              </a:ext>
            </a:extLst>
          </p:cNvPr>
          <p:cNvSpPr txBox="1"/>
          <p:nvPr/>
        </p:nvSpPr>
        <p:spPr>
          <a:xfrm>
            <a:off x="710880" y="2191843"/>
            <a:ext cx="10666853" cy="1384995"/>
          </a:xfrm>
          <a:prstGeom prst="rect">
            <a:avLst/>
          </a:prstGeom>
          <a:solidFill>
            <a:srgbClr val="FFFFE4"/>
          </a:solidFill>
          <a:ln w="3175">
            <a:solidFill>
              <a:srgbClr val="919191"/>
            </a:solidFill>
          </a:ln>
        </p:spPr>
        <p:txBody>
          <a:bodyPr wrap="square">
            <a:spAutoFit/>
          </a:bodyPr>
          <a:lstStyle/>
          <a:p>
            <a:r>
              <a:rPr lang="en-US" altLang="zh-CN" sz="1400" dirty="0" err="1">
                <a:latin typeface="阿里巴巴普惠体" panose="00020600040101010101" pitchFamily="18" charset="-122"/>
                <a:ea typeface="阿里巴巴普惠体" panose="00020600040101010101" pitchFamily="18" charset="-122"/>
                <a:cs typeface="阿里巴巴普惠体" panose="00020600040101010101" pitchFamily="18" charset="-122"/>
              </a:rPr>
              <a:t>def</a:t>
            </a:r>
            <a:r>
              <a:rPr lang="en-US"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 </a:t>
            </a:r>
            <a:r>
              <a:rPr lang="en-US" altLang="zh-CN" sz="1400" dirty="0" err="1">
                <a:latin typeface="阿里巴巴普惠体" panose="00020600040101010101" pitchFamily="18" charset="-122"/>
                <a:ea typeface="阿里巴巴普惠体" panose="00020600040101010101" pitchFamily="18" charset="-122"/>
                <a:cs typeface="阿里巴巴普惠体" panose="00020600040101010101" pitchFamily="18" charset="-122"/>
              </a:rPr>
              <a:t>user_info</a:t>
            </a:r>
            <a:r>
              <a:rPr lang="en-US"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a:t>
            </a:r>
            <a:r>
              <a:rPr lang="en-US" altLang="zh-CN" sz="1400" dirty="0" err="1">
                <a:latin typeface="阿里巴巴普惠体" panose="00020600040101010101" pitchFamily="18" charset="-122"/>
                <a:ea typeface="阿里巴巴普惠体" panose="00020600040101010101" pitchFamily="18" charset="-122"/>
                <a:cs typeface="阿里巴巴普惠体" panose="00020600040101010101" pitchFamily="18" charset="-122"/>
              </a:rPr>
              <a:t>kwargs</a:t>
            </a:r>
            <a:r>
              <a:rPr lang="en-US"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a:t>
            </a:r>
          </a:p>
          <a:p>
            <a:r>
              <a:rPr lang="en-US"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    print(</a:t>
            </a:r>
            <a:r>
              <a:rPr lang="en-US" altLang="zh-CN" sz="1400" dirty="0" err="1">
                <a:latin typeface="阿里巴巴普惠体" panose="00020600040101010101" pitchFamily="18" charset="-122"/>
                <a:ea typeface="阿里巴巴普惠体" panose="00020600040101010101" pitchFamily="18" charset="-122"/>
                <a:cs typeface="阿里巴巴普惠体" panose="00020600040101010101" pitchFamily="18" charset="-122"/>
              </a:rPr>
              <a:t>kwargs</a:t>
            </a:r>
            <a:r>
              <a:rPr lang="en-US"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a:t>
            </a:r>
          </a:p>
          <a:p>
            <a:endParaRPr lang="en-US"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endParaRPr lang="en-US"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r>
              <a:rPr lang="en-US"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 {'name': 'TOM', 'age': 18, 'id': 110}</a:t>
            </a:r>
          </a:p>
          <a:p>
            <a:r>
              <a:rPr lang="en-US" altLang="zh-CN" sz="1400" dirty="0" err="1">
                <a:latin typeface="阿里巴巴普惠体" panose="00020600040101010101" pitchFamily="18" charset="-122"/>
                <a:ea typeface="阿里巴巴普惠体" panose="00020600040101010101" pitchFamily="18" charset="-122"/>
                <a:cs typeface="阿里巴巴普惠体" panose="00020600040101010101" pitchFamily="18" charset="-122"/>
              </a:rPr>
              <a:t>user_info</a:t>
            </a:r>
            <a:r>
              <a:rPr lang="en-US"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(name='TOM', age=18, id=110)</a:t>
            </a:r>
            <a:endParaRPr lang="en-US" altLang="zh-CN" sz="1400" dirty="0">
              <a:solidFill>
                <a:srgbClr val="B60206"/>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Tree>
    <p:extLst>
      <p:ext uri="{BB962C8B-B14F-4D97-AF65-F5344CB8AC3E}">
        <p14:creationId xmlns:p14="http://schemas.microsoft.com/office/powerpoint/2010/main" val="535262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6DC7A42-DEB9-4846-9885-EF1F65B29AB4}"/>
              </a:ext>
            </a:extLst>
          </p:cNvPr>
          <p:cNvSpPr>
            <a:spLocks noGrp="1"/>
          </p:cNvSpPr>
          <p:nvPr>
            <p:ph type="title"/>
          </p:nvPr>
        </p:nvSpPr>
        <p:spPr/>
        <p:txBody>
          <a:bodyPr/>
          <a:lstStyle/>
          <a:p>
            <a:r>
              <a:rPr lang="en-US" altLang="zh-CN" dirty="0">
                <a:solidFill>
                  <a:schemeClr val="tx1">
                    <a:lumMod val="65000"/>
                    <a:lumOff val="35000"/>
                  </a:schemeClr>
                </a:solidFill>
              </a:rPr>
              <a:t>Python</a:t>
            </a:r>
            <a:r>
              <a:rPr lang="zh-CN" altLang="en-US" dirty="0">
                <a:solidFill>
                  <a:schemeClr val="tx1">
                    <a:lumMod val="65000"/>
                    <a:lumOff val="35000"/>
                  </a:schemeClr>
                </a:solidFill>
              </a:rPr>
              <a:t>拆包</a:t>
            </a:r>
            <a:endParaRPr lang="en-US" altLang="zh-CN" dirty="0">
              <a:solidFill>
                <a:schemeClr val="tx1">
                  <a:lumMod val="65000"/>
                  <a:lumOff val="35000"/>
                </a:schemeClr>
              </a:solidFill>
            </a:endParaRPr>
          </a:p>
        </p:txBody>
      </p:sp>
      <p:sp>
        <p:nvSpPr>
          <p:cNvPr id="3" name="文本占位符 2">
            <a:extLst>
              <a:ext uri="{FF2B5EF4-FFF2-40B4-BE49-F238E27FC236}">
                <a16:creationId xmlns:a16="http://schemas.microsoft.com/office/drawing/2014/main" id="{DC0D98B5-82FB-804B-8565-7E31DD4B40B6}"/>
              </a:ext>
            </a:extLst>
          </p:cNvPr>
          <p:cNvSpPr>
            <a:spLocks noGrp="1"/>
          </p:cNvSpPr>
          <p:nvPr>
            <p:ph type="body" sz="quarter" idx="10"/>
          </p:nvPr>
        </p:nvSpPr>
        <p:spPr/>
        <p:txBody>
          <a:bodyPr/>
          <a:lstStyle/>
          <a:p>
            <a:r>
              <a:rPr kumimoji="1" lang="en-US" altLang="zh-CN" dirty="0"/>
              <a:t>07</a:t>
            </a:r>
            <a:endParaRPr kumimoji="1" lang="zh-CN" altLang="en-US" dirty="0"/>
          </a:p>
        </p:txBody>
      </p:sp>
    </p:spTree>
    <p:extLst>
      <p:ext uri="{BB962C8B-B14F-4D97-AF65-F5344CB8AC3E}">
        <p14:creationId xmlns:p14="http://schemas.microsoft.com/office/powerpoint/2010/main" val="111951747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dirty="0"/>
              <a:t>Python</a:t>
            </a:r>
            <a:r>
              <a:rPr lang="zh-CN" altLang="en-US" dirty="0"/>
              <a:t>拆包</a:t>
            </a:r>
          </a:p>
        </p:txBody>
      </p:sp>
      <p:sp>
        <p:nvSpPr>
          <p:cNvPr id="4" name="文本占位符 3"/>
          <p:cNvSpPr>
            <a:spLocks noGrp="1"/>
          </p:cNvSpPr>
          <p:nvPr>
            <p:ph type="body" sz="quarter" idx="10"/>
          </p:nvPr>
        </p:nvSpPr>
        <p:spPr/>
        <p:txBody>
          <a:bodyPr/>
          <a:lstStyle/>
          <a:p>
            <a:r>
              <a:rPr lang="en-US" altLang="zh-CN" dirty="0"/>
              <a:t>1</a:t>
            </a:r>
            <a:r>
              <a:rPr lang="zh-CN" altLang="en-US" dirty="0"/>
              <a:t>、什么是拆包</a:t>
            </a:r>
            <a:endParaRPr lang="en-US" altLang="zh-CN" dirty="0"/>
          </a:p>
        </p:txBody>
      </p:sp>
      <p:sp>
        <p:nvSpPr>
          <p:cNvPr id="9" name="文本占位符 1"/>
          <p:cNvSpPr>
            <a:spLocks noGrp="1"/>
          </p:cNvSpPr>
          <p:nvPr>
            <p:ph type="body" sz="quarter" idx="11"/>
          </p:nvPr>
        </p:nvSpPr>
        <p:spPr>
          <a:xfrm>
            <a:off x="710881" y="1635973"/>
            <a:ext cx="10749598" cy="3869678"/>
          </a:xfrm>
        </p:spPr>
        <p:txBody>
          <a:bodyPr/>
          <a:lstStyle/>
          <a:p>
            <a:pPr marL="0" indent="0">
              <a:buNone/>
            </a:pPr>
            <a:r>
              <a:rPr lang="zh-CN" altLang="en-US" dirty="0"/>
              <a:t>拆包</a:t>
            </a:r>
            <a:r>
              <a:rPr lang="en-US" altLang="zh-CN" dirty="0"/>
              <a:t>: </a:t>
            </a:r>
            <a:r>
              <a:rPr lang="zh-CN" altLang="en-US" dirty="0">
                <a:solidFill>
                  <a:srgbClr val="B60206"/>
                </a:solidFill>
              </a:rPr>
              <a:t>对于函数中的多个返回数据</a:t>
            </a:r>
            <a:r>
              <a:rPr lang="en-US" altLang="zh-CN" dirty="0">
                <a:solidFill>
                  <a:srgbClr val="B60206"/>
                </a:solidFill>
              </a:rPr>
              <a:t>, </a:t>
            </a:r>
            <a:r>
              <a:rPr lang="zh-CN" altLang="en-US" dirty="0">
                <a:solidFill>
                  <a:srgbClr val="B60206"/>
                </a:solidFill>
              </a:rPr>
              <a:t>去掉元组</a:t>
            </a:r>
            <a:r>
              <a:rPr lang="en-US" altLang="zh-CN" dirty="0">
                <a:solidFill>
                  <a:srgbClr val="B60206"/>
                </a:solidFill>
              </a:rPr>
              <a:t>, </a:t>
            </a:r>
            <a:r>
              <a:rPr lang="zh-CN" altLang="en-US" dirty="0">
                <a:solidFill>
                  <a:srgbClr val="B60206"/>
                </a:solidFill>
              </a:rPr>
              <a:t>列表 或者字典直接获取里面数据的过程</a:t>
            </a:r>
            <a:r>
              <a:rPr lang="zh-CN" altLang="en-US" dirty="0"/>
              <a:t>。</a:t>
            </a:r>
            <a:endParaRPr lang="en-US" altLang="zh-CN" dirty="0"/>
          </a:p>
          <a:p>
            <a:pPr marL="0" indent="0">
              <a:buNone/>
            </a:pPr>
            <a:r>
              <a:rPr lang="zh-CN" altLang="en-US" dirty="0">
                <a:solidFill>
                  <a:srgbClr val="B60206"/>
                </a:solidFill>
              </a:rPr>
              <a:t>☆ 拆包</a:t>
            </a:r>
            <a:r>
              <a:rPr lang="en-US" altLang="zh-CN" dirty="0">
                <a:solidFill>
                  <a:srgbClr val="B60206"/>
                </a:solidFill>
              </a:rPr>
              <a:t>tuple</a:t>
            </a:r>
            <a:r>
              <a:rPr lang="zh-CN" altLang="en-US" dirty="0">
                <a:solidFill>
                  <a:srgbClr val="B60206"/>
                </a:solidFill>
              </a:rPr>
              <a:t>元组：</a:t>
            </a:r>
            <a:endParaRPr lang="en-US" altLang="zh-CN" dirty="0">
              <a:solidFill>
                <a:srgbClr val="B60206"/>
              </a:solidFill>
            </a:endParaRPr>
          </a:p>
          <a:p>
            <a:pPr marL="0" indent="0">
              <a:buNone/>
            </a:pPr>
            <a:endParaRPr lang="en-US" altLang="zh-CN" dirty="0">
              <a:solidFill>
                <a:srgbClr val="B60206"/>
              </a:solidFill>
            </a:endParaRPr>
          </a:p>
          <a:p>
            <a:pPr marL="0" indent="0">
              <a:buNone/>
            </a:pPr>
            <a:endParaRPr lang="en-US" altLang="zh-CN" dirty="0">
              <a:solidFill>
                <a:srgbClr val="B60206"/>
              </a:solidFill>
            </a:endParaRPr>
          </a:p>
          <a:p>
            <a:pPr marL="0" indent="0">
              <a:buNone/>
            </a:pPr>
            <a:endParaRPr lang="en-US" altLang="zh-CN" dirty="0">
              <a:solidFill>
                <a:srgbClr val="B60206"/>
              </a:solidFill>
            </a:endParaRPr>
          </a:p>
          <a:p>
            <a:pPr marL="0" indent="0">
              <a:buNone/>
            </a:pPr>
            <a:endParaRPr lang="en-US" altLang="zh-CN" dirty="0">
              <a:solidFill>
                <a:srgbClr val="B60206"/>
              </a:solidFill>
            </a:endParaRPr>
          </a:p>
          <a:p>
            <a:pPr marL="0" indent="0">
              <a:buNone/>
            </a:pPr>
            <a:r>
              <a:rPr lang="zh-CN" altLang="en-US" dirty="0">
                <a:solidFill>
                  <a:srgbClr val="B60206"/>
                </a:solidFill>
              </a:rPr>
              <a:t>☆ 拆包</a:t>
            </a:r>
            <a:r>
              <a:rPr lang="en-US" altLang="zh-CN" dirty="0" err="1">
                <a:solidFill>
                  <a:srgbClr val="B60206"/>
                </a:solidFill>
              </a:rPr>
              <a:t>dict</a:t>
            </a:r>
            <a:r>
              <a:rPr lang="zh-CN" altLang="en-US" dirty="0">
                <a:solidFill>
                  <a:srgbClr val="B60206"/>
                </a:solidFill>
              </a:rPr>
              <a:t>字典</a:t>
            </a:r>
            <a:endParaRPr lang="en-US" altLang="zh-CN" dirty="0">
              <a:solidFill>
                <a:srgbClr val="B60206"/>
              </a:solidFill>
            </a:endParaRPr>
          </a:p>
        </p:txBody>
      </p:sp>
      <p:sp>
        <p:nvSpPr>
          <p:cNvPr id="5" name="TextBox 3">
            <a:extLst>
              <a:ext uri="{FF2B5EF4-FFF2-40B4-BE49-F238E27FC236}">
                <a16:creationId xmlns:a16="http://schemas.microsoft.com/office/drawing/2014/main" id="{0C998B78-AB18-3C47-A1C7-25AE9A3A40B0}"/>
              </a:ext>
            </a:extLst>
          </p:cNvPr>
          <p:cNvSpPr txBox="1"/>
          <p:nvPr/>
        </p:nvSpPr>
        <p:spPr>
          <a:xfrm>
            <a:off x="710880" y="2576854"/>
            <a:ext cx="10666853" cy="1600438"/>
          </a:xfrm>
          <a:prstGeom prst="rect">
            <a:avLst/>
          </a:prstGeom>
          <a:solidFill>
            <a:srgbClr val="FFFFE4"/>
          </a:solidFill>
          <a:ln w="3175">
            <a:solidFill>
              <a:srgbClr val="919191"/>
            </a:solidFill>
          </a:ln>
        </p:spPr>
        <p:txBody>
          <a:bodyPr wrap="square">
            <a:spAutoFit/>
          </a:bodyPr>
          <a:lstStyle/>
          <a:p>
            <a:r>
              <a:rPr lang="pt-BR"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def return_num():</a:t>
            </a:r>
          </a:p>
          <a:p>
            <a:r>
              <a:rPr lang="pt-BR"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    return 100, 200</a:t>
            </a:r>
          </a:p>
          <a:p>
            <a:endParaRPr lang="pt-BR"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endParaRPr lang="pt-BR"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r>
              <a:rPr lang="pt-BR"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num1, num2 = return_num()</a:t>
            </a:r>
          </a:p>
          <a:p>
            <a:r>
              <a:rPr lang="pt-BR"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print(num1)  # 100</a:t>
            </a:r>
          </a:p>
          <a:p>
            <a:r>
              <a:rPr lang="pt-BR"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print(num2)  # 200</a:t>
            </a:r>
            <a:endParaRPr lang="en-US" altLang="zh-CN" sz="1400" dirty="0">
              <a:solidFill>
                <a:srgbClr val="B60206"/>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6" name="TextBox 3">
            <a:extLst>
              <a:ext uri="{FF2B5EF4-FFF2-40B4-BE49-F238E27FC236}">
                <a16:creationId xmlns:a16="http://schemas.microsoft.com/office/drawing/2014/main" id="{0C998B78-AB18-3C47-A1C7-25AE9A3A40B0}"/>
              </a:ext>
            </a:extLst>
          </p:cNvPr>
          <p:cNvSpPr txBox="1"/>
          <p:nvPr/>
        </p:nvSpPr>
        <p:spPr>
          <a:xfrm>
            <a:off x="710879" y="4573837"/>
            <a:ext cx="10666853" cy="2031325"/>
          </a:xfrm>
          <a:prstGeom prst="rect">
            <a:avLst/>
          </a:prstGeom>
          <a:solidFill>
            <a:srgbClr val="FFFFE4"/>
          </a:solidFill>
          <a:ln w="3175">
            <a:solidFill>
              <a:srgbClr val="919191"/>
            </a:solidFill>
          </a:ln>
        </p:spPr>
        <p:txBody>
          <a:bodyPr wrap="square">
            <a:spAutoFit/>
          </a:bodyPr>
          <a:lstStyle/>
          <a:p>
            <a:r>
              <a:rPr lang="pt-BR"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dict1 = {'name': 'TOM', 'age': 18}</a:t>
            </a:r>
          </a:p>
          <a:p>
            <a:r>
              <a:rPr lang="pt-BR"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a, b = dict1</a:t>
            </a:r>
          </a:p>
          <a:p>
            <a:endParaRPr lang="pt-BR"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r>
              <a:rPr lang="pt-BR"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 </a:t>
            </a:r>
            <a:r>
              <a:rPr lang="zh-CN" altLang="en-US"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对字典进行拆包，取出来的是字典的</a:t>
            </a:r>
            <a:r>
              <a:rPr lang="pt-BR"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key</a:t>
            </a:r>
          </a:p>
          <a:p>
            <a:r>
              <a:rPr lang="pt-BR"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print(a)  # name</a:t>
            </a:r>
          </a:p>
          <a:p>
            <a:r>
              <a:rPr lang="pt-BR"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print(b)  # age</a:t>
            </a:r>
          </a:p>
          <a:p>
            <a:endParaRPr lang="pt-BR"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r>
              <a:rPr lang="pt-BR"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print(dict1[a])  # TOM</a:t>
            </a:r>
          </a:p>
          <a:p>
            <a:r>
              <a:rPr lang="pt-BR"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print(dict1[b])  # 18</a:t>
            </a:r>
            <a:endParaRPr lang="en-US" altLang="zh-CN" sz="1400" dirty="0">
              <a:solidFill>
                <a:srgbClr val="B60206"/>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Tree>
    <p:extLst>
      <p:ext uri="{BB962C8B-B14F-4D97-AF65-F5344CB8AC3E}">
        <p14:creationId xmlns:p14="http://schemas.microsoft.com/office/powerpoint/2010/main" val="211704121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dirty="0"/>
              <a:t>Python</a:t>
            </a:r>
            <a:r>
              <a:rPr lang="zh-CN" altLang="en-US" dirty="0"/>
              <a:t>拆包</a:t>
            </a:r>
          </a:p>
        </p:txBody>
      </p:sp>
      <p:sp>
        <p:nvSpPr>
          <p:cNvPr id="4" name="文本占位符 3"/>
          <p:cNvSpPr>
            <a:spLocks noGrp="1"/>
          </p:cNvSpPr>
          <p:nvPr>
            <p:ph type="body" sz="quarter" idx="10"/>
          </p:nvPr>
        </p:nvSpPr>
        <p:spPr/>
        <p:txBody>
          <a:bodyPr/>
          <a:lstStyle/>
          <a:p>
            <a:r>
              <a:rPr lang="en-US" altLang="zh-CN" dirty="0"/>
              <a:t>2</a:t>
            </a:r>
            <a:r>
              <a:rPr lang="zh-CN" altLang="en-US" dirty="0"/>
              <a:t>、案例：交换两个变量的值</a:t>
            </a:r>
            <a:endParaRPr lang="en-US" altLang="zh-CN" dirty="0"/>
          </a:p>
        </p:txBody>
      </p:sp>
      <p:sp>
        <p:nvSpPr>
          <p:cNvPr id="9" name="文本占位符 1"/>
          <p:cNvSpPr>
            <a:spLocks noGrp="1"/>
          </p:cNvSpPr>
          <p:nvPr>
            <p:ph type="body" sz="quarter" idx="11"/>
          </p:nvPr>
        </p:nvSpPr>
        <p:spPr>
          <a:xfrm>
            <a:off x="710881" y="1635973"/>
            <a:ext cx="10749598" cy="4538302"/>
          </a:xfrm>
        </p:spPr>
        <p:txBody>
          <a:bodyPr/>
          <a:lstStyle/>
          <a:p>
            <a:pPr marL="0" indent="0">
              <a:buNone/>
            </a:pPr>
            <a:r>
              <a:rPr lang="zh-CN" altLang="en-US" dirty="0">
                <a:solidFill>
                  <a:srgbClr val="B60206"/>
                </a:solidFill>
              </a:rPr>
              <a:t>方法一：引入临时变量，交换两个变量的值</a:t>
            </a:r>
            <a:endParaRPr lang="en-US" altLang="zh-CN" dirty="0">
              <a:solidFill>
                <a:srgbClr val="B60206"/>
              </a:solidFill>
            </a:endParaRPr>
          </a:p>
          <a:p>
            <a:pPr marL="0" indent="0">
              <a:buNone/>
            </a:pPr>
            <a:endParaRPr lang="en-US" altLang="zh-CN" dirty="0">
              <a:solidFill>
                <a:srgbClr val="B60206"/>
              </a:solidFill>
            </a:endParaRPr>
          </a:p>
          <a:p>
            <a:pPr marL="0" indent="0">
              <a:buNone/>
            </a:pPr>
            <a:endParaRPr lang="en-US" altLang="zh-CN" dirty="0">
              <a:solidFill>
                <a:srgbClr val="B60206"/>
              </a:solidFill>
            </a:endParaRPr>
          </a:p>
          <a:p>
            <a:pPr marL="0" indent="0">
              <a:buNone/>
            </a:pPr>
            <a:endParaRPr lang="en-US" altLang="zh-CN" dirty="0">
              <a:solidFill>
                <a:srgbClr val="B60206"/>
              </a:solidFill>
            </a:endParaRPr>
          </a:p>
          <a:p>
            <a:pPr marL="0" indent="0">
              <a:buNone/>
            </a:pPr>
            <a:endParaRPr lang="en-US" altLang="zh-CN" dirty="0">
              <a:solidFill>
                <a:srgbClr val="B60206"/>
              </a:solidFill>
            </a:endParaRPr>
          </a:p>
          <a:p>
            <a:pPr marL="0" indent="0">
              <a:buNone/>
            </a:pPr>
            <a:endParaRPr lang="en-US" altLang="zh-CN" dirty="0">
              <a:solidFill>
                <a:srgbClr val="B60206"/>
              </a:solidFill>
            </a:endParaRPr>
          </a:p>
          <a:p>
            <a:pPr marL="0" indent="0">
              <a:buNone/>
            </a:pPr>
            <a:r>
              <a:rPr lang="zh-CN" altLang="en-US" dirty="0">
                <a:solidFill>
                  <a:srgbClr val="B60206"/>
                </a:solidFill>
              </a:rPr>
              <a:t>方法二：基于元组拆包</a:t>
            </a:r>
            <a:endParaRPr lang="en-US" altLang="zh-CN" dirty="0">
              <a:solidFill>
                <a:srgbClr val="B60206"/>
              </a:solidFill>
            </a:endParaRPr>
          </a:p>
        </p:txBody>
      </p:sp>
      <p:sp>
        <p:nvSpPr>
          <p:cNvPr id="5" name="TextBox 3">
            <a:extLst>
              <a:ext uri="{FF2B5EF4-FFF2-40B4-BE49-F238E27FC236}">
                <a16:creationId xmlns:a16="http://schemas.microsoft.com/office/drawing/2014/main" id="{0C998B78-AB18-3C47-A1C7-25AE9A3A40B0}"/>
              </a:ext>
            </a:extLst>
          </p:cNvPr>
          <p:cNvSpPr txBox="1"/>
          <p:nvPr/>
        </p:nvSpPr>
        <p:spPr>
          <a:xfrm>
            <a:off x="710879" y="2089243"/>
            <a:ext cx="10666853" cy="2031325"/>
          </a:xfrm>
          <a:prstGeom prst="rect">
            <a:avLst/>
          </a:prstGeom>
          <a:solidFill>
            <a:srgbClr val="FFFFE4"/>
          </a:solidFill>
          <a:ln w="3175">
            <a:solidFill>
              <a:srgbClr val="919191"/>
            </a:solidFill>
          </a:ln>
        </p:spPr>
        <p:txBody>
          <a:bodyPr wrap="square">
            <a:spAutoFit/>
          </a:bodyPr>
          <a:lstStyle/>
          <a:p>
            <a:r>
              <a:rPr lang="en-US" altLang="zh-CN" sz="1400" dirty="0">
                <a:solidFill>
                  <a:schemeClr val="tx1">
                    <a:lumMod val="75000"/>
                    <a:lumOff val="2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num1 = 10</a:t>
            </a:r>
          </a:p>
          <a:p>
            <a:r>
              <a:rPr lang="en-US" altLang="zh-CN" sz="1400" dirty="0">
                <a:solidFill>
                  <a:schemeClr val="tx1">
                    <a:lumMod val="75000"/>
                    <a:lumOff val="2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num2 = 20</a:t>
            </a:r>
          </a:p>
          <a:p>
            <a:endParaRPr lang="en-US" altLang="zh-CN" sz="1400" dirty="0">
              <a:solidFill>
                <a:schemeClr val="tx1">
                  <a:lumMod val="75000"/>
                  <a:lumOff val="2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r>
              <a:rPr lang="en-US" altLang="zh-CN" sz="1400" dirty="0">
                <a:solidFill>
                  <a:srgbClr val="B60206"/>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temp = num1</a:t>
            </a:r>
          </a:p>
          <a:p>
            <a:r>
              <a:rPr lang="en-US" altLang="zh-CN" sz="1400" dirty="0">
                <a:solidFill>
                  <a:srgbClr val="B60206"/>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num1 = num2</a:t>
            </a:r>
          </a:p>
          <a:p>
            <a:r>
              <a:rPr lang="en-US" altLang="zh-CN" sz="1400" dirty="0">
                <a:solidFill>
                  <a:srgbClr val="B60206"/>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num2 = temp</a:t>
            </a:r>
          </a:p>
          <a:p>
            <a:endParaRPr lang="en-US" altLang="zh-CN" sz="1400" dirty="0">
              <a:solidFill>
                <a:schemeClr val="tx1">
                  <a:lumMod val="75000"/>
                  <a:lumOff val="2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r>
              <a:rPr lang="en-US" altLang="zh-CN" sz="1400" dirty="0">
                <a:solidFill>
                  <a:schemeClr val="tx1">
                    <a:lumMod val="75000"/>
                    <a:lumOff val="2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print(num1)</a:t>
            </a:r>
          </a:p>
          <a:p>
            <a:r>
              <a:rPr lang="en-US" altLang="zh-CN" sz="1400" dirty="0">
                <a:solidFill>
                  <a:schemeClr val="tx1">
                    <a:lumMod val="75000"/>
                    <a:lumOff val="2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print(num2)</a:t>
            </a:r>
          </a:p>
        </p:txBody>
      </p:sp>
      <p:sp>
        <p:nvSpPr>
          <p:cNvPr id="6" name="TextBox 3">
            <a:extLst>
              <a:ext uri="{FF2B5EF4-FFF2-40B4-BE49-F238E27FC236}">
                <a16:creationId xmlns:a16="http://schemas.microsoft.com/office/drawing/2014/main" id="{0C998B78-AB18-3C47-A1C7-25AE9A3A40B0}"/>
              </a:ext>
            </a:extLst>
          </p:cNvPr>
          <p:cNvSpPr txBox="1"/>
          <p:nvPr/>
        </p:nvSpPr>
        <p:spPr>
          <a:xfrm>
            <a:off x="710879" y="4573837"/>
            <a:ext cx="10666853" cy="1600438"/>
          </a:xfrm>
          <a:prstGeom prst="rect">
            <a:avLst/>
          </a:prstGeom>
          <a:solidFill>
            <a:srgbClr val="FFFFE4"/>
          </a:solidFill>
          <a:ln w="3175">
            <a:solidFill>
              <a:srgbClr val="919191"/>
            </a:solidFill>
          </a:ln>
        </p:spPr>
        <p:txBody>
          <a:bodyPr wrap="square">
            <a:spAutoFit/>
          </a:bodyPr>
          <a:lstStyle/>
          <a:p>
            <a:r>
              <a:rPr lang="en-US" altLang="zh-CN" sz="1400" dirty="0">
                <a:solidFill>
                  <a:schemeClr val="tx1">
                    <a:lumMod val="75000"/>
                    <a:lumOff val="2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num1 = 10</a:t>
            </a:r>
          </a:p>
          <a:p>
            <a:r>
              <a:rPr lang="en-US" altLang="zh-CN" sz="1400" dirty="0">
                <a:solidFill>
                  <a:schemeClr val="tx1">
                    <a:lumMod val="75000"/>
                    <a:lumOff val="2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num2 = 20</a:t>
            </a:r>
          </a:p>
          <a:p>
            <a:endParaRPr lang="en-US" altLang="zh-CN" sz="1400" dirty="0">
              <a:solidFill>
                <a:srgbClr val="B60206"/>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r>
              <a:rPr lang="en-US" altLang="zh-CN" sz="1400" dirty="0">
                <a:solidFill>
                  <a:srgbClr val="B60206"/>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num1, num2 = num2, num1</a:t>
            </a:r>
          </a:p>
          <a:p>
            <a:endParaRPr lang="en-US" altLang="zh-CN" sz="1400" dirty="0">
              <a:solidFill>
                <a:srgbClr val="B60206"/>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r>
              <a:rPr lang="en-US" altLang="zh-CN" sz="1400" dirty="0">
                <a:solidFill>
                  <a:schemeClr val="tx1">
                    <a:lumMod val="75000"/>
                    <a:lumOff val="2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print(num1)</a:t>
            </a:r>
          </a:p>
          <a:p>
            <a:r>
              <a:rPr lang="en-US" altLang="zh-CN" sz="1400" dirty="0">
                <a:solidFill>
                  <a:schemeClr val="tx1">
                    <a:lumMod val="75000"/>
                    <a:lumOff val="2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print(num2)</a:t>
            </a:r>
          </a:p>
        </p:txBody>
      </p:sp>
    </p:spTree>
    <p:extLst>
      <p:ext uri="{BB962C8B-B14F-4D97-AF65-F5344CB8AC3E}">
        <p14:creationId xmlns:p14="http://schemas.microsoft.com/office/powerpoint/2010/main" val="214722702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955645788"/>
      </p:ext>
    </p:extLst>
  </p:cSld>
  <p:clrMapOvr>
    <a:masterClrMapping/>
  </p:clrMapOvr>
</p:sld>
</file>

<file path=ppt/theme/theme1.xml><?xml version="1.0" encoding="utf-8"?>
<a:theme xmlns:a="http://schemas.openxmlformats.org/drawingml/2006/main" name="封面2">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1">
      <a:majorFont>
        <a:latin typeface="Calibri"/>
        <a:ea typeface="黑体"/>
        <a:cs typeface=""/>
      </a:majorFont>
      <a:minorFont>
        <a:latin typeface="Calibri"/>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目录">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1">
      <a:majorFont>
        <a:latin typeface="Calibri"/>
        <a:ea typeface="黑体"/>
        <a:cs typeface=""/>
      </a:majorFont>
      <a:minorFont>
        <a:latin typeface="Calibri"/>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0000"/>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a:spAutoFit/>
      </a:bodyPr>
      <a:lstStyle>
        <a:defPPr fontAlgn="auto">
          <a:spcBef>
            <a:spcPts val="0"/>
          </a:spcBef>
          <a:spcAft>
            <a:spcPts val="0"/>
          </a:spcAft>
          <a:defRPr sz="1050" dirty="0">
            <a:solidFill>
              <a:schemeClr val="tx1">
                <a:lumMod val="65000"/>
                <a:lumOff val="35000"/>
              </a:schemeClr>
            </a:solidFill>
            <a:latin typeface="+mn-lt"/>
            <a:ea typeface="+mn-ea"/>
          </a:defRPr>
        </a:defPPr>
      </a:lstStyle>
    </a:txDef>
  </a:objectDefaults>
  <a:extraClrSchemeLst/>
</a:theme>
</file>

<file path=ppt/theme/theme3.xml><?xml version="1.0" encoding="utf-8"?>
<a:theme xmlns:a="http://schemas.openxmlformats.org/drawingml/2006/main" name="学习目标">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1">
      <a:majorFont>
        <a:latin typeface="Calibri"/>
        <a:ea typeface="黑体"/>
        <a:cs typeface=""/>
      </a:majorFont>
      <a:minorFont>
        <a:latin typeface="Calibri"/>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0000"/>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a:spAutoFit/>
      </a:bodyPr>
      <a:lstStyle>
        <a:defPPr fontAlgn="auto">
          <a:spcBef>
            <a:spcPts val="0"/>
          </a:spcBef>
          <a:spcAft>
            <a:spcPts val="0"/>
          </a:spcAft>
          <a:defRPr sz="1050" dirty="0">
            <a:solidFill>
              <a:schemeClr val="tx1">
                <a:lumMod val="65000"/>
                <a:lumOff val="35000"/>
              </a:schemeClr>
            </a:solidFill>
            <a:latin typeface="+mn-lt"/>
            <a:ea typeface="+mn-ea"/>
          </a:defRPr>
        </a:defPPr>
      </a:lstStyle>
    </a:txDef>
  </a:objectDefaults>
  <a:extraClrSchemeLst/>
</a:theme>
</file>

<file path=ppt/theme/theme4.xml><?xml version="1.0" encoding="utf-8"?>
<a:theme xmlns:a="http://schemas.openxmlformats.org/drawingml/2006/main" name="章节页版式（一级+二级标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章节页版式（一级标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正文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1">
      <a:majorFont>
        <a:latin typeface="Calibri"/>
        <a:ea typeface="黑体"/>
        <a:cs typeface=""/>
      </a:majorFont>
      <a:minorFont>
        <a:latin typeface="Calibri"/>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0000"/>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a:spAutoFit/>
      </a:bodyPr>
      <a:lstStyle>
        <a:defPPr fontAlgn="auto">
          <a:spcBef>
            <a:spcPts val="0"/>
          </a:spcBef>
          <a:spcAft>
            <a:spcPts val="0"/>
          </a:spcAft>
          <a:defRPr sz="1050" dirty="0">
            <a:solidFill>
              <a:schemeClr val="tx1">
                <a:lumMod val="65000"/>
                <a:lumOff val="35000"/>
              </a:schemeClr>
            </a:solidFill>
            <a:latin typeface="+mn-lt"/>
            <a:ea typeface="+mn-ea"/>
          </a:defRPr>
        </a:defPPr>
      </a:lstStyle>
    </a:txDef>
  </a:objectDefaults>
  <a:extraClrSchemeLst/>
</a:theme>
</file>

<file path=ppt/theme/theme7.xml><?xml version="1.0" encoding="utf-8"?>
<a:theme xmlns:a="http://schemas.openxmlformats.org/drawingml/2006/main" name="5_结束页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1">
      <a:majorFont>
        <a:latin typeface="Calibri"/>
        <a:ea typeface="黑体"/>
        <a:cs typeface=""/>
      </a:majorFont>
      <a:minorFont>
        <a:latin typeface="Calibri"/>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8.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8794</TotalTime>
  <Words>2832</Words>
  <Application>Microsoft Office PowerPoint</Application>
  <PresentationFormat>宽屏</PresentationFormat>
  <Paragraphs>525</Paragraphs>
  <Slides>40</Slides>
  <Notes>28</Notes>
  <HiddenSlides>0</HiddenSlides>
  <MMClips>0</MMClips>
  <ScaleCrop>false</ScaleCrop>
  <HeadingPairs>
    <vt:vector size="6" baseType="variant">
      <vt:variant>
        <vt:lpstr>已用的字体</vt:lpstr>
      </vt:variant>
      <vt:variant>
        <vt:i4>11</vt:i4>
      </vt:variant>
      <vt:variant>
        <vt:lpstr>主题</vt:lpstr>
      </vt:variant>
      <vt:variant>
        <vt:i4>7</vt:i4>
      </vt:variant>
      <vt:variant>
        <vt:lpstr>幻灯片标题</vt:lpstr>
      </vt:variant>
      <vt:variant>
        <vt:i4>40</vt:i4>
      </vt:variant>
    </vt:vector>
  </HeadingPairs>
  <TitlesOfParts>
    <vt:vector size="58" baseType="lpstr">
      <vt:lpstr>Alibaba PuHuiTi B</vt:lpstr>
      <vt:lpstr>Alibaba PuHuiTi M</vt:lpstr>
      <vt:lpstr>Alibaba PuHuiTi R</vt:lpstr>
      <vt:lpstr>阿里巴巴普惠体</vt:lpstr>
      <vt:lpstr>等线</vt:lpstr>
      <vt:lpstr>黑体</vt:lpstr>
      <vt:lpstr>Arial</vt:lpstr>
      <vt:lpstr>Calibri</vt:lpstr>
      <vt:lpstr>Segoe UI</vt:lpstr>
      <vt:lpstr>Verdana</vt:lpstr>
      <vt:lpstr>Wingdings</vt:lpstr>
      <vt:lpstr>封面2</vt:lpstr>
      <vt:lpstr>目录</vt:lpstr>
      <vt:lpstr>学习目标</vt:lpstr>
      <vt:lpstr>章节页版式（一级+二级标题）</vt:lpstr>
      <vt:lpstr>章节页版式（一级标题）</vt:lpstr>
      <vt:lpstr>正文设计方案</vt:lpstr>
      <vt:lpstr>5_结束页设计方案</vt:lpstr>
      <vt:lpstr>Python函数（上）</vt:lpstr>
      <vt:lpstr>PowerPoint 演示文稿</vt:lpstr>
      <vt:lpstr>PowerPoint 演示文稿</vt:lpstr>
      <vt:lpstr>函数的作用及其使用步骤</vt:lpstr>
      <vt:lpstr>函数的作用及其使用步骤</vt:lpstr>
      <vt:lpstr>函数的作用及其使用步骤</vt:lpstr>
      <vt:lpstr>函数的作用及其使用步骤</vt:lpstr>
      <vt:lpstr>函数的作用及其使用步骤</vt:lpstr>
      <vt:lpstr>函数的作用及其使用步骤</vt:lpstr>
      <vt:lpstr>函数的作用及其使用步骤</vt:lpstr>
      <vt:lpstr>函数的作用及其使用步骤</vt:lpstr>
      <vt:lpstr>函数的作用及其使用步骤</vt:lpstr>
      <vt:lpstr>函数的作用及其使用步骤</vt:lpstr>
      <vt:lpstr>函数的作用及其使用步骤</vt:lpstr>
      <vt:lpstr>函数的说明文档</vt:lpstr>
      <vt:lpstr>函数的说明文档</vt:lpstr>
      <vt:lpstr>函数的说明文档</vt:lpstr>
      <vt:lpstr>函数的嵌套</vt:lpstr>
      <vt:lpstr>函数的嵌套</vt:lpstr>
      <vt:lpstr>函数的嵌套</vt:lpstr>
      <vt:lpstr>函数应用案例</vt:lpstr>
      <vt:lpstr>函数应用案例</vt:lpstr>
      <vt:lpstr>函数应用案例</vt:lpstr>
      <vt:lpstr>变量的作用域</vt:lpstr>
      <vt:lpstr>变量作用域</vt:lpstr>
      <vt:lpstr>变量作用域</vt:lpstr>
      <vt:lpstr>变量作用域</vt:lpstr>
      <vt:lpstr>变量作用域</vt:lpstr>
      <vt:lpstr>变量作用域</vt:lpstr>
      <vt:lpstr>函数参数进阶</vt:lpstr>
      <vt:lpstr>函数参数进阶</vt:lpstr>
      <vt:lpstr>函数参数进阶</vt:lpstr>
      <vt:lpstr>函数参数进阶</vt:lpstr>
      <vt:lpstr>函数参数进阶</vt:lpstr>
      <vt:lpstr>函数参数进阶</vt:lpstr>
      <vt:lpstr>函数参数进阶</vt:lpstr>
      <vt:lpstr>Python拆包</vt:lpstr>
      <vt:lpstr>Python拆包</vt:lpstr>
      <vt:lpstr>Python拆包</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8802</dc:creator>
  <cp:lastModifiedBy>任 逍遥</cp:lastModifiedBy>
  <cp:revision>854</cp:revision>
  <dcterms:created xsi:type="dcterms:W3CDTF">2020-03-31T02:23:27Z</dcterms:created>
  <dcterms:modified xsi:type="dcterms:W3CDTF">2021-11-03T14:07:26Z</dcterms:modified>
</cp:coreProperties>
</file>